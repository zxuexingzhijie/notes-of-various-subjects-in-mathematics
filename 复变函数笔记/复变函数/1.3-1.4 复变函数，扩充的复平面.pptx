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524" r:id="rId3"/>
    <p:sldId id="611" r:id="rId4"/>
    <p:sldId id="613" r:id="rId5"/>
    <p:sldId id="614" r:id="rId6"/>
    <p:sldId id="698" r:id="rId7"/>
    <p:sldId id="612" r:id="rId8"/>
    <p:sldId id="617" r:id="rId9"/>
    <p:sldId id="620" r:id="rId10"/>
    <p:sldId id="619" r:id="rId11"/>
    <p:sldId id="627" r:id="rId12"/>
    <p:sldId id="630" r:id="rId13"/>
    <p:sldId id="631" r:id="rId14"/>
    <p:sldId id="652" r:id="rId15"/>
    <p:sldId id="676" r:id="rId16"/>
    <p:sldId id="677" r:id="rId17"/>
    <p:sldId id="69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5CE78-73B5-48D6-9854-5851C9440620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C53AE-BC0C-4052-95FF-9FED5F575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83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0BE56-C0A8-E3C5-8559-1912377BC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55D8E6-DFC4-50E2-2B5B-BB26FFA9F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05DC3-BD31-4B93-2070-DA19831C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4649F-B94E-AA55-C8E3-DADF21F3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D00B8-FE77-3AA8-C563-6B402DDD4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61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ADECB-F36F-4543-A707-B74CB656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48BBF6-01A6-E4D9-CC27-31C1F0467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8ACF27-55FD-AC12-C596-D958C1009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E18D69-68BB-1C3E-6F7B-C96078CF0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65C67-0A84-C9C6-49DE-203AB6E6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38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46987-9F48-2696-C406-855FBFB5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E7748-04D2-FED3-45B4-7594A8D10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A278B2-270A-5349-4C2E-532283CA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25A43C-F115-3934-AA53-AE1E1318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073237-0E19-3E26-81FF-DD9E344B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5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074FA-F50B-2C58-98DF-2E2A9FB6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A1E4C-52BF-2A47-5EC5-48C75AC80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6038C9-961B-86CE-116B-6EE7CE528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67A952-0ED9-2402-6599-31000556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76ED4E-4B45-E0D0-E2C4-F7DB387F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C7DAAF-2017-586B-BE29-326F0F50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5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2A623-93B3-8312-93D6-3893BE96B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9C19EC-BBCF-C13A-B831-CF77187B2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5B31B2-74C7-73FA-483E-75FF06CA2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FC9130-7DAD-701E-E4E6-E56B46537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684C96-CEE3-43DF-4359-37A6F544D1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28C86E-8195-812D-93E7-C60DFA92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C03F33-2DD3-FF45-0EFA-BA95DF02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6ECF73-3A4C-241D-9901-DA3F914B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82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BDB69-0B5B-88E8-32E2-160EF22C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33612D-0804-0D33-8291-9097AD80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600FD3-6EB7-9BE1-0CE3-5A6BDDAC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17F05A-93A4-6412-ED50-6BCA2F80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3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BB5585-E8D0-4E94-2823-A645B7B3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39C141-52B9-0235-4680-8022703D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B1003-2C3C-3EBD-4F93-3AC8712E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11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D52DC-AB9E-F573-F9D8-FF4F98A8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C5C40F-BEC2-F2FC-891E-383007AA5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DB3F49-897C-2CD2-5655-004DCA5DB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52C172-2BD3-EE0A-483A-6DB9175D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951B5D-8052-7036-F1A2-7681AA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6F9819-7D5E-28AE-1D1B-545CC6A4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29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F9D7F-0C73-9D10-A339-48E85261E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F89AB7-DC49-B3BE-8FF4-9CEEA54B5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0C16BA-6380-33BD-3FF7-DE38FB8C0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C2B280-BCF3-8081-A42B-ABA32BF4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33A683-49F8-3194-C67F-A4D23448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0D56F9-47D5-BA4D-01B9-40148BD4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02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BE44E-935D-7634-6EA3-4D671173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499FA-2350-CDA1-BE90-6DEC83375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195C06-89FC-4335-E8ED-6EBF474D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9859F-B8BB-B2D2-4383-564DFD25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79CE56-13F9-4D58-F3E7-8EEA1D57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97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1C6834-9877-03BE-8274-4B4F287F0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43140A-BA04-A8B6-CFB9-3E45344E6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8E3D23-6603-F40A-C9AE-21BF6A794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63EE4-3898-5DC1-6C62-90668C13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B914FC-707E-AA86-C930-105A343E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982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36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356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701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332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85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884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313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9243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049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0749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12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00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A94251-1A44-18FF-AA1D-39607109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C13FA7-2073-0F47-EDFC-7C859CCC0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A9149-D1DE-EDF0-69E6-1F5FC7859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BCFC9-7208-4007-8660-53D35B730D4F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04169-EF45-A959-B972-C1B4EF9AE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94982-0F2B-8FF2-5D67-0820B67BB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11130-16F6-4271-A063-84EDCDCCD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16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35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3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6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3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5.wmf"/><Relationship Id="rId20" Type="http://schemas.openxmlformats.org/officeDocument/2006/relationships/image" Target="../media/image37.wmf"/><Relationship Id="rId1" Type="http://schemas.openxmlformats.org/officeDocument/2006/relationships/tags" Target="../tags/tag5.x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3.wmf"/><Relationship Id="rId1" Type="http://schemas.openxmlformats.org/officeDocument/2006/relationships/tags" Target="../tags/tag6.x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40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3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3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5.wmf"/><Relationship Id="rId26" Type="http://schemas.openxmlformats.org/officeDocument/2006/relationships/image" Target="../media/image59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4.wmf"/><Relationship Id="rId20" Type="http://schemas.openxmlformats.org/officeDocument/2006/relationships/image" Target="../media/image56.emf"/><Relationship Id="rId1" Type="http://schemas.openxmlformats.org/officeDocument/2006/relationships/tags" Target="../tags/tag9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58.e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60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3.wmf"/><Relationship Id="rId22" Type="http://schemas.openxmlformats.org/officeDocument/2006/relationships/image" Target="../media/image57.emf"/><Relationship Id="rId27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2.wmf"/><Relationship Id="rId1" Type="http://schemas.openxmlformats.org/officeDocument/2006/relationships/tags" Target="../tags/tag10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3.wmf"/><Relationship Id="rId1" Type="http://schemas.openxmlformats.org/officeDocument/2006/relationships/tags" Target="../tags/tag11.x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7.bin"/><Relationship Id="rId5" Type="http://schemas.openxmlformats.org/officeDocument/2006/relationships/oleObject" Target="../embeddings/oleObject74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2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7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239" y="2935443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第一章 复数与复变函数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E5B5620-9660-5CB3-D70B-C5ED6C60D4D7}"/>
              </a:ext>
            </a:extLst>
          </p:cNvPr>
          <p:cNvSpPr txBox="1"/>
          <p:nvPr/>
        </p:nvSpPr>
        <p:spPr>
          <a:xfrm>
            <a:off x="3921487" y="3970583"/>
            <a:ext cx="4952489" cy="270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endParaRPr lang="zh-CN" altLang="en-US" sz="2400" b="1" kern="1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EB7BD4-CAAF-EA0C-1599-FEF62BE0C59C}"/>
              </a:ext>
            </a:extLst>
          </p:cNvPr>
          <p:cNvSpPr txBox="1"/>
          <p:nvPr/>
        </p:nvSpPr>
        <p:spPr>
          <a:xfrm>
            <a:off x="4234469" y="3744633"/>
            <a:ext cx="3553273" cy="44799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1.3-1.4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复变函数 复球面</a:t>
            </a:r>
          </a:p>
        </p:txBody>
      </p:sp>
    </p:spTree>
    <p:extLst>
      <p:ext uri="{BB962C8B-B14F-4D97-AF65-F5344CB8AC3E}">
        <p14:creationId xmlns:p14="http://schemas.microsoft.com/office/powerpoint/2010/main" val="245883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481411"/>
              </p:ext>
            </p:extLst>
          </p:nvPr>
        </p:nvGraphicFramePr>
        <p:xfrm>
          <a:off x="1882754" y="1458767"/>
          <a:ext cx="95154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28920" imgH="685800" progId="Equation.DSMT4">
                  <p:embed/>
                </p:oleObj>
              </mc:Choice>
              <mc:Fallback>
                <p:oleObj name="Equation" r:id="rId3" imgW="4228920" imgH="6858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54" y="1458767"/>
                        <a:ext cx="95154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42006" y="1499405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06" y="1499405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复变函数的概念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0421" y="925712"/>
          <a:ext cx="1714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61760" imgH="190440" progId="Equation.DSMT4">
                  <p:embed/>
                </p:oleObj>
              </mc:Choice>
              <mc:Fallback>
                <p:oleObj name="Equation" r:id="rId7" imgW="76176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1" y="925712"/>
                        <a:ext cx="1714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725738" y="3286125"/>
          <a:ext cx="83153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95400" imgH="215640" progId="Equation.DSMT4">
                  <p:embed/>
                </p:oleObj>
              </mc:Choice>
              <mc:Fallback>
                <p:oleObj name="Equation" r:id="rId9" imgW="369540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3286125"/>
                        <a:ext cx="83153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11624" y="3853929"/>
          <a:ext cx="28289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228600" progId="Equation.DSMT4">
                  <p:embed/>
                </p:oleObj>
              </mc:Choice>
              <mc:Fallback>
                <p:oleObj name="Equation" r:id="rId11" imgW="1257120" imgH="2286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3853929"/>
                        <a:ext cx="28289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912743" y="3300122"/>
          <a:ext cx="16002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711000" imgH="203040" progId="Equation.DSMT4">
                  <p:embed/>
                </p:oleObj>
              </mc:Choice>
              <mc:Fallback>
                <p:oleObj name="Equation" r:id="rId13" imgW="711000" imgH="2030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743" y="3300122"/>
                        <a:ext cx="16002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912743" y="4472062"/>
          <a:ext cx="16002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11000" imgH="203040" progId="Equation.DSMT4">
                  <p:embed/>
                </p:oleObj>
              </mc:Choice>
              <mc:Fallback>
                <p:oleObj name="Equation" r:id="rId15" imgW="711000" imgH="2030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743" y="4472062"/>
                        <a:ext cx="16002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2725738" y="4459288"/>
          <a:ext cx="800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55720" imgH="215640" progId="Equation.DSMT4">
                  <p:embed/>
                </p:oleObj>
              </mc:Choice>
              <mc:Fallback>
                <p:oleObj name="Equation" r:id="rId17" imgW="3555720" imgH="21564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4459288"/>
                        <a:ext cx="800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697163" y="5091113"/>
          <a:ext cx="35147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62040" imgH="241200" progId="Equation.DSMT4">
                  <p:embed/>
                </p:oleObj>
              </mc:Choice>
              <mc:Fallback>
                <p:oleObj name="Equation" r:id="rId19" imgW="1562040" imgH="2412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091113"/>
                        <a:ext cx="35147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030080"/>
              </p:ext>
            </p:extLst>
          </p:nvPr>
        </p:nvGraphicFramePr>
        <p:xfrm>
          <a:off x="2230438" y="5876925"/>
          <a:ext cx="81724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632040" imgH="215640" progId="Equation.DSMT4">
                  <p:embed/>
                </p:oleObj>
              </mc:Choice>
              <mc:Fallback>
                <p:oleObj name="Equation" r:id="rId21" imgW="3632040" imgH="2156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5876925"/>
                        <a:ext cx="81724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7085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044700" y="3644900"/>
          <a:ext cx="900112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00320" imgH="457200" progId="Equation.DSMT4">
                  <p:embed/>
                </p:oleObj>
              </mc:Choice>
              <mc:Fallback>
                <p:oleObj name="Equation" r:id="rId3" imgW="4000320" imgH="4572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644900"/>
                        <a:ext cx="900112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25337" y="3648645"/>
          <a:ext cx="9144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337" y="3648645"/>
                        <a:ext cx="9144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复变函数的概念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74713" y="911225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203040" progId="Equation.DSMT4">
                  <p:embed/>
                </p:oleObj>
              </mc:Choice>
              <mc:Fallback>
                <p:oleObj name="Equation" r:id="rId7" imgW="74916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911225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011363" y="4738688"/>
          <a:ext cx="53435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74560" imgH="203040" progId="Equation.DSMT4">
                  <p:embed/>
                </p:oleObj>
              </mc:Choice>
              <mc:Fallback>
                <p:oleObj name="Equation" r:id="rId9" imgW="2374560" imgH="2030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738688"/>
                        <a:ext cx="53435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Group 69"/>
          <p:cNvGrpSpPr>
            <a:grpSpLocks/>
          </p:cNvGrpSpPr>
          <p:nvPr/>
        </p:nvGrpSpPr>
        <p:grpSpPr bwMode="auto">
          <a:xfrm>
            <a:off x="7717107" y="2085741"/>
            <a:ext cx="749300" cy="1320800"/>
            <a:chOff x="3712" y="1288"/>
            <a:chExt cx="472" cy="832"/>
          </a:xfrm>
        </p:grpSpPr>
        <p:sp>
          <p:nvSpPr>
            <p:cNvPr id="38" name="Freeform 24"/>
            <p:cNvSpPr>
              <a:spLocks/>
            </p:cNvSpPr>
            <p:nvPr/>
          </p:nvSpPr>
          <p:spPr bwMode="auto">
            <a:xfrm>
              <a:off x="3712" y="1288"/>
              <a:ext cx="472" cy="832"/>
            </a:xfrm>
            <a:custGeom>
              <a:avLst/>
              <a:gdLst>
                <a:gd name="T0" fmla="*/ 337 w 448"/>
                <a:gd name="T1" fmla="*/ 14 h 809"/>
                <a:gd name="T2" fmla="*/ 397 w 448"/>
                <a:gd name="T3" fmla="*/ 86 h 809"/>
                <a:gd name="T4" fmla="*/ 445 w 448"/>
                <a:gd name="T5" fmla="*/ 299 h 809"/>
                <a:gd name="T6" fmla="*/ 415 w 448"/>
                <a:gd name="T7" fmla="*/ 545 h 809"/>
                <a:gd name="T8" fmla="*/ 361 w 448"/>
                <a:gd name="T9" fmla="*/ 671 h 809"/>
                <a:gd name="T10" fmla="*/ 292 w 448"/>
                <a:gd name="T11" fmla="*/ 764 h 809"/>
                <a:gd name="T12" fmla="*/ 244 w 448"/>
                <a:gd name="T13" fmla="*/ 797 h 809"/>
                <a:gd name="T14" fmla="*/ 181 w 448"/>
                <a:gd name="T15" fmla="*/ 809 h 809"/>
                <a:gd name="T16" fmla="*/ 133 w 448"/>
                <a:gd name="T17" fmla="*/ 800 h 809"/>
                <a:gd name="T18" fmla="*/ 109 w 448"/>
                <a:gd name="T19" fmla="*/ 767 h 809"/>
                <a:gd name="T20" fmla="*/ 109 w 448"/>
                <a:gd name="T21" fmla="*/ 707 h 809"/>
                <a:gd name="T22" fmla="*/ 106 w 448"/>
                <a:gd name="T23" fmla="*/ 638 h 809"/>
                <a:gd name="T24" fmla="*/ 67 w 448"/>
                <a:gd name="T25" fmla="*/ 506 h 809"/>
                <a:gd name="T26" fmla="*/ 13 w 448"/>
                <a:gd name="T27" fmla="*/ 410 h 809"/>
                <a:gd name="T28" fmla="*/ 4 w 448"/>
                <a:gd name="T29" fmla="*/ 305 h 809"/>
                <a:gd name="T30" fmla="*/ 40 w 448"/>
                <a:gd name="T31" fmla="*/ 173 h 809"/>
                <a:gd name="T32" fmla="*/ 106 w 448"/>
                <a:gd name="T33" fmla="*/ 86 h 809"/>
                <a:gd name="T34" fmla="*/ 196 w 448"/>
                <a:gd name="T35" fmla="*/ 17 h 809"/>
                <a:gd name="T36" fmla="*/ 274 w 448"/>
                <a:gd name="T37" fmla="*/ 5 h 809"/>
                <a:gd name="T38" fmla="*/ 337 w 448"/>
                <a:gd name="T39" fmla="*/ 1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8" h="809">
                  <a:moveTo>
                    <a:pt x="337" y="14"/>
                  </a:moveTo>
                  <a:cubicBezTo>
                    <a:pt x="357" y="28"/>
                    <a:pt x="379" y="39"/>
                    <a:pt x="397" y="86"/>
                  </a:cubicBezTo>
                  <a:cubicBezTo>
                    <a:pt x="415" y="133"/>
                    <a:pt x="442" y="223"/>
                    <a:pt x="445" y="299"/>
                  </a:cubicBezTo>
                  <a:cubicBezTo>
                    <a:pt x="448" y="375"/>
                    <a:pt x="429" y="483"/>
                    <a:pt x="415" y="545"/>
                  </a:cubicBezTo>
                  <a:cubicBezTo>
                    <a:pt x="401" y="607"/>
                    <a:pt x="382" y="634"/>
                    <a:pt x="361" y="671"/>
                  </a:cubicBezTo>
                  <a:cubicBezTo>
                    <a:pt x="340" y="708"/>
                    <a:pt x="311" y="743"/>
                    <a:pt x="292" y="764"/>
                  </a:cubicBezTo>
                  <a:cubicBezTo>
                    <a:pt x="273" y="785"/>
                    <a:pt x="262" y="790"/>
                    <a:pt x="244" y="797"/>
                  </a:cubicBezTo>
                  <a:cubicBezTo>
                    <a:pt x="226" y="804"/>
                    <a:pt x="199" y="809"/>
                    <a:pt x="181" y="809"/>
                  </a:cubicBezTo>
                  <a:cubicBezTo>
                    <a:pt x="163" y="809"/>
                    <a:pt x="145" y="807"/>
                    <a:pt x="133" y="800"/>
                  </a:cubicBezTo>
                  <a:cubicBezTo>
                    <a:pt x="121" y="793"/>
                    <a:pt x="113" y="782"/>
                    <a:pt x="109" y="767"/>
                  </a:cubicBezTo>
                  <a:cubicBezTo>
                    <a:pt x="105" y="752"/>
                    <a:pt x="109" y="728"/>
                    <a:pt x="109" y="707"/>
                  </a:cubicBezTo>
                  <a:cubicBezTo>
                    <a:pt x="109" y="686"/>
                    <a:pt x="113" y="671"/>
                    <a:pt x="106" y="638"/>
                  </a:cubicBezTo>
                  <a:cubicBezTo>
                    <a:pt x="99" y="605"/>
                    <a:pt x="82" y="544"/>
                    <a:pt x="67" y="506"/>
                  </a:cubicBezTo>
                  <a:cubicBezTo>
                    <a:pt x="52" y="468"/>
                    <a:pt x="23" y="443"/>
                    <a:pt x="13" y="410"/>
                  </a:cubicBezTo>
                  <a:cubicBezTo>
                    <a:pt x="3" y="377"/>
                    <a:pt x="0" y="344"/>
                    <a:pt x="4" y="305"/>
                  </a:cubicBezTo>
                  <a:cubicBezTo>
                    <a:pt x="8" y="266"/>
                    <a:pt x="23" y="209"/>
                    <a:pt x="40" y="173"/>
                  </a:cubicBezTo>
                  <a:cubicBezTo>
                    <a:pt x="57" y="137"/>
                    <a:pt x="80" y="112"/>
                    <a:pt x="106" y="86"/>
                  </a:cubicBezTo>
                  <a:cubicBezTo>
                    <a:pt x="132" y="60"/>
                    <a:pt x="168" y="30"/>
                    <a:pt x="196" y="17"/>
                  </a:cubicBezTo>
                  <a:cubicBezTo>
                    <a:pt x="224" y="4"/>
                    <a:pt x="251" y="5"/>
                    <a:pt x="274" y="5"/>
                  </a:cubicBezTo>
                  <a:cubicBezTo>
                    <a:pt x="297" y="5"/>
                    <a:pt x="317" y="0"/>
                    <a:pt x="337" y="14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68"/>
            <p:cNvSpPr>
              <a:spLocks noChangeArrowheads="1"/>
            </p:cNvSpPr>
            <p:nvPr/>
          </p:nvSpPr>
          <p:spPr bwMode="auto">
            <a:xfrm>
              <a:off x="3872" y="1305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F</a:t>
              </a:r>
              <a:endParaRPr lang="zh-CN" altLang="en-US" sz="20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56"/>
          <p:cNvGrpSpPr>
            <a:grpSpLocks/>
          </p:cNvGrpSpPr>
          <p:nvPr/>
        </p:nvGrpSpPr>
        <p:grpSpPr bwMode="auto">
          <a:xfrm>
            <a:off x="4538932" y="1280915"/>
            <a:ext cx="1058862" cy="419100"/>
            <a:chOff x="1482" y="870"/>
            <a:chExt cx="667" cy="264"/>
          </a:xfrm>
        </p:grpSpPr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1590" y="884"/>
              <a:ext cx="5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1482" y="870"/>
              <a:ext cx="29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endParaRPr kumimoji="1" lang="zh-CN" altLang="en-US" sz="2000" b="1" i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57"/>
          <p:cNvGrpSpPr>
            <a:grpSpLocks/>
          </p:cNvGrpSpPr>
          <p:nvPr/>
        </p:nvGrpSpPr>
        <p:grpSpPr bwMode="auto">
          <a:xfrm>
            <a:off x="8086997" y="1249166"/>
            <a:ext cx="1249363" cy="404813"/>
            <a:chOff x="3913" y="843"/>
            <a:chExt cx="787" cy="255"/>
          </a:xfrm>
        </p:grpSpPr>
        <p:sp>
          <p:nvSpPr>
            <p:cNvPr id="47" name="Rectangle 36"/>
            <p:cNvSpPr>
              <a:spLocks noChangeArrowheads="1"/>
            </p:cNvSpPr>
            <p:nvPr/>
          </p:nvSpPr>
          <p:spPr bwMode="auto">
            <a:xfrm>
              <a:off x="4041" y="848"/>
              <a:ext cx="6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48" name="Rectangle 37"/>
            <p:cNvSpPr>
              <a:spLocks noChangeArrowheads="1"/>
            </p:cNvSpPr>
            <p:nvPr/>
          </p:nvSpPr>
          <p:spPr bwMode="auto">
            <a:xfrm>
              <a:off x="3913" y="843"/>
              <a:ext cx="3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  <a:endParaRPr kumimoji="1" lang="zh-CN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66"/>
          <p:cNvGrpSpPr>
            <a:grpSpLocks/>
          </p:cNvGrpSpPr>
          <p:nvPr/>
        </p:nvGrpSpPr>
        <p:grpSpPr bwMode="auto">
          <a:xfrm>
            <a:off x="3653107" y="2052441"/>
            <a:ext cx="1266825" cy="1339850"/>
            <a:chOff x="1169" y="1279"/>
            <a:chExt cx="798" cy="844"/>
          </a:xfrm>
        </p:grpSpPr>
        <p:sp>
          <p:nvSpPr>
            <p:cNvPr id="50" name="Freeform 23"/>
            <p:cNvSpPr>
              <a:spLocks noChangeAspect="1"/>
            </p:cNvSpPr>
            <p:nvPr/>
          </p:nvSpPr>
          <p:spPr bwMode="auto">
            <a:xfrm>
              <a:off x="1169" y="1279"/>
              <a:ext cx="798" cy="844"/>
            </a:xfrm>
            <a:custGeom>
              <a:avLst/>
              <a:gdLst>
                <a:gd name="T0" fmla="*/ 573 w 776"/>
                <a:gd name="T1" fmla="*/ 40 h 821"/>
                <a:gd name="T2" fmla="*/ 600 w 776"/>
                <a:gd name="T3" fmla="*/ 66 h 821"/>
                <a:gd name="T4" fmla="*/ 623 w 776"/>
                <a:gd name="T5" fmla="*/ 90 h 821"/>
                <a:gd name="T6" fmla="*/ 650 w 776"/>
                <a:gd name="T7" fmla="*/ 127 h 821"/>
                <a:gd name="T8" fmla="*/ 678 w 776"/>
                <a:gd name="T9" fmla="*/ 190 h 821"/>
                <a:gd name="T10" fmla="*/ 704 w 776"/>
                <a:gd name="T11" fmla="*/ 256 h 821"/>
                <a:gd name="T12" fmla="*/ 740 w 776"/>
                <a:gd name="T13" fmla="*/ 367 h 821"/>
                <a:gd name="T14" fmla="*/ 756 w 776"/>
                <a:gd name="T15" fmla="*/ 438 h 821"/>
                <a:gd name="T16" fmla="*/ 768 w 776"/>
                <a:gd name="T17" fmla="*/ 514 h 821"/>
                <a:gd name="T18" fmla="*/ 747 w 776"/>
                <a:gd name="T19" fmla="*/ 706 h 821"/>
                <a:gd name="T20" fmla="*/ 686 w 776"/>
                <a:gd name="T21" fmla="*/ 774 h 821"/>
                <a:gd name="T22" fmla="*/ 581 w 776"/>
                <a:gd name="T23" fmla="*/ 814 h 821"/>
                <a:gd name="T24" fmla="*/ 527 w 776"/>
                <a:gd name="T25" fmla="*/ 816 h 821"/>
                <a:gd name="T26" fmla="*/ 488 w 776"/>
                <a:gd name="T27" fmla="*/ 781 h 821"/>
                <a:gd name="T28" fmla="*/ 471 w 776"/>
                <a:gd name="T29" fmla="*/ 750 h 821"/>
                <a:gd name="T30" fmla="*/ 461 w 776"/>
                <a:gd name="T31" fmla="*/ 717 h 821"/>
                <a:gd name="T32" fmla="*/ 459 w 776"/>
                <a:gd name="T33" fmla="*/ 693 h 821"/>
                <a:gd name="T34" fmla="*/ 453 w 776"/>
                <a:gd name="T35" fmla="*/ 639 h 821"/>
                <a:gd name="T36" fmla="*/ 417 w 776"/>
                <a:gd name="T37" fmla="*/ 544 h 821"/>
                <a:gd name="T38" fmla="*/ 381 w 776"/>
                <a:gd name="T39" fmla="*/ 499 h 821"/>
                <a:gd name="T40" fmla="*/ 329 w 776"/>
                <a:gd name="T41" fmla="*/ 462 h 821"/>
                <a:gd name="T42" fmla="*/ 276 w 776"/>
                <a:gd name="T43" fmla="*/ 448 h 821"/>
                <a:gd name="T44" fmla="*/ 200 w 776"/>
                <a:gd name="T45" fmla="*/ 427 h 821"/>
                <a:gd name="T46" fmla="*/ 141 w 776"/>
                <a:gd name="T47" fmla="*/ 411 h 821"/>
                <a:gd name="T48" fmla="*/ 69 w 776"/>
                <a:gd name="T49" fmla="*/ 379 h 821"/>
                <a:gd name="T50" fmla="*/ 29 w 776"/>
                <a:gd name="T51" fmla="*/ 339 h 821"/>
                <a:gd name="T52" fmla="*/ 9 w 776"/>
                <a:gd name="T53" fmla="*/ 300 h 821"/>
                <a:gd name="T54" fmla="*/ 2 w 776"/>
                <a:gd name="T55" fmla="*/ 249 h 821"/>
                <a:gd name="T56" fmla="*/ 21 w 776"/>
                <a:gd name="T57" fmla="*/ 192 h 821"/>
                <a:gd name="T58" fmla="*/ 99 w 776"/>
                <a:gd name="T59" fmla="*/ 118 h 821"/>
                <a:gd name="T60" fmla="*/ 180 w 776"/>
                <a:gd name="T61" fmla="*/ 63 h 821"/>
                <a:gd name="T62" fmla="*/ 284 w 776"/>
                <a:gd name="T63" fmla="*/ 25 h 821"/>
                <a:gd name="T64" fmla="*/ 404 w 776"/>
                <a:gd name="T65" fmla="*/ 3 h 821"/>
                <a:gd name="T66" fmla="*/ 447 w 776"/>
                <a:gd name="T67" fmla="*/ 1 h 821"/>
                <a:gd name="T68" fmla="*/ 516 w 776"/>
                <a:gd name="T69" fmla="*/ 10 h 821"/>
                <a:gd name="T70" fmla="*/ 573 w 776"/>
                <a:gd name="T71" fmla="*/ 4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6" h="821">
                  <a:moveTo>
                    <a:pt x="573" y="40"/>
                  </a:moveTo>
                  <a:cubicBezTo>
                    <a:pt x="586" y="49"/>
                    <a:pt x="592" y="58"/>
                    <a:pt x="600" y="66"/>
                  </a:cubicBezTo>
                  <a:cubicBezTo>
                    <a:pt x="608" y="74"/>
                    <a:pt x="615" y="80"/>
                    <a:pt x="623" y="90"/>
                  </a:cubicBezTo>
                  <a:cubicBezTo>
                    <a:pt x="630" y="101"/>
                    <a:pt x="641" y="110"/>
                    <a:pt x="650" y="127"/>
                  </a:cubicBezTo>
                  <a:cubicBezTo>
                    <a:pt x="659" y="144"/>
                    <a:pt x="668" y="169"/>
                    <a:pt x="678" y="190"/>
                  </a:cubicBezTo>
                  <a:cubicBezTo>
                    <a:pt x="686" y="213"/>
                    <a:pt x="696" y="233"/>
                    <a:pt x="704" y="256"/>
                  </a:cubicBezTo>
                  <a:cubicBezTo>
                    <a:pt x="715" y="288"/>
                    <a:pt x="736" y="338"/>
                    <a:pt x="740" y="367"/>
                  </a:cubicBezTo>
                  <a:cubicBezTo>
                    <a:pt x="744" y="396"/>
                    <a:pt x="753" y="421"/>
                    <a:pt x="756" y="438"/>
                  </a:cubicBezTo>
                  <a:cubicBezTo>
                    <a:pt x="759" y="455"/>
                    <a:pt x="760" y="437"/>
                    <a:pt x="768" y="514"/>
                  </a:cubicBezTo>
                  <a:cubicBezTo>
                    <a:pt x="776" y="591"/>
                    <a:pt x="761" y="663"/>
                    <a:pt x="747" y="706"/>
                  </a:cubicBezTo>
                  <a:cubicBezTo>
                    <a:pt x="733" y="749"/>
                    <a:pt x="714" y="756"/>
                    <a:pt x="686" y="774"/>
                  </a:cubicBezTo>
                  <a:cubicBezTo>
                    <a:pt x="658" y="792"/>
                    <a:pt x="608" y="808"/>
                    <a:pt x="581" y="814"/>
                  </a:cubicBezTo>
                  <a:cubicBezTo>
                    <a:pt x="554" y="820"/>
                    <a:pt x="542" y="821"/>
                    <a:pt x="527" y="816"/>
                  </a:cubicBezTo>
                  <a:cubicBezTo>
                    <a:pt x="512" y="811"/>
                    <a:pt x="497" y="792"/>
                    <a:pt x="488" y="781"/>
                  </a:cubicBezTo>
                  <a:cubicBezTo>
                    <a:pt x="479" y="770"/>
                    <a:pt x="475" y="761"/>
                    <a:pt x="471" y="750"/>
                  </a:cubicBezTo>
                  <a:cubicBezTo>
                    <a:pt x="467" y="739"/>
                    <a:pt x="463" y="726"/>
                    <a:pt x="461" y="717"/>
                  </a:cubicBezTo>
                  <a:cubicBezTo>
                    <a:pt x="459" y="708"/>
                    <a:pt x="460" y="706"/>
                    <a:pt x="459" y="693"/>
                  </a:cubicBezTo>
                  <a:cubicBezTo>
                    <a:pt x="458" y="680"/>
                    <a:pt x="460" y="664"/>
                    <a:pt x="453" y="639"/>
                  </a:cubicBezTo>
                  <a:cubicBezTo>
                    <a:pt x="446" y="614"/>
                    <a:pt x="429" y="567"/>
                    <a:pt x="417" y="544"/>
                  </a:cubicBezTo>
                  <a:cubicBezTo>
                    <a:pt x="407" y="523"/>
                    <a:pt x="393" y="517"/>
                    <a:pt x="381" y="499"/>
                  </a:cubicBezTo>
                  <a:cubicBezTo>
                    <a:pt x="366" y="485"/>
                    <a:pt x="346" y="470"/>
                    <a:pt x="329" y="462"/>
                  </a:cubicBezTo>
                  <a:cubicBezTo>
                    <a:pt x="312" y="459"/>
                    <a:pt x="293" y="449"/>
                    <a:pt x="276" y="448"/>
                  </a:cubicBezTo>
                  <a:cubicBezTo>
                    <a:pt x="251" y="442"/>
                    <a:pt x="225" y="434"/>
                    <a:pt x="200" y="427"/>
                  </a:cubicBezTo>
                  <a:cubicBezTo>
                    <a:pt x="178" y="421"/>
                    <a:pt x="163" y="419"/>
                    <a:pt x="141" y="411"/>
                  </a:cubicBezTo>
                  <a:cubicBezTo>
                    <a:pt x="119" y="403"/>
                    <a:pt x="79" y="386"/>
                    <a:pt x="69" y="379"/>
                  </a:cubicBezTo>
                  <a:cubicBezTo>
                    <a:pt x="50" y="367"/>
                    <a:pt x="36" y="350"/>
                    <a:pt x="29" y="339"/>
                  </a:cubicBezTo>
                  <a:cubicBezTo>
                    <a:pt x="22" y="327"/>
                    <a:pt x="13" y="315"/>
                    <a:pt x="9" y="300"/>
                  </a:cubicBezTo>
                  <a:cubicBezTo>
                    <a:pt x="7" y="291"/>
                    <a:pt x="0" y="267"/>
                    <a:pt x="2" y="249"/>
                  </a:cubicBezTo>
                  <a:cubicBezTo>
                    <a:pt x="4" y="231"/>
                    <a:pt x="5" y="214"/>
                    <a:pt x="21" y="192"/>
                  </a:cubicBezTo>
                  <a:cubicBezTo>
                    <a:pt x="33" y="175"/>
                    <a:pt x="83" y="128"/>
                    <a:pt x="99" y="118"/>
                  </a:cubicBezTo>
                  <a:cubicBezTo>
                    <a:pt x="124" y="99"/>
                    <a:pt x="150" y="73"/>
                    <a:pt x="180" y="63"/>
                  </a:cubicBezTo>
                  <a:cubicBezTo>
                    <a:pt x="211" y="48"/>
                    <a:pt x="247" y="35"/>
                    <a:pt x="284" y="25"/>
                  </a:cubicBezTo>
                  <a:cubicBezTo>
                    <a:pt x="332" y="16"/>
                    <a:pt x="374" y="6"/>
                    <a:pt x="404" y="3"/>
                  </a:cubicBezTo>
                  <a:cubicBezTo>
                    <a:pt x="434" y="0"/>
                    <a:pt x="428" y="0"/>
                    <a:pt x="447" y="1"/>
                  </a:cubicBezTo>
                  <a:cubicBezTo>
                    <a:pt x="466" y="2"/>
                    <a:pt x="495" y="3"/>
                    <a:pt x="516" y="10"/>
                  </a:cubicBezTo>
                  <a:cubicBezTo>
                    <a:pt x="538" y="17"/>
                    <a:pt x="555" y="27"/>
                    <a:pt x="573" y="40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15"/>
            <p:cNvSpPr txBox="1">
              <a:spLocks noChangeArrowheads="1"/>
            </p:cNvSpPr>
            <p:nvPr/>
          </p:nvSpPr>
          <p:spPr bwMode="auto">
            <a:xfrm>
              <a:off x="1424" y="1317"/>
              <a:ext cx="4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52" name="Group 61"/>
          <p:cNvGrpSpPr>
            <a:grpSpLocks/>
          </p:cNvGrpSpPr>
          <p:nvPr/>
        </p:nvGrpSpPr>
        <p:grpSpPr bwMode="auto">
          <a:xfrm>
            <a:off x="4426219" y="2369940"/>
            <a:ext cx="457200" cy="396875"/>
            <a:chOff x="1656" y="1479"/>
            <a:chExt cx="288" cy="250"/>
          </a:xfrm>
        </p:grpSpPr>
        <p:sp>
          <p:nvSpPr>
            <p:cNvPr id="53" name="Text Box 16"/>
            <p:cNvSpPr txBox="1">
              <a:spLocks noChangeArrowheads="1"/>
            </p:cNvSpPr>
            <p:nvPr/>
          </p:nvSpPr>
          <p:spPr bwMode="auto">
            <a:xfrm>
              <a:off x="1676" y="1479"/>
              <a:ext cx="2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54" name="Oval 17"/>
            <p:cNvSpPr>
              <a:spLocks noChangeArrowheads="1"/>
            </p:cNvSpPr>
            <p:nvPr/>
          </p:nvSpPr>
          <p:spPr bwMode="auto">
            <a:xfrm>
              <a:off x="1656" y="1608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Group 59"/>
          <p:cNvGrpSpPr>
            <a:grpSpLocks/>
          </p:cNvGrpSpPr>
          <p:nvPr/>
        </p:nvGrpSpPr>
        <p:grpSpPr bwMode="auto">
          <a:xfrm>
            <a:off x="3321319" y="1063427"/>
            <a:ext cx="2328863" cy="2409825"/>
            <a:chOff x="960" y="656"/>
            <a:chExt cx="1467" cy="1518"/>
          </a:xfrm>
        </p:grpSpPr>
        <p:sp>
          <p:nvSpPr>
            <p:cNvPr id="56" name="Line 9"/>
            <p:cNvSpPr>
              <a:spLocks noChangeShapeType="1"/>
            </p:cNvSpPr>
            <p:nvPr/>
          </p:nvSpPr>
          <p:spPr bwMode="auto">
            <a:xfrm flipV="1">
              <a:off x="960" y="1896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Line 10"/>
            <p:cNvSpPr>
              <a:spLocks noChangeShapeType="1"/>
            </p:cNvSpPr>
            <p:nvPr/>
          </p:nvSpPr>
          <p:spPr bwMode="auto">
            <a:xfrm flipV="1">
              <a:off x="1248" y="768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38"/>
            <p:cNvSpPr>
              <a:spLocks noChangeArrowheads="1"/>
            </p:cNvSpPr>
            <p:nvPr/>
          </p:nvSpPr>
          <p:spPr bwMode="auto">
            <a:xfrm>
              <a:off x="2108" y="1858"/>
              <a:ext cx="3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39"/>
            <p:cNvSpPr>
              <a:spLocks noChangeArrowheads="1"/>
            </p:cNvSpPr>
            <p:nvPr/>
          </p:nvSpPr>
          <p:spPr bwMode="auto">
            <a:xfrm>
              <a:off x="1274" y="656"/>
              <a:ext cx="3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y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Group 62"/>
          <p:cNvGrpSpPr>
            <a:grpSpLocks/>
          </p:cNvGrpSpPr>
          <p:nvPr/>
        </p:nvGrpSpPr>
        <p:grpSpPr bwMode="auto">
          <a:xfrm>
            <a:off x="8044132" y="2482652"/>
            <a:ext cx="574675" cy="396875"/>
            <a:chOff x="3935" y="1550"/>
            <a:chExt cx="362" cy="250"/>
          </a:xfrm>
        </p:grpSpPr>
        <p:sp>
          <p:nvSpPr>
            <p:cNvPr id="61" name="Text Box 19"/>
            <p:cNvSpPr txBox="1">
              <a:spLocks noChangeArrowheads="1"/>
            </p:cNvSpPr>
            <p:nvPr/>
          </p:nvSpPr>
          <p:spPr bwMode="auto">
            <a:xfrm>
              <a:off x="3961" y="155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62" name="Oval 20"/>
            <p:cNvSpPr>
              <a:spLocks noChangeArrowheads="1"/>
            </p:cNvSpPr>
            <p:nvPr/>
          </p:nvSpPr>
          <p:spPr bwMode="auto">
            <a:xfrm>
              <a:off x="3935" y="167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6853507" y="1080890"/>
            <a:ext cx="2374900" cy="2390775"/>
            <a:chOff x="3185" y="667"/>
            <a:chExt cx="1496" cy="1506"/>
          </a:xfrm>
        </p:grpSpPr>
        <p:sp>
          <p:nvSpPr>
            <p:cNvPr id="64" name="Line 11"/>
            <p:cNvSpPr>
              <a:spLocks noChangeShapeType="1"/>
            </p:cNvSpPr>
            <p:nvPr/>
          </p:nvSpPr>
          <p:spPr bwMode="auto">
            <a:xfrm flipV="1">
              <a:off x="3185" y="1913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12"/>
            <p:cNvSpPr>
              <a:spLocks noChangeShapeType="1"/>
            </p:cNvSpPr>
            <p:nvPr/>
          </p:nvSpPr>
          <p:spPr bwMode="auto">
            <a:xfrm flipV="1">
              <a:off x="3473" y="767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40"/>
            <p:cNvSpPr>
              <a:spLocks noChangeArrowheads="1"/>
            </p:cNvSpPr>
            <p:nvPr/>
          </p:nvSpPr>
          <p:spPr bwMode="auto">
            <a:xfrm>
              <a:off x="4345" y="1869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41"/>
            <p:cNvSpPr>
              <a:spLocks noChangeArrowheads="1"/>
            </p:cNvSpPr>
            <p:nvPr/>
          </p:nvSpPr>
          <p:spPr bwMode="auto">
            <a:xfrm>
              <a:off x="3494" y="667"/>
              <a:ext cx="3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20734" y="1275358"/>
            <a:ext cx="2506663" cy="2824163"/>
            <a:chOff x="4723267" y="1275358"/>
            <a:chExt cx="2506663" cy="2824163"/>
          </a:xfrm>
        </p:grpSpPr>
        <p:sp>
          <p:nvSpPr>
            <p:cNvPr id="68" name="Arc 46"/>
            <p:cNvSpPr>
              <a:spLocks/>
            </p:cNvSpPr>
            <p:nvPr/>
          </p:nvSpPr>
          <p:spPr bwMode="auto">
            <a:xfrm rot="18989494">
              <a:off x="4723267" y="1275358"/>
              <a:ext cx="2506663" cy="282416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488"/>
                <a:gd name="T1" fmla="*/ 0 h 21600"/>
                <a:gd name="T2" fmla="*/ 21488 w 21488"/>
                <a:gd name="T3" fmla="*/ 19406 h 21600"/>
                <a:gd name="T4" fmla="*/ 0 w 2148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88" h="21600" fill="none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</a:path>
                <a:path w="21488" h="21600" stroke="0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9" name="Object 58"/>
            <p:cNvGraphicFramePr>
              <a:graphicFrameLocks/>
            </p:cNvGraphicFramePr>
            <p:nvPr/>
          </p:nvGraphicFramePr>
          <p:xfrm>
            <a:off x="5068768" y="2112448"/>
            <a:ext cx="11699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168200" imgH="342720" progId="Equation.3">
                    <p:embed/>
                  </p:oleObj>
                </mc:Choice>
                <mc:Fallback>
                  <p:oleObj name="公式" r:id="rId11" imgW="1168200" imgH="342720" progId="Equation.3">
                    <p:embed/>
                    <p:pic>
                      <p:nvPicPr>
                        <p:cNvPr id="69" name="Object 5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8768" y="2112448"/>
                          <a:ext cx="1169988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0" name="对象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139709"/>
              </p:ext>
            </p:extLst>
          </p:nvPr>
        </p:nvGraphicFramePr>
        <p:xfrm>
          <a:off x="1978025" y="5365750"/>
          <a:ext cx="60864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05040" imgH="203040" progId="Equation.DSMT4">
                  <p:embed/>
                </p:oleObj>
              </mc:Choice>
              <mc:Fallback>
                <p:oleObj name="Equation" r:id="rId13" imgW="2705040" imgH="203040" progId="Equation.DSMT4">
                  <p:embed/>
                  <p:pic>
                    <p:nvPicPr>
                      <p:cNvPr id="70" name="对象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5365750"/>
                        <a:ext cx="60864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5516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880003"/>
              </p:ext>
            </p:extLst>
          </p:nvPr>
        </p:nvGraphicFramePr>
        <p:xfrm>
          <a:off x="969963" y="2122488"/>
          <a:ext cx="10429875" cy="204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35360" imgH="914400" progId="Equation.DSMT4">
                  <p:embed/>
                </p:oleObj>
              </mc:Choice>
              <mc:Fallback>
                <p:oleObj name="Equation" r:id="rId3" imgW="4635360" imgH="9144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2122488"/>
                        <a:ext cx="10429875" cy="204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83432" y="1523256"/>
          <a:ext cx="26860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190440" progId="Equation.DSMT4">
                  <p:embed/>
                </p:oleObj>
              </mc:Choice>
              <mc:Fallback>
                <p:oleObj name="Equation" r:id="rId5" imgW="119376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1523256"/>
                        <a:ext cx="26860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复变函数的概念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74713" y="911225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160" imgH="203040" progId="Equation.DSMT4">
                  <p:embed/>
                </p:oleObj>
              </mc:Choice>
              <mc:Fallback>
                <p:oleObj name="Equation" r:id="rId7" imgW="74916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911225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9">
            <a:extLst>
              <a:ext uri="{FF2B5EF4-FFF2-40B4-BE49-F238E27FC236}">
                <a16:creationId xmlns:a16="http://schemas.microsoft.com/office/drawing/2014/main" id="{B1E534FA-150F-CDBA-48CE-FF206198DD5F}"/>
              </a:ext>
            </a:extLst>
          </p:cNvPr>
          <p:cNvGrpSpPr>
            <a:grpSpLocks/>
          </p:cNvGrpSpPr>
          <p:nvPr/>
        </p:nvGrpSpPr>
        <p:grpSpPr bwMode="auto">
          <a:xfrm>
            <a:off x="7536699" y="5160963"/>
            <a:ext cx="1023938" cy="1360488"/>
            <a:chOff x="3712" y="1263"/>
            <a:chExt cx="645" cy="857"/>
          </a:xfrm>
        </p:grpSpPr>
        <p:sp>
          <p:nvSpPr>
            <p:cNvPr id="3" name="Freeform 24">
              <a:extLst>
                <a:ext uri="{FF2B5EF4-FFF2-40B4-BE49-F238E27FC236}">
                  <a16:creationId xmlns:a16="http://schemas.microsoft.com/office/drawing/2014/main" id="{79F3FB3B-86B2-44FA-7652-05C7D08CE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1288"/>
              <a:ext cx="472" cy="832"/>
            </a:xfrm>
            <a:custGeom>
              <a:avLst/>
              <a:gdLst>
                <a:gd name="T0" fmla="*/ 337 w 448"/>
                <a:gd name="T1" fmla="*/ 14 h 809"/>
                <a:gd name="T2" fmla="*/ 397 w 448"/>
                <a:gd name="T3" fmla="*/ 86 h 809"/>
                <a:gd name="T4" fmla="*/ 445 w 448"/>
                <a:gd name="T5" fmla="*/ 299 h 809"/>
                <a:gd name="T6" fmla="*/ 415 w 448"/>
                <a:gd name="T7" fmla="*/ 545 h 809"/>
                <a:gd name="T8" fmla="*/ 361 w 448"/>
                <a:gd name="T9" fmla="*/ 671 h 809"/>
                <a:gd name="T10" fmla="*/ 292 w 448"/>
                <a:gd name="T11" fmla="*/ 764 h 809"/>
                <a:gd name="T12" fmla="*/ 244 w 448"/>
                <a:gd name="T13" fmla="*/ 797 h 809"/>
                <a:gd name="T14" fmla="*/ 181 w 448"/>
                <a:gd name="T15" fmla="*/ 809 h 809"/>
                <a:gd name="T16" fmla="*/ 133 w 448"/>
                <a:gd name="T17" fmla="*/ 800 h 809"/>
                <a:gd name="T18" fmla="*/ 109 w 448"/>
                <a:gd name="T19" fmla="*/ 767 h 809"/>
                <a:gd name="T20" fmla="*/ 109 w 448"/>
                <a:gd name="T21" fmla="*/ 707 h 809"/>
                <a:gd name="T22" fmla="*/ 106 w 448"/>
                <a:gd name="T23" fmla="*/ 638 h 809"/>
                <a:gd name="T24" fmla="*/ 67 w 448"/>
                <a:gd name="T25" fmla="*/ 506 h 809"/>
                <a:gd name="T26" fmla="*/ 13 w 448"/>
                <a:gd name="T27" fmla="*/ 410 h 809"/>
                <a:gd name="T28" fmla="*/ 4 w 448"/>
                <a:gd name="T29" fmla="*/ 305 h 809"/>
                <a:gd name="T30" fmla="*/ 40 w 448"/>
                <a:gd name="T31" fmla="*/ 173 h 809"/>
                <a:gd name="T32" fmla="*/ 106 w 448"/>
                <a:gd name="T33" fmla="*/ 86 h 809"/>
                <a:gd name="T34" fmla="*/ 196 w 448"/>
                <a:gd name="T35" fmla="*/ 17 h 809"/>
                <a:gd name="T36" fmla="*/ 274 w 448"/>
                <a:gd name="T37" fmla="*/ 5 h 809"/>
                <a:gd name="T38" fmla="*/ 337 w 448"/>
                <a:gd name="T39" fmla="*/ 1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8" h="809">
                  <a:moveTo>
                    <a:pt x="337" y="14"/>
                  </a:moveTo>
                  <a:cubicBezTo>
                    <a:pt x="357" y="28"/>
                    <a:pt x="379" y="39"/>
                    <a:pt x="397" y="86"/>
                  </a:cubicBezTo>
                  <a:cubicBezTo>
                    <a:pt x="415" y="133"/>
                    <a:pt x="442" y="223"/>
                    <a:pt x="445" y="299"/>
                  </a:cubicBezTo>
                  <a:cubicBezTo>
                    <a:pt x="448" y="375"/>
                    <a:pt x="429" y="483"/>
                    <a:pt x="415" y="545"/>
                  </a:cubicBezTo>
                  <a:cubicBezTo>
                    <a:pt x="401" y="607"/>
                    <a:pt x="382" y="634"/>
                    <a:pt x="361" y="671"/>
                  </a:cubicBezTo>
                  <a:cubicBezTo>
                    <a:pt x="340" y="708"/>
                    <a:pt x="311" y="743"/>
                    <a:pt x="292" y="764"/>
                  </a:cubicBezTo>
                  <a:cubicBezTo>
                    <a:pt x="273" y="785"/>
                    <a:pt x="262" y="790"/>
                    <a:pt x="244" y="797"/>
                  </a:cubicBezTo>
                  <a:cubicBezTo>
                    <a:pt x="226" y="804"/>
                    <a:pt x="199" y="809"/>
                    <a:pt x="181" y="809"/>
                  </a:cubicBezTo>
                  <a:cubicBezTo>
                    <a:pt x="163" y="809"/>
                    <a:pt x="145" y="807"/>
                    <a:pt x="133" y="800"/>
                  </a:cubicBezTo>
                  <a:cubicBezTo>
                    <a:pt x="121" y="793"/>
                    <a:pt x="113" y="782"/>
                    <a:pt x="109" y="767"/>
                  </a:cubicBezTo>
                  <a:cubicBezTo>
                    <a:pt x="105" y="752"/>
                    <a:pt x="109" y="728"/>
                    <a:pt x="109" y="707"/>
                  </a:cubicBezTo>
                  <a:cubicBezTo>
                    <a:pt x="109" y="686"/>
                    <a:pt x="113" y="671"/>
                    <a:pt x="106" y="638"/>
                  </a:cubicBezTo>
                  <a:cubicBezTo>
                    <a:pt x="99" y="605"/>
                    <a:pt x="82" y="544"/>
                    <a:pt x="67" y="506"/>
                  </a:cubicBezTo>
                  <a:cubicBezTo>
                    <a:pt x="52" y="468"/>
                    <a:pt x="23" y="443"/>
                    <a:pt x="13" y="410"/>
                  </a:cubicBezTo>
                  <a:cubicBezTo>
                    <a:pt x="3" y="377"/>
                    <a:pt x="0" y="344"/>
                    <a:pt x="4" y="305"/>
                  </a:cubicBezTo>
                  <a:cubicBezTo>
                    <a:pt x="8" y="266"/>
                    <a:pt x="23" y="209"/>
                    <a:pt x="40" y="173"/>
                  </a:cubicBezTo>
                  <a:cubicBezTo>
                    <a:pt x="57" y="137"/>
                    <a:pt x="80" y="112"/>
                    <a:pt x="106" y="86"/>
                  </a:cubicBezTo>
                  <a:cubicBezTo>
                    <a:pt x="132" y="60"/>
                    <a:pt x="168" y="30"/>
                    <a:pt x="196" y="17"/>
                  </a:cubicBezTo>
                  <a:cubicBezTo>
                    <a:pt x="224" y="4"/>
                    <a:pt x="251" y="5"/>
                    <a:pt x="274" y="5"/>
                  </a:cubicBezTo>
                  <a:cubicBezTo>
                    <a:pt x="297" y="5"/>
                    <a:pt x="317" y="0"/>
                    <a:pt x="337" y="14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68">
              <a:extLst>
                <a:ext uri="{FF2B5EF4-FFF2-40B4-BE49-F238E27FC236}">
                  <a16:creationId xmlns:a16="http://schemas.microsoft.com/office/drawing/2014/main" id="{48ED12ED-D3F6-0E41-013B-1F695F826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" y="1263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F</a:t>
              </a:r>
              <a:endParaRPr lang="zh-CN" altLang="en-US" sz="20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6">
            <a:extLst>
              <a:ext uri="{FF2B5EF4-FFF2-40B4-BE49-F238E27FC236}">
                <a16:creationId xmlns:a16="http://schemas.microsoft.com/office/drawing/2014/main" id="{B60636C2-02DB-5B09-5057-C4C6E3E464DD}"/>
              </a:ext>
            </a:extLst>
          </p:cNvPr>
          <p:cNvGrpSpPr>
            <a:grpSpLocks/>
          </p:cNvGrpSpPr>
          <p:nvPr/>
        </p:nvGrpSpPr>
        <p:grpSpPr bwMode="auto">
          <a:xfrm>
            <a:off x="4385509" y="4414838"/>
            <a:ext cx="1058862" cy="419100"/>
            <a:chOff x="1482" y="870"/>
            <a:chExt cx="667" cy="264"/>
          </a:xfrm>
        </p:grpSpPr>
        <p:sp>
          <p:nvSpPr>
            <p:cNvPr id="6" name="Rectangle 34">
              <a:extLst>
                <a:ext uri="{FF2B5EF4-FFF2-40B4-BE49-F238E27FC236}">
                  <a16:creationId xmlns:a16="http://schemas.microsoft.com/office/drawing/2014/main" id="{40B84632-C8E0-20A4-85EB-1A07643FF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0" y="884"/>
              <a:ext cx="5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7" name="Rectangle 35">
              <a:extLst>
                <a:ext uri="{FF2B5EF4-FFF2-40B4-BE49-F238E27FC236}">
                  <a16:creationId xmlns:a16="http://schemas.microsoft.com/office/drawing/2014/main" id="{18101CBE-69F4-EA59-077E-C66FDA652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" y="870"/>
              <a:ext cx="29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endParaRPr kumimoji="1" lang="zh-CN" altLang="en-US" sz="2000" b="1" i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 57">
            <a:extLst>
              <a:ext uri="{FF2B5EF4-FFF2-40B4-BE49-F238E27FC236}">
                <a16:creationId xmlns:a16="http://schemas.microsoft.com/office/drawing/2014/main" id="{3C0893CD-991D-F272-BA6C-FBBAAEEC545D}"/>
              </a:ext>
            </a:extLst>
          </p:cNvPr>
          <p:cNvGrpSpPr>
            <a:grpSpLocks/>
          </p:cNvGrpSpPr>
          <p:nvPr/>
        </p:nvGrpSpPr>
        <p:grpSpPr bwMode="auto">
          <a:xfrm>
            <a:off x="7933574" y="4383089"/>
            <a:ext cx="1249363" cy="404813"/>
            <a:chOff x="3913" y="843"/>
            <a:chExt cx="787" cy="255"/>
          </a:xfrm>
        </p:grpSpPr>
        <p:sp>
          <p:nvSpPr>
            <p:cNvPr id="13" name="Rectangle 36">
              <a:extLst>
                <a:ext uri="{FF2B5EF4-FFF2-40B4-BE49-F238E27FC236}">
                  <a16:creationId xmlns:a16="http://schemas.microsoft.com/office/drawing/2014/main" id="{50082346-EE1C-9B7B-7570-0FEBA54D3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848"/>
              <a:ext cx="6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14" name="Rectangle 37">
              <a:extLst>
                <a:ext uri="{FF2B5EF4-FFF2-40B4-BE49-F238E27FC236}">
                  <a16:creationId xmlns:a16="http://schemas.microsoft.com/office/drawing/2014/main" id="{D9D67E13-8C8A-9014-F3F7-BD697EA06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843"/>
              <a:ext cx="3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  <a:endParaRPr kumimoji="1" lang="zh-CN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 66">
            <a:extLst>
              <a:ext uri="{FF2B5EF4-FFF2-40B4-BE49-F238E27FC236}">
                <a16:creationId xmlns:a16="http://schemas.microsoft.com/office/drawing/2014/main" id="{97D4EB2C-B66B-D109-9E2F-452C025DF2E4}"/>
              </a:ext>
            </a:extLst>
          </p:cNvPr>
          <p:cNvGrpSpPr>
            <a:grpSpLocks/>
          </p:cNvGrpSpPr>
          <p:nvPr/>
        </p:nvGrpSpPr>
        <p:grpSpPr bwMode="auto">
          <a:xfrm>
            <a:off x="3228222" y="5068888"/>
            <a:ext cx="1449388" cy="1473200"/>
            <a:chOff x="998" y="1205"/>
            <a:chExt cx="913" cy="928"/>
          </a:xfrm>
        </p:grpSpPr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25C67F32-BE17-C70E-CD6E-A8ECFE16263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13" y="1289"/>
              <a:ext cx="798" cy="844"/>
            </a:xfrm>
            <a:custGeom>
              <a:avLst/>
              <a:gdLst>
                <a:gd name="T0" fmla="*/ 573 w 776"/>
                <a:gd name="T1" fmla="*/ 40 h 821"/>
                <a:gd name="T2" fmla="*/ 600 w 776"/>
                <a:gd name="T3" fmla="*/ 66 h 821"/>
                <a:gd name="T4" fmla="*/ 623 w 776"/>
                <a:gd name="T5" fmla="*/ 90 h 821"/>
                <a:gd name="T6" fmla="*/ 650 w 776"/>
                <a:gd name="T7" fmla="*/ 127 h 821"/>
                <a:gd name="T8" fmla="*/ 678 w 776"/>
                <a:gd name="T9" fmla="*/ 190 h 821"/>
                <a:gd name="T10" fmla="*/ 704 w 776"/>
                <a:gd name="T11" fmla="*/ 256 h 821"/>
                <a:gd name="T12" fmla="*/ 740 w 776"/>
                <a:gd name="T13" fmla="*/ 367 h 821"/>
                <a:gd name="T14" fmla="*/ 756 w 776"/>
                <a:gd name="T15" fmla="*/ 438 h 821"/>
                <a:gd name="T16" fmla="*/ 768 w 776"/>
                <a:gd name="T17" fmla="*/ 514 h 821"/>
                <a:gd name="T18" fmla="*/ 747 w 776"/>
                <a:gd name="T19" fmla="*/ 706 h 821"/>
                <a:gd name="T20" fmla="*/ 686 w 776"/>
                <a:gd name="T21" fmla="*/ 774 h 821"/>
                <a:gd name="T22" fmla="*/ 581 w 776"/>
                <a:gd name="T23" fmla="*/ 814 h 821"/>
                <a:gd name="T24" fmla="*/ 527 w 776"/>
                <a:gd name="T25" fmla="*/ 816 h 821"/>
                <a:gd name="T26" fmla="*/ 488 w 776"/>
                <a:gd name="T27" fmla="*/ 781 h 821"/>
                <a:gd name="T28" fmla="*/ 471 w 776"/>
                <a:gd name="T29" fmla="*/ 750 h 821"/>
                <a:gd name="T30" fmla="*/ 461 w 776"/>
                <a:gd name="T31" fmla="*/ 717 h 821"/>
                <a:gd name="T32" fmla="*/ 459 w 776"/>
                <a:gd name="T33" fmla="*/ 693 h 821"/>
                <a:gd name="T34" fmla="*/ 453 w 776"/>
                <a:gd name="T35" fmla="*/ 639 h 821"/>
                <a:gd name="T36" fmla="*/ 417 w 776"/>
                <a:gd name="T37" fmla="*/ 544 h 821"/>
                <a:gd name="T38" fmla="*/ 381 w 776"/>
                <a:gd name="T39" fmla="*/ 499 h 821"/>
                <a:gd name="T40" fmla="*/ 329 w 776"/>
                <a:gd name="T41" fmla="*/ 462 h 821"/>
                <a:gd name="T42" fmla="*/ 276 w 776"/>
                <a:gd name="T43" fmla="*/ 448 h 821"/>
                <a:gd name="T44" fmla="*/ 200 w 776"/>
                <a:gd name="T45" fmla="*/ 427 h 821"/>
                <a:gd name="T46" fmla="*/ 141 w 776"/>
                <a:gd name="T47" fmla="*/ 411 h 821"/>
                <a:gd name="T48" fmla="*/ 69 w 776"/>
                <a:gd name="T49" fmla="*/ 379 h 821"/>
                <a:gd name="T50" fmla="*/ 29 w 776"/>
                <a:gd name="T51" fmla="*/ 339 h 821"/>
                <a:gd name="T52" fmla="*/ 9 w 776"/>
                <a:gd name="T53" fmla="*/ 300 h 821"/>
                <a:gd name="T54" fmla="*/ 2 w 776"/>
                <a:gd name="T55" fmla="*/ 249 h 821"/>
                <a:gd name="T56" fmla="*/ 21 w 776"/>
                <a:gd name="T57" fmla="*/ 192 h 821"/>
                <a:gd name="T58" fmla="*/ 99 w 776"/>
                <a:gd name="T59" fmla="*/ 118 h 821"/>
                <a:gd name="T60" fmla="*/ 180 w 776"/>
                <a:gd name="T61" fmla="*/ 63 h 821"/>
                <a:gd name="T62" fmla="*/ 284 w 776"/>
                <a:gd name="T63" fmla="*/ 25 h 821"/>
                <a:gd name="T64" fmla="*/ 404 w 776"/>
                <a:gd name="T65" fmla="*/ 3 h 821"/>
                <a:gd name="T66" fmla="*/ 447 w 776"/>
                <a:gd name="T67" fmla="*/ 1 h 821"/>
                <a:gd name="T68" fmla="*/ 516 w 776"/>
                <a:gd name="T69" fmla="*/ 10 h 821"/>
                <a:gd name="T70" fmla="*/ 573 w 776"/>
                <a:gd name="T71" fmla="*/ 4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6" h="821">
                  <a:moveTo>
                    <a:pt x="573" y="40"/>
                  </a:moveTo>
                  <a:cubicBezTo>
                    <a:pt x="586" y="49"/>
                    <a:pt x="592" y="58"/>
                    <a:pt x="600" y="66"/>
                  </a:cubicBezTo>
                  <a:cubicBezTo>
                    <a:pt x="608" y="74"/>
                    <a:pt x="615" y="80"/>
                    <a:pt x="623" y="90"/>
                  </a:cubicBezTo>
                  <a:cubicBezTo>
                    <a:pt x="630" y="101"/>
                    <a:pt x="641" y="110"/>
                    <a:pt x="650" y="127"/>
                  </a:cubicBezTo>
                  <a:cubicBezTo>
                    <a:pt x="659" y="144"/>
                    <a:pt x="668" y="169"/>
                    <a:pt x="678" y="190"/>
                  </a:cubicBezTo>
                  <a:cubicBezTo>
                    <a:pt x="686" y="213"/>
                    <a:pt x="696" y="233"/>
                    <a:pt x="704" y="256"/>
                  </a:cubicBezTo>
                  <a:cubicBezTo>
                    <a:pt x="715" y="288"/>
                    <a:pt x="736" y="338"/>
                    <a:pt x="740" y="367"/>
                  </a:cubicBezTo>
                  <a:cubicBezTo>
                    <a:pt x="744" y="396"/>
                    <a:pt x="753" y="421"/>
                    <a:pt x="756" y="438"/>
                  </a:cubicBezTo>
                  <a:cubicBezTo>
                    <a:pt x="759" y="455"/>
                    <a:pt x="760" y="437"/>
                    <a:pt x="768" y="514"/>
                  </a:cubicBezTo>
                  <a:cubicBezTo>
                    <a:pt x="776" y="591"/>
                    <a:pt x="761" y="663"/>
                    <a:pt x="747" y="706"/>
                  </a:cubicBezTo>
                  <a:cubicBezTo>
                    <a:pt x="733" y="749"/>
                    <a:pt x="714" y="756"/>
                    <a:pt x="686" y="774"/>
                  </a:cubicBezTo>
                  <a:cubicBezTo>
                    <a:pt x="658" y="792"/>
                    <a:pt x="608" y="808"/>
                    <a:pt x="581" y="814"/>
                  </a:cubicBezTo>
                  <a:cubicBezTo>
                    <a:pt x="554" y="820"/>
                    <a:pt x="542" y="821"/>
                    <a:pt x="527" y="816"/>
                  </a:cubicBezTo>
                  <a:cubicBezTo>
                    <a:pt x="512" y="811"/>
                    <a:pt x="497" y="792"/>
                    <a:pt x="488" y="781"/>
                  </a:cubicBezTo>
                  <a:cubicBezTo>
                    <a:pt x="479" y="770"/>
                    <a:pt x="475" y="761"/>
                    <a:pt x="471" y="750"/>
                  </a:cubicBezTo>
                  <a:cubicBezTo>
                    <a:pt x="467" y="739"/>
                    <a:pt x="463" y="726"/>
                    <a:pt x="461" y="717"/>
                  </a:cubicBezTo>
                  <a:cubicBezTo>
                    <a:pt x="459" y="708"/>
                    <a:pt x="460" y="706"/>
                    <a:pt x="459" y="693"/>
                  </a:cubicBezTo>
                  <a:cubicBezTo>
                    <a:pt x="458" y="680"/>
                    <a:pt x="460" y="664"/>
                    <a:pt x="453" y="639"/>
                  </a:cubicBezTo>
                  <a:cubicBezTo>
                    <a:pt x="446" y="614"/>
                    <a:pt x="429" y="567"/>
                    <a:pt x="417" y="544"/>
                  </a:cubicBezTo>
                  <a:cubicBezTo>
                    <a:pt x="407" y="523"/>
                    <a:pt x="393" y="517"/>
                    <a:pt x="381" y="499"/>
                  </a:cubicBezTo>
                  <a:cubicBezTo>
                    <a:pt x="366" y="485"/>
                    <a:pt x="346" y="470"/>
                    <a:pt x="329" y="462"/>
                  </a:cubicBezTo>
                  <a:cubicBezTo>
                    <a:pt x="312" y="459"/>
                    <a:pt x="293" y="449"/>
                    <a:pt x="276" y="448"/>
                  </a:cubicBezTo>
                  <a:cubicBezTo>
                    <a:pt x="251" y="442"/>
                    <a:pt x="225" y="434"/>
                    <a:pt x="200" y="427"/>
                  </a:cubicBezTo>
                  <a:cubicBezTo>
                    <a:pt x="178" y="421"/>
                    <a:pt x="163" y="419"/>
                    <a:pt x="141" y="411"/>
                  </a:cubicBezTo>
                  <a:cubicBezTo>
                    <a:pt x="119" y="403"/>
                    <a:pt x="79" y="386"/>
                    <a:pt x="69" y="379"/>
                  </a:cubicBezTo>
                  <a:cubicBezTo>
                    <a:pt x="50" y="367"/>
                    <a:pt x="36" y="350"/>
                    <a:pt x="29" y="339"/>
                  </a:cubicBezTo>
                  <a:cubicBezTo>
                    <a:pt x="22" y="327"/>
                    <a:pt x="13" y="315"/>
                    <a:pt x="9" y="300"/>
                  </a:cubicBezTo>
                  <a:cubicBezTo>
                    <a:pt x="7" y="291"/>
                    <a:pt x="0" y="267"/>
                    <a:pt x="2" y="249"/>
                  </a:cubicBezTo>
                  <a:cubicBezTo>
                    <a:pt x="4" y="231"/>
                    <a:pt x="5" y="214"/>
                    <a:pt x="21" y="192"/>
                  </a:cubicBezTo>
                  <a:cubicBezTo>
                    <a:pt x="33" y="175"/>
                    <a:pt x="83" y="128"/>
                    <a:pt x="99" y="118"/>
                  </a:cubicBezTo>
                  <a:cubicBezTo>
                    <a:pt x="124" y="99"/>
                    <a:pt x="150" y="73"/>
                    <a:pt x="180" y="63"/>
                  </a:cubicBezTo>
                  <a:cubicBezTo>
                    <a:pt x="211" y="48"/>
                    <a:pt x="247" y="35"/>
                    <a:pt x="284" y="25"/>
                  </a:cubicBezTo>
                  <a:cubicBezTo>
                    <a:pt x="332" y="16"/>
                    <a:pt x="374" y="6"/>
                    <a:pt x="404" y="3"/>
                  </a:cubicBezTo>
                  <a:cubicBezTo>
                    <a:pt x="434" y="0"/>
                    <a:pt x="428" y="0"/>
                    <a:pt x="447" y="1"/>
                  </a:cubicBezTo>
                  <a:cubicBezTo>
                    <a:pt x="466" y="2"/>
                    <a:pt x="495" y="3"/>
                    <a:pt x="516" y="10"/>
                  </a:cubicBezTo>
                  <a:cubicBezTo>
                    <a:pt x="538" y="17"/>
                    <a:pt x="555" y="27"/>
                    <a:pt x="573" y="40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F4DE267A-E3F7-51E7-2B4E-1A1150B14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205"/>
              <a:ext cx="4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8" name="Group 59">
            <a:extLst>
              <a:ext uri="{FF2B5EF4-FFF2-40B4-BE49-F238E27FC236}">
                <a16:creationId xmlns:a16="http://schemas.microsoft.com/office/drawing/2014/main" id="{B333FC73-C37C-DF9F-9836-3B8B065538F0}"/>
              </a:ext>
            </a:extLst>
          </p:cNvPr>
          <p:cNvGrpSpPr>
            <a:grpSpLocks/>
          </p:cNvGrpSpPr>
          <p:nvPr/>
        </p:nvGrpSpPr>
        <p:grpSpPr bwMode="auto">
          <a:xfrm>
            <a:off x="3167896" y="4197350"/>
            <a:ext cx="2328863" cy="2409825"/>
            <a:chOff x="960" y="656"/>
            <a:chExt cx="1467" cy="1518"/>
          </a:xfrm>
        </p:grpSpPr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D1328380-A62C-FF76-3CEE-3A57B0DD9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896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E8544CBE-49C3-098D-B364-DD00E0830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768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38">
              <a:extLst>
                <a:ext uri="{FF2B5EF4-FFF2-40B4-BE49-F238E27FC236}">
                  <a16:creationId xmlns:a16="http://schemas.microsoft.com/office/drawing/2014/main" id="{C1AAF4EA-240A-57BC-A0B9-E357AD23C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858"/>
              <a:ext cx="3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39">
              <a:extLst>
                <a:ext uri="{FF2B5EF4-FFF2-40B4-BE49-F238E27FC236}">
                  <a16:creationId xmlns:a16="http://schemas.microsoft.com/office/drawing/2014/main" id="{7AD010D6-3263-EE6F-3E87-C1C328174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656"/>
              <a:ext cx="3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y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Group 60">
            <a:extLst>
              <a:ext uri="{FF2B5EF4-FFF2-40B4-BE49-F238E27FC236}">
                <a16:creationId xmlns:a16="http://schemas.microsoft.com/office/drawing/2014/main" id="{1A542D7E-3A45-A811-2E41-B42686145292}"/>
              </a:ext>
            </a:extLst>
          </p:cNvPr>
          <p:cNvGrpSpPr>
            <a:grpSpLocks/>
          </p:cNvGrpSpPr>
          <p:nvPr/>
        </p:nvGrpSpPr>
        <p:grpSpPr bwMode="auto">
          <a:xfrm>
            <a:off x="6700084" y="4214813"/>
            <a:ext cx="2374900" cy="2390775"/>
            <a:chOff x="3185" y="667"/>
            <a:chExt cx="1496" cy="1506"/>
          </a:xfrm>
        </p:grpSpPr>
        <p:sp>
          <p:nvSpPr>
            <p:cNvPr id="25" name="Line 11">
              <a:extLst>
                <a:ext uri="{FF2B5EF4-FFF2-40B4-BE49-F238E27FC236}">
                  <a16:creationId xmlns:a16="http://schemas.microsoft.com/office/drawing/2014/main" id="{FF090936-8044-6FB0-5A38-F4B219FB0D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913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Line 12">
              <a:extLst>
                <a:ext uri="{FF2B5EF4-FFF2-40B4-BE49-F238E27FC236}">
                  <a16:creationId xmlns:a16="http://schemas.microsoft.com/office/drawing/2014/main" id="{04281C71-CBF2-D99D-1D46-5B30ECDD51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3" y="767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40">
              <a:extLst>
                <a:ext uri="{FF2B5EF4-FFF2-40B4-BE49-F238E27FC236}">
                  <a16:creationId xmlns:a16="http://schemas.microsoft.com/office/drawing/2014/main" id="{71E9C1BE-2277-58CC-1D2E-7BF4C74C2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1869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Rectangle 41">
              <a:extLst>
                <a:ext uri="{FF2B5EF4-FFF2-40B4-BE49-F238E27FC236}">
                  <a16:creationId xmlns:a16="http://schemas.microsoft.com/office/drawing/2014/main" id="{931A28D4-7A47-212F-6F28-6B273E481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667"/>
              <a:ext cx="3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D87AB0-D840-75F0-2707-4D5BB43B04C2}"/>
              </a:ext>
            </a:extLst>
          </p:cNvPr>
          <p:cNvGrpSpPr/>
          <p:nvPr/>
        </p:nvGrpSpPr>
        <p:grpSpPr>
          <a:xfrm>
            <a:off x="4967311" y="4409281"/>
            <a:ext cx="2506663" cy="2824163"/>
            <a:chOff x="4723267" y="1275358"/>
            <a:chExt cx="2506663" cy="2824163"/>
          </a:xfrm>
        </p:grpSpPr>
        <p:sp>
          <p:nvSpPr>
            <p:cNvPr id="30" name="Arc 46">
              <a:extLst>
                <a:ext uri="{FF2B5EF4-FFF2-40B4-BE49-F238E27FC236}">
                  <a16:creationId xmlns:a16="http://schemas.microsoft.com/office/drawing/2014/main" id="{E59D8C1D-6806-6920-0858-AB1B1E1CFAF1}"/>
                </a:ext>
              </a:extLst>
            </p:cNvPr>
            <p:cNvSpPr>
              <a:spLocks/>
            </p:cNvSpPr>
            <p:nvPr/>
          </p:nvSpPr>
          <p:spPr bwMode="auto">
            <a:xfrm rot="18989494">
              <a:off x="4723267" y="1275358"/>
              <a:ext cx="2506663" cy="282416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488"/>
                <a:gd name="T1" fmla="*/ 0 h 21600"/>
                <a:gd name="T2" fmla="*/ 21488 w 21488"/>
                <a:gd name="T3" fmla="*/ 19406 h 21600"/>
                <a:gd name="T4" fmla="*/ 0 w 2148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88" h="21600" fill="none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</a:path>
                <a:path w="21488" h="21600" stroke="0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2" name="Object 58">
              <a:extLst>
                <a:ext uri="{FF2B5EF4-FFF2-40B4-BE49-F238E27FC236}">
                  <a16:creationId xmlns:a16="http://schemas.microsoft.com/office/drawing/2014/main" id="{9E25418F-0362-5276-BA55-9FDEA948E86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49924905"/>
                </p:ext>
              </p:extLst>
            </p:nvPr>
          </p:nvGraphicFramePr>
          <p:xfrm>
            <a:off x="4890766" y="2001638"/>
            <a:ext cx="1805683" cy="328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117440" imgH="203040" progId="Equation.DSMT4">
                    <p:embed/>
                  </p:oleObj>
                </mc:Choice>
                <mc:Fallback>
                  <p:oleObj name="Equation" r:id="rId9" imgW="1117440" imgH="203040" progId="Equation.DSMT4">
                    <p:embed/>
                    <p:pic>
                      <p:nvPicPr>
                        <p:cNvPr id="69" name="Object 5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0766" y="2001638"/>
                          <a:ext cx="1805683" cy="32861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61">
            <a:extLst>
              <a:ext uri="{FF2B5EF4-FFF2-40B4-BE49-F238E27FC236}">
                <a16:creationId xmlns:a16="http://schemas.microsoft.com/office/drawing/2014/main" id="{4A822B81-0C28-44C8-2C04-2F43D0F0BB3E}"/>
              </a:ext>
            </a:extLst>
          </p:cNvPr>
          <p:cNvGrpSpPr>
            <a:grpSpLocks/>
          </p:cNvGrpSpPr>
          <p:nvPr/>
        </p:nvGrpSpPr>
        <p:grpSpPr bwMode="auto">
          <a:xfrm>
            <a:off x="4278933" y="5486401"/>
            <a:ext cx="457200" cy="396875"/>
            <a:chOff x="1656" y="1479"/>
            <a:chExt cx="288" cy="250"/>
          </a:xfrm>
        </p:grpSpPr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AF8A1602-1845-ECD8-126A-64CA6B8ED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" y="1479"/>
              <a:ext cx="2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35" name="Oval 17">
              <a:extLst>
                <a:ext uri="{FF2B5EF4-FFF2-40B4-BE49-F238E27FC236}">
                  <a16:creationId xmlns:a16="http://schemas.microsoft.com/office/drawing/2014/main" id="{4F828013-6F58-613B-9203-2E1EB462D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608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62">
            <a:extLst>
              <a:ext uri="{FF2B5EF4-FFF2-40B4-BE49-F238E27FC236}">
                <a16:creationId xmlns:a16="http://schemas.microsoft.com/office/drawing/2014/main" id="{78CB1B17-9141-2E3C-EFC7-1B5787D3C736}"/>
              </a:ext>
            </a:extLst>
          </p:cNvPr>
          <p:cNvGrpSpPr>
            <a:grpSpLocks/>
          </p:cNvGrpSpPr>
          <p:nvPr/>
        </p:nvGrpSpPr>
        <p:grpSpPr bwMode="auto">
          <a:xfrm>
            <a:off x="7896846" y="5599113"/>
            <a:ext cx="574675" cy="396875"/>
            <a:chOff x="3935" y="1550"/>
            <a:chExt cx="362" cy="250"/>
          </a:xfrm>
        </p:grpSpPr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0292F02A-A967-6F64-F14F-C385AB5EE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1" y="155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38" name="Oval 20">
              <a:extLst>
                <a:ext uri="{FF2B5EF4-FFF2-40B4-BE49-F238E27FC236}">
                  <a16:creationId xmlns:a16="http://schemas.microsoft.com/office/drawing/2014/main" id="{BB3DB0C6-F365-C559-E4B1-6D8F8351B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167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Arc 46">
            <a:extLst>
              <a:ext uri="{FF2B5EF4-FFF2-40B4-BE49-F238E27FC236}">
                <a16:creationId xmlns:a16="http://schemas.microsoft.com/office/drawing/2014/main" id="{97872B44-77BA-DFEA-1683-32E192C5DF91}"/>
              </a:ext>
            </a:extLst>
          </p:cNvPr>
          <p:cNvSpPr>
            <a:spLocks/>
          </p:cNvSpPr>
          <p:nvPr/>
        </p:nvSpPr>
        <p:spPr bwMode="auto">
          <a:xfrm rot="8219033">
            <a:off x="4756139" y="4350544"/>
            <a:ext cx="2506663" cy="28241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88"/>
              <a:gd name="T1" fmla="*/ 0 h 21600"/>
              <a:gd name="T2" fmla="*/ 21488 w 21488"/>
              <a:gd name="T3" fmla="*/ 19406 h 21600"/>
              <a:gd name="T4" fmla="*/ 0 w 2148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88" h="21600" fill="none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</a:path>
              <a:path w="21488" h="21600" stroke="0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D3575B1-F0D3-3C24-3D85-657D7B858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16945"/>
              </p:ext>
            </p:extLst>
          </p:nvPr>
        </p:nvGraphicFramePr>
        <p:xfrm>
          <a:off x="5670550" y="6124575"/>
          <a:ext cx="9445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83920" imgH="203040" progId="Equation.DSMT4">
                  <p:embed/>
                </p:oleObj>
              </mc:Choice>
              <mc:Fallback>
                <p:oleObj name="Equation" r:id="rId11" imgW="583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70550" y="6124575"/>
                        <a:ext cx="944563" cy="328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61">
            <a:extLst>
              <a:ext uri="{FF2B5EF4-FFF2-40B4-BE49-F238E27FC236}">
                <a16:creationId xmlns:a16="http://schemas.microsoft.com/office/drawing/2014/main" id="{6F463AED-1203-6716-1D9F-92A3182D39D9}"/>
              </a:ext>
            </a:extLst>
          </p:cNvPr>
          <p:cNvGrpSpPr>
            <a:grpSpLocks/>
          </p:cNvGrpSpPr>
          <p:nvPr/>
        </p:nvGrpSpPr>
        <p:grpSpPr bwMode="auto">
          <a:xfrm>
            <a:off x="3750320" y="5459413"/>
            <a:ext cx="457200" cy="396875"/>
            <a:chOff x="1656" y="1479"/>
            <a:chExt cx="288" cy="250"/>
          </a:xfrm>
        </p:grpSpPr>
        <p:sp>
          <p:nvSpPr>
            <p:cNvPr id="42" name="Text Box 16">
              <a:extLst>
                <a:ext uri="{FF2B5EF4-FFF2-40B4-BE49-F238E27FC236}">
                  <a16:creationId xmlns:a16="http://schemas.microsoft.com/office/drawing/2014/main" id="{0320C82B-66B6-C8C7-A14A-9F0F9F0BF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" y="1479"/>
              <a:ext cx="2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z’</a:t>
              </a:r>
            </a:p>
          </p:txBody>
        </p:sp>
        <p:sp>
          <p:nvSpPr>
            <p:cNvPr id="43" name="Oval 17">
              <a:extLst>
                <a:ext uri="{FF2B5EF4-FFF2-40B4-BE49-F238E27FC236}">
                  <a16:creationId xmlns:a16="http://schemas.microsoft.com/office/drawing/2014/main" id="{4A3E0B04-25DA-A88A-7ABF-00710E75D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608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Arc 46">
            <a:extLst>
              <a:ext uri="{FF2B5EF4-FFF2-40B4-BE49-F238E27FC236}">
                <a16:creationId xmlns:a16="http://schemas.microsoft.com/office/drawing/2014/main" id="{874B3B92-37F0-784F-61FF-ECC53AF76F19}"/>
              </a:ext>
            </a:extLst>
          </p:cNvPr>
          <p:cNvSpPr>
            <a:spLocks/>
          </p:cNvSpPr>
          <p:nvPr/>
        </p:nvSpPr>
        <p:spPr bwMode="auto">
          <a:xfrm rot="19057555">
            <a:off x="4520355" y="4214910"/>
            <a:ext cx="2940609" cy="3212904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88"/>
              <a:gd name="T1" fmla="*/ 0 h 21600"/>
              <a:gd name="T2" fmla="*/ 21488 w 21488"/>
              <a:gd name="T3" fmla="*/ 19406 h 21600"/>
              <a:gd name="T4" fmla="*/ 0 w 2148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88" h="21600" fill="none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</a:path>
              <a:path w="21488" h="21600" stroke="0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Arc 46">
            <a:extLst>
              <a:ext uri="{FF2B5EF4-FFF2-40B4-BE49-F238E27FC236}">
                <a16:creationId xmlns:a16="http://schemas.microsoft.com/office/drawing/2014/main" id="{F944058C-6F49-6EF9-BC79-AF07D5D0A13D}"/>
              </a:ext>
            </a:extLst>
          </p:cNvPr>
          <p:cNvSpPr>
            <a:spLocks/>
          </p:cNvSpPr>
          <p:nvPr/>
        </p:nvSpPr>
        <p:spPr bwMode="auto">
          <a:xfrm rot="8219033">
            <a:off x="4285244" y="4100894"/>
            <a:ext cx="2928479" cy="321320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88"/>
              <a:gd name="T1" fmla="*/ 0 h 21600"/>
              <a:gd name="T2" fmla="*/ 21488 w 21488"/>
              <a:gd name="T3" fmla="*/ 19406 h 21600"/>
              <a:gd name="T4" fmla="*/ 0 w 2148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88" h="21600" fill="none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</a:path>
              <a:path w="21488" h="21600" stroke="0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9D919C45-2853-8C8D-D084-23646BEDE3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341131"/>
              </p:ext>
            </p:extLst>
          </p:nvPr>
        </p:nvGraphicFramePr>
        <p:xfrm>
          <a:off x="4677610" y="6524668"/>
          <a:ext cx="987231" cy="315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34680" imgH="203040" progId="Equation.DSMT4">
                  <p:embed/>
                </p:oleObj>
              </mc:Choice>
              <mc:Fallback>
                <p:oleObj name="Equation" r:id="rId13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77610" y="6524668"/>
                        <a:ext cx="987231" cy="315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5181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3BFAE-731B-1488-98C3-406D1323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83AA4A2-D38C-0800-E6B1-8191C0BB4C4D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81D7B6D3-8AC6-9A82-2FEF-35F36A4409DC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CC016A57-996C-7ADB-2B49-68A70F5FF425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复变函数的概念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4323096-731B-B57D-E481-D27F852743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713" y="911225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9160" imgH="203040" progId="Equation.DSMT4">
                  <p:embed/>
                </p:oleObj>
              </mc:Choice>
              <mc:Fallback>
                <p:oleObj name="Equation" r:id="rId3" imgW="749160" imgH="2030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911225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4218D72F-4543-11F3-D653-000F92CA1C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819654"/>
              </p:ext>
            </p:extLst>
          </p:nvPr>
        </p:nvGraphicFramePr>
        <p:xfrm>
          <a:off x="1062038" y="2144713"/>
          <a:ext cx="101441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08280" imgH="444240" progId="Equation.DSMT4">
                  <p:embed/>
                </p:oleObj>
              </mc:Choice>
              <mc:Fallback>
                <p:oleObj name="Equation" r:id="rId5" imgW="4508280" imgH="444240" progId="Equation.DSMT4">
                  <p:embed/>
                  <p:pic>
                    <p:nvPicPr>
                      <p:cNvPr id="70" name="对象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2144713"/>
                        <a:ext cx="101441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770FE8DE-810A-66AE-9129-DCF8027588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830444"/>
              </p:ext>
            </p:extLst>
          </p:nvPr>
        </p:nvGraphicFramePr>
        <p:xfrm>
          <a:off x="966510" y="1557338"/>
          <a:ext cx="33718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203040" progId="Equation.DSMT4">
                  <p:embed/>
                </p:oleObj>
              </mc:Choice>
              <mc:Fallback>
                <p:oleObj name="Equation" r:id="rId7" imgW="1498320" imgH="203040" progId="Equation.DSMT4">
                  <p:embed/>
                  <p:pic>
                    <p:nvPicPr>
                      <p:cNvPr id="72" name="对象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510" y="1557338"/>
                        <a:ext cx="33718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69">
            <a:extLst>
              <a:ext uri="{FF2B5EF4-FFF2-40B4-BE49-F238E27FC236}">
                <a16:creationId xmlns:a16="http://schemas.microsoft.com/office/drawing/2014/main" id="{C44FF4D1-0202-C6BB-8713-79F2E7725D15}"/>
              </a:ext>
            </a:extLst>
          </p:cNvPr>
          <p:cNvGrpSpPr>
            <a:grpSpLocks/>
          </p:cNvGrpSpPr>
          <p:nvPr/>
        </p:nvGrpSpPr>
        <p:grpSpPr bwMode="auto">
          <a:xfrm>
            <a:off x="7542728" y="4619625"/>
            <a:ext cx="749300" cy="1320800"/>
            <a:chOff x="3712" y="1288"/>
            <a:chExt cx="472" cy="832"/>
          </a:xfrm>
        </p:grpSpPr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5034EE35-92D1-A3EA-A072-485078C9E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1288"/>
              <a:ext cx="472" cy="832"/>
            </a:xfrm>
            <a:custGeom>
              <a:avLst/>
              <a:gdLst>
                <a:gd name="T0" fmla="*/ 337 w 448"/>
                <a:gd name="T1" fmla="*/ 14 h 809"/>
                <a:gd name="T2" fmla="*/ 397 w 448"/>
                <a:gd name="T3" fmla="*/ 86 h 809"/>
                <a:gd name="T4" fmla="*/ 445 w 448"/>
                <a:gd name="T5" fmla="*/ 299 h 809"/>
                <a:gd name="T6" fmla="*/ 415 w 448"/>
                <a:gd name="T7" fmla="*/ 545 h 809"/>
                <a:gd name="T8" fmla="*/ 361 w 448"/>
                <a:gd name="T9" fmla="*/ 671 h 809"/>
                <a:gd name="T10" fmla="*/ 292 w 448"/>
                <a:gd name="T11" fmla="*/ 764 h 809"/>
                <a:gd name="T12" fmla="*/ 244 w 448"/>
                <a:gd name="T13" fmla="*/ 797 h 809"/>
                <a:gd name="T14" fmla="*/ 181 w 448"/>
                <a:gd name="T15" fmla="*/ 809 h 809"/>
                <a:gd name="T16" fmla="*/ 133 w 448"/>
                <a:gd name="T17" fmla="*/ 800 h 809"/>
                <a:gd name="T18" fmla="*/ 109 w 448"/>
                <a:gd name="T19" fmla="*/ 767 h 809"/>
                <a:gd name="T20" fmla="*/ 109 w 448"/>
                <a:gd name="T21" fmla="*/ 707 h 809"/>
                <a:gd name="T22" fmla="*/ 106 w 448"/>
                <a:gd name="T23" fmla="*/ 638 h 809"/>
                <a:gd name="T24" fmla="*/ 67 w 448"/>
                <a:gd name="T25" fmla="*/ 506 h 809"/>
                <a:gd name="T26" fmla="*/ 13 w 448"/>
                <a:gd name="T27" fmla="*/ 410 h 809"/>
                <a:gd name="T28" fmla="*/ 4 w 448"/>
                <a:gd name="T29" fmla="*/ 305 h 809"/>
                <a:gd name="T30" fmla="*/ 40 w 448"/>
                <a:gd name="T31" fmla="*/ 173 h 809"/>
                <a:gd name="T32" fmla="*/ 106 w 448"/>
                <a:gd name="T33" fmla="*/ 86 h 809"/>
                <a:gd name="T34" fmla="*/ 196 w 448"/>
                <a:gd name="T35" fmla="*/ 17 h 809"/>
                <a:gd name="T36" fmla="*/ 274 w 448"/>
                <a:gd name="T37" fmla="*/ 5 h 809"/>
                <a:gd name="T38" fmla="*/ 337 w 448"/>
                <a:gd name="T39" fmla="*/ 14 h 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48" h="809">
                  <a:moveTo>
                    <a:pt x="337" y="14"/>
                  </a:moveTo>
                  <a:cubicBezTo>
                    <a:pt x="357" y="28"/>
                    <a:pt x="379" y="39"/>
                    <a:pt x="397" y="86"/>
                  </a:cubicBezTo>
                  <a:cubicBezTo>
                    <a:pt x="415" y="133"/>
                    <a:pt x="442" y="223"/>
                    <a:pt x="445" y="299"/>
                  </a:cubicBezTo>
                  <a:cubicBezTo>
                    <a:pt x="448" y="375"/>
                    <a:pt x="429" y="483"/>
                    <a:pt x="415" y="545"/>
                  </a:cubicBezTo>
                  <a:cubicBezTo>
                    <a:pt x="401" y="607"/>
                    <a:pt x="382" y="634"/>
                    <a:pt x="361" y="671"/>
                  </a:cubicBezTo>
                  <a:cubicBezTo>
                    <a:pt x="340" y="708"/>
                    <a:pt x="311" y="743"/>
                    <a:pt x="292" y="764"/>
                  </a:cubicBezTo>
                  <a:cubicBezTo>
                    <a:pt x="273" y="785"/>
                    <a:pt x="262" y="790"/>
                    <a:pt x="244" y="797"/>
                  </a:cubicBezTo>
                  <a:cubicBezTo>
                    <a:pt x="226" y="804"/>
                    <a:pt x="199" y="809"/>
                    <a:pt x="181" y="809"/>
                  </a:cubicBezTo>
                  <a:cubicBezTo>
                    <a:pt x="163" y="809"/>
                    <a:pt x="145" y="807"/>
                    <a:pt x="133" y="800"/>
                  </a:cubicBezTo>
                  <a:cubicBezTo>
                    <a:pt x="121" y="793"/>
                    <a:pt x="113" y="782"/>
                    <a:pt x="109" y="767"/>
                  </a:cubicBezTo>
                  <a:cubicBezTo>
                    <a:pt x="105" y="752"/>
                    <a:pt x="109" y="728"/>
                    <a:pt x="109" y="707"/>
                  </a:cubicBezTo>
                  <a:cubicBezTo>
                    <a:pt x="109" y="686"/>
                    <a:pt x="113" y="671"/>
                    <a:pt x="106" y="638"/>
                  </a:cubicBezTo>
                  <a:cubicBezTo>
                    <a:pt x="99" y="605"/>
                    <a:pt x="82" y="544"/>
                    <a:pt x="67" y="506"/>
                  </a:cubicBezTo>
                  <a:cubicBezTo>
                    <a:pt x="52" y="468"/>
                    <a:pt x="23" y="443"/>
                    <a:pt x="13" y="410"/>
                  </a:cubicBezTo>
                  <a:cubicBezTo>
                    <a:pt x="3" y="377"/>
                    <a:pt x="0" y="344"/>
                    <a:pt x="4" y="305"/>
                  </a:cubicBezTo>
                  <a:cubicBezTo>
                    <a:pt x="8" y="266"/>
                    <a:pt x="23" y="209"/>
                    <a:pt x="40" y="173"/>
                  </a:cubicBezTo>
                  <a:cubicBezTo>
                    <a:pt x="57" y="137"/>
                    <a:pt x="80" y="112"/>
                    <a:pt x="106" y="86"/>
                  </a:cubicBezTo>
                  <a:cubicBezTo>
                    <a:pt x="132" y="60"/>
                    <a:pt x="168" y="30"/>
                    <a:pt x="196" y="17"/>
                  </a:cubicBezTo>
                  <a:cubicBezTo>
                    <a:pt x="224" y="4"/>
                    <a:pt x="251" y="5"/>
                    <a:pt x="274" y="5"/>
                  </a:cubicBezTo>
                  <a:cubicBezTo>
                    <a:pt x="297" y="5"/>
                    <a:pt x="317" y="0"/>
                    <a:pt x="337" y="14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68">
              <a:extLst>
                <a:ext uri="{FF2B5EF4-FFF2-40B4-BE49-F238E27FC236}">
                  <a16:creationId xmlns:a16="http://schemas.microsoft.com/office/drawing/2014/main" id="{9C85B4B8-B866-B1C6-79E4-9F636A02D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2" y="1305"/>
              <a:ext cx="22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F</a:t>
              </a:r>
              <a:endParaRPr lang="zh-CN" altLang="en-US" sz="20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Group 57">
            <a:extLst>
              <a:ext uri="{FF2B5EF4-FFF2-40B4-BE49-F238E27FC236}">
                <a16:creationId xmlns:a16="http://schemas.microsoft.com/office/drawing/2014/main" id="{B7CBED3D-2C62-D6CA-ED8D-CC9C537833F0}"/>
              </a:ext>
            </a:extLst>
          </p:cNvPr>
          <p:cNvGrpSpPr>
            <a:grpSpLocks/>
          </p:cNvGrpSpPr>
          <p:nvPr/>
        </p:nvGrpSpPr>
        <p:grpSpPr bwMode="auto">
          <a:xfrm>
            <a:off x="7939606" y="3802064"/>
            <a:ext cx="1249363" cy="404813"/>
            <a:chOff x="3913" y="843"/>
            <a:chExt cx="787" cy="255"/>
          </a:xfrm>
        </p:grpSpPr>
        <p:sp>
          <p:nvSpPr>
            <p:cNvPr id="56" name="Rectangle 36">
              <a:extLst>
                <a:ext uri="{FF2B5EF4-FFF2-40B4-BE49-F238E27FC236}">
                  <a16:creationId xmlns:a16="http://schemas.microsoft.com/office/drawing/2014/main" id="{8711C838-2C0E-B708-DD42-5732531A0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848"/>
              <a:ext cx="6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57" name="Rectangle 37">
              <a:extLst>
                <a:ext uri="{FF2B5EF4-FFF2-40B4-BE49-F238E27FC236}">
                  <a16:creationId xmlns:a16="http://schemas.microsoft.com/office/drawing/2014/main" id="{34811B9E-B8EB-0AAF-73AC-31FBE5263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843"/>
              <a:ext cx="3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  <a:endParaRPr kumimoji="1" lang="zh-CN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8" name="Group 66">
            <a:extLst>
              <a:ext uri="{FF2B5EF4-FFF2-40B4-BE49-F238E27FC236}">
                <a16:creationId xmlns:a16="http://schemas.microsoft.com/office/drawing/2014/main" id="{CD975231-ABA1-F09B-5A83-CD1A834FA0B6}"/>
              </a:ext>
            </a:extLst>
          </p:cNvPr>
          <p:cNvGrpSpPr>
            <a:grpSpLocks/>
          </p:cNvGrpSpPr>
          <p:nvPr/>
        </p:nvGrpSpPr>
        <p:grpSpPr bwMode="auto">
          <a:xfrm>
            <a:off x="3416816" y="4621213"/>
            <a:ext cx="1266825" cy="1339850"/>
            <a:chOff x="1113" y="1289"/>
            <a:chExt cx="798" cy="844"/>
          </a:xfrm>
        </p:grpSpPr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9231F9F0-78C9-7CEE-0135-E5E34CC7A92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113" y="1289"/>
              <a:ext cx="798" cy="844"/>
            </a:xfrm>
            <a:custGeom>
              <a:avLst/>
              <a:gdLst>
                <a:gd name="T0" fmla="*/ 573 w 776"/>
                <a:gd name="T1" fmla="*/ 40 h 821"/>
                <a:gd name="T2" fmla="*/ 600 w 776"/>
                <a:gd name="T3" fmla="*/ 66 h 821"/>
                <a:gd name="T4" fmla="*/ 623 w 776"/>
                <a:gd name="T5" fmla="*/ 90 h 821"/>
                <a:gd name="T6" fmla="*/ 650 w 776"/>
                <a:gd name="T7" fmla="*/ 127 h 821"/>
                <a:gd name="T8" fmla="*/ 678 w 776"/>
                <a:gd name="T9" fmla="*/ 190 h 821"/>
                <a:gd name="T10" fmla="*/ 704 w 776"/>
                <a:gd name="T11" fmla="*/ 256 h 821"/>
                <a:gd name="T12" fmla="*/ 740 w 776"/>
                <a:gd name="T13" fmla="*/ 367 h 821"/>
                <a:gd name="T14" fmla="*/ 756 w 776"/>
                <a:gd name="T15" fmla="*/ 438 h 821"/>
                <a:gd name="T16" fmla="*/ 768 w 776"/>
                <a:gd name="T17" fmla="*/ 514 h 821"/>
                <a:gd name="T18" fmla="*/ 747 w 776"/>
                <a:gd name="T19" fmla="*/ 706 h 821"/>
                <a:gd name="T20" fmla="*/ 686 w 776"/>
                <a:gd name="T21" fmla="*/ 774 h 821"/>
                <a:gd name="T22" fmla="*/ 581 w 776"/>
                <a:gd name="T23" fmla="*/ 814 h 821"/>
                <a:gd name="T24" fmla="*/ 527 w 776"/>
                <a:gd name="T25" fmla="*/ 816 h 821"/>
                <a:gd name="T26" fmla="*/ 488 w 776"/>
                <a:gd name="T27" fmla="*/ 781 h 821"/>
                <a:gd name="T28" fmla="*/ 471 w 776"/>
                <a:gd name="T29" fmla="*/ 750 h 821"/>
                <a:gd name="T30" fmla="*/ 461 w 776"/>
                <a:gd name="T31" fmla="*/ 717 h 821"/>
                <a:gd name="T32" fmla="*/ 459 w 776"/>
                <a:gd name="T33" fmla="*/ 693 h 821"/>
                <a:gd name="T34" fmla="*/ 453 w 776"/>
                <a:gd name="T35" fmla="*/ 639 h 821"/>
                <a:gd name="T36" fmla="*/ 417 w 776"/>
                <a:gd name="T37" fmla="*/ 544 h 821"/>
                <a:gd name="T38" fmla="*/ 381 w 776"/>
                <a:gd name="T39" fmla="*/ 499 h 821"/>
                <a:gd name="T40" fmla="*/ 329 w 776"/>
                <a:gd name="T41" fmla="*/ 462 h 821"/>
                <a:gd name="T42" fmla="*/ 276 w 776"/>
                <a:gd name="T43" fmla="*/ 448 h 821"/>
                <a:gd name="T44" fmla="*/ 200 w 776"/>
                <a:gd name="T45" fmla="*/ 427 h 821"/>
                <a:gd name="T46" fmla="*/ 141 w 776"/>
                <a:gd name="T47" fmla="*/ 411 h 821"/>
                <a:gd name="T48" fmla="*/ 69 w 776"/>
                <a:gd name="T49" fmla="*/ 379 h 821"/>
                <a:gd name="T50" fmla="*/ 29 w 776"/>
                <a:gd name="T51" fmla="*/ 339 h 821"/>
                <a:gd name="T52" fmla="*/ 9 w 776"/>
                <a:gd name="T53" fmla="*/ 300 h 821"/>
                <a:gd name="T54" fmla="*/ 2 w 776"/>
                <a:gd name="T55" fmla="*/ 249 h 821"/>
                <a:gd name="T56" fmla="*/ 21 w 776"/>
                <a:gd name="T57" fmla="*/ 192 h 821"/>
                <a:gd name="T58" fmla="*/ 99 w 776"/>
                <a:gd name="T59" fmla="*/ 118 h 821"/>
                <a:gd name="T60" fmla="*/ 180 w 776"/>
                <a:gd name="T61" fmla="*/ 63 h 821"/>
                <a:gd name="T62" fmla="*/ 284 w 776"/>
                <a:gd name="T63" fmla="*/ 25 h 821"/>
                <a:gd name="T64" fmla="*/ 404 w 776"/>
                <a:gd name="T65" fmla="*/ 3 h 821"/>
                <a:gd name="T66" fmla="*/ 447 w 776"/>
                <a:gd name="T67" fmla="*/ 1 h 821"/>
                <a:gd name="T68" fmla="*/ 516 w 776"/>
                <a:gd name="T69" fmla="*/ 10 h 821"/>
                <a:gd name="T70" fmla="*/ 573 w 776"/>
                <a:gd name="T71" fmla="*/ 4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76" h="821">
                  <a:moveTo>
                    <a:pt x="573" y="40"/>
                  </a:moveTo>
                  <a:cubicBezTo>
                    <a:pt x="586" y="49"/>
                    <a:pt x="592" y="58"/>
                    <a:pt x="600" y="66"/>
                  </a:cubicBezTo>
                  <a:cubicBezTo>
                    <a:pt x="608" y="74"/>
                    <a:pt x="615" y="80"/>
                    <a:pt x="623" y="90"/>
                  </a:cubicBezTo>
                  <a:cubicBezTo>
                    <a:pt x="630" y="101"/>
                    <a:pt x="641" y="110"/>
                    <a:pt x="650" y="127"/>
                  </a:cubicBezTo>
                  <a:cubicBezTo>
                    <a:pt x="659" y="144"/>
                    <a:pt x="668" y="169"/>
                    <a:pt x="678" y="190"/>
                  </a:cubicBezTo>
                  <a:cubicBezTo>
                    <a:pt x="686" y="213"/>
                    <a:pt x="696" y="233"/>
                    <a:pt x="704" y="256"/>
                  </a:cubicBezTo>
                  <a:cubicBezTo>
                    <a:pt x="715" y="288"/>
                    <a:pt x="736" y="338"/>
                    <a:pt x="740" y="367"/>
                  </a:cubicBezTo>
                  <a:cubicBezTo>
                    <a:pt x="744" y="396"/>
                    <a:pt x="753" y="421"/>
                    <a:pt x="756" y="438"/>
                  </a:cubicBezTo>
                  <a:cubicBezTo>
                    <a:pt x="759" y="455"/>
                    <a:pt x="760" y="437"/>
                    <a:pt x="768" y="514"/>
                  </a:cubicBezTo>
                  <a:cubicBezTo>
                    <a:pt x="776" y="591"/>
                    <a:pt x="761" y="663"/>
                    <a:pt x="747" y="706"/>
                  </a:cubicBezTo>
                  <a:cubicBezTo>
                    <a:pt x="733" y="749"/>
                    <a:pt x="714" y="756"/>
                    <a:pt x="686" y="774"/>
                  </a:cubicBezTo>
                  <a:cubicBezTo>
                    <a:pt x="658" y="792"/>
                    <a:pt x="608" y="808"/>
                    <a:pt x="581" y="814"/>
                  </a:cubicBezTo>
                  <a:cubicBezTo>
                    <a:pt x="554" y="820"/>
                    <a:pt x="542" y="821"/>
                    <a:pt x="527" y="816"/>
                  </a:cubicBezTo>
                  <a:cubicBezTo>
                    <a:pt x="512" y="811"/>
                    <a:pt x="497" y="792"/>
                    <a:pt x="488" y="781"/>
                  </a:cubicBezTo>
                  <a:cubicBezTo>
                    <a:pt x="479" y="770"/>
                    <a:pt x="475" y="761"/>
                    <a:pt x="471" y="750"/>
                  </a:cubicBezTo>
                  <a:cubicBezTo>
                    <a:pt x="467" y="739"/>
                    <a:pt x="463" y="726"/>
                    <a:pt x="461" y="717"/>
                  </a:cubicBezTo>
                  <a:cubicBezTo>
                    <a:pt x="459" y="708"/>
                    <a:pt x="460" y="706"/>
                    <a:pt x="459" y="693"/>
                  </a:cubicBezTo>
                  <a:cubicBezTo>
                    <a:pt x="458" y="680"/>
                    <a:pt x="460" y="664"/>
                    <a:pt x="453" y="639"/>
                  </a:cubicBezTo>
                  <a:cubicBezTo>
                    <a:pt x="446" y="614"/>
                    <a:pt x="429" y="567"/>
                    <a:pt x="417" y="544"/>
                  </a:cubicBezTo>
                  <a:cubicBezTo>
                    <a:pt x="407" y="523"/>
                    <a:pt x="393" y="517"/>
                    <a:pt x="381" y="499"/>
                  </a:cubicBezTo>
                  <a:cubicBezTo>
                    <a:pt x="366" y="485"/>
                    <a:pt x="346" y="470"/>
                    <a:pt x="329" y="462"/>
                  </a:cubicBezTo>
                  <a:cubicBezTo>
                    <a:pt x="312" y="459"/>
                    <a:pt x="293" y="449"/>
                    <a:pt x="276" y="448"/>
                  </a:cubicBezTo>
                  <a:cubicBezTo>
                    <a:pt x="251" y="442"/>
                    <a:pt x="225" y="434"/>
                    <a:pt x="200" y="427"/>
                  </a:cubicBezTo>
                  <a:cubicBezTo>
                    <a:pt x="178" y="421"/>
                    <a:pt x="163" y="419"/>
                    <a:pt x="141" y="411"/>
                  </a:cubicBezTo>
                  <a:cubicBezTo>
                    <a:pt x="119" y="403"/>
                    <a:pt x="79" y="386"/>
                    <a:pt x="69" y="379"/>
                  </a:cubicBezTo>
                  <a:cubicBezTo>
                    <a:pt x="50" y="367"/>
                    <a:pt x="36" y="350"/>
                    <a:pt x="29" y="339"/>
                  </a:cubicBezTo>
                  <a:cubicBezTo>
                    <a:pt x="22" y="327"/>
                    <a:pt x="13" y="315"/>
                    <a:pt x="9" y="300"/>
                  </a:cubicBezTo>
                  <a:cubicBezTo>
                    <a:pt x="7" y="291"/>
                    <a:pt x="0" y="267"/>
                    <a:pt x="2" y="249"/>
                  </a:cubicBezTo>
                  <a:cubicBezTo>
                    <a:pt x="4" y="231"/>
                    <a:pt x="5" y="214"/>
                    <a:pt x="21" y="192"/>
                  </a:cubicBezTo>
                  <a:cubicBezTo>
                    <a:pt x="33" y="175"/>
                    <a:pt x="83" y="128"/>
                    <a:pt x="99" y="118"/>
                  </a:cubicBezTo>
                  <a:cubicBezTo>
                    <a:pt x="124" y="99"/>
                    <a:pt x="150" y="73"/>
                    <a:pt x="180" y="63"/>
                  </a:cubicBezTo>
                  <a:cubicBezTo>
                    <a:pt x="211" y="48"/>
                    <a:pt x="247" y="35"/>
                    <a:pt x="284" y="25"/>
                  </a:cubicBezTo>
                  <a:cubicBezTo>
                    <a:pt x="332" y="16"/>
                    <a:pt x="374" y="6"/>
                    <a:pt x="404" y="3"/>
                  </a:cubicBezTo>
                  <a:cubicBezTo>
                    <a:pt x="434" y="0"/>
                    <a:pt x="428" y="0"/>
                    <a:pt x="447" y="1"/>
                  </a:cubicBezTo>
                  <a:cubicBezTo>
                    <a:pt x="466" y="2"/>
                    <a:pt x="495" y="3"/>
                    <a:pt x="516" y="10"/>
                  </a:cubicBezTo>
                  <a:cubicBezTo>
                    <a:pt x="538" y="17"/>
                    <a:pt x="555" y="27"/>
                    <a:pt x="573" y="40"/>
                  </a:cubicBezTo>
                  <a:close/>
                </a:path>
              </a:pathLst>
            </a:custGeom>
            <a:solidFill>
              <a:srgbClr val="FFDDDD"/>
            </a:solidFill>
            <a:ln w="19050" cap="flat" cmpd="sng">
              <a:solidFill>
                <a:srgbClr val="0000FF"/>
              </a:solidFill>
              <a:prstDash val="sys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15">
              <a:extLst>
                <a:ext uri="{FF2B5EF4-FFF2-40B4-BE49-F238E27FC236}">
                  <a16:creationId xmlns:a16="http://schemas.microsoft.com/office/drawing/2014/main" id="{CC879DEE-C3A7-41A2-9FEC-A09230AD1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1317"/>
              <a:ext cx="4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61" name="Group 61">
            <a:extLst>
              <a:ext uri="{FF2B5EF4-FFF2-40B4-BE49-F238E27FC236}">
                <a16:creationId xmlns:a16="http://schemas.microsoft.com/office/drawing/2014/main" id="{85D1CCD0-D7D3-0DE2-20C8-EF64BB344C4D}"/>
              </a:ext>
            </a:extLst>
          </p:cNvPr>
          <p:cNvGrpSpPr>
            <a:grpSpLocks/>
          </p:cNvGrpSpPr>
          <p:nvPr/>
        </p:nvGrpSpPr>
        <p:grpSpPr bwMode="auto">
          <a:xfrm>
            <a:off x="4278828" y="4922838"/>
            <a:ext cx="457200" cy="396875"/>
            <a:chOff x="1656" y="1479"/>
            <a:chExt cx="288" cy="250"/>
          </a:xfrm>
        </p:grpSpPr>
        <p:sp>
          <p:nvSpPr>
            <p:cNvPr id="62" name="Text Box 16">
              <a:extLst>
                <a:ext uri="{FF2B5EF4-FFF2-40B4-BE49-F238E27FC236}">
                  <a16:creationId xmlns:a16="http://schemas.microsoft.com/office/drawing/2014/main" id="{18F06731-AF03-813E-E6AB-9F8D96FA6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" y="1479"/>
              <a:ext cx="26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63" name="Oval 17">
              <a:extLst>
                <a:ext uri="{FF2B5EF4-FFF2-40B4-BE49-F238E27FC236}">
                  <a16:creationId xmlns:a16="http://schemas.microsoft.com/office/drawing/2014/main" id="{DD1E45EE-1AD8-A04B-54E0-1E9FA2F32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1608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Group 59">
            <a:extLst>
              <a:ext uri="{FF2B5EF4-FFF2-40B4-BE49-F238E27FC236}">
                <a16:creationId xmlns:a16="http://schemas.microsoft.com/office/drawing/2014/main" id="{A3F99B94-483B-DDAF-4CB4-67565DC8F451}"/>
              </a:ext>
            </a:extLst>
          </p:cNvPr>
          <p:cNvGrpSpPr>
            <a:grpSpLocks/>
          </p:cNvGrpSpPr>
          <p:nvPr/>
        </p:nvGrpSpPr>
        <p:grpSpPr bwMode="auto">
          <a:xfrm>
            <a:off x="3173928" y="3616325"/>
            <a:ext cx="2328863" cy="2409825"/>
            <a:chOff x="960" y="656"/>
            <a:chExt cx="1467" cy="1518"/>
          </a:xfrm>
        </p:grpSpPr>
        <p:sp>
          <p:nvSpPr>
            <p:cNvPr id="65" name="Line 9">
              <a:extLst>
                <a:ext uri="{FF2B5EF4-FFF2-40B4-BE49-F238E27FC236}">
                  <a16:creationId xmlns:a16="http://schemas.microsoft.com/office/drawing/2014/main" id="{E6593256-F23C-661E-926F-54BA3AC46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1896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CC17E921-8E2A-6751-2AF6-28145A847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768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38">
              <a:extLst>
                <a:ext uri="{FF2B5EF4-FFF2-40B4-BE49-F238E27FC236}">
                  <a16:creationId xmlns:a16="http://schemas.microsoft.com/office/drawing/2014/main" id="{2B033E91-754C-76B1-7AC4-50BDE538B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858"/>
              <a:ext cx="3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39">
              <a:extLst>
                <a:ext uri="{FF2B5EF4-FFF2-40B4-BE49-F238E27FC236}">
                  <a16:creationId xmlns:a16="http://schemas.microsoft.com/office/drawing/2014/main" id="{6D961E97-7C86-D74F-C7E4-110AD9D68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656"/>
              <a:ext cx="3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y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9" name="Group 62">
            <a:extLst>
              <a:ext uri="{FF2B5EF4-FFF2-40B4-BE49-F238E27FC236}">
                <a16:creationId xmlns:a16="http://schemas.microsoft.com/office/drawing/2014/main" id="{15F8007C-0DF8-BEBE-26B7-1ECC84676D88}"/>
              </a:ext>
            </a:extLst>
          </p:cNvPr>
          <p:cNvGrpSpPr>
            <a:grpSpLocks/>
          </p:cNvGrpSpPr>
          <p:nvPr/>
        </p:nvGrpSpPr>
        <p:grpSpPr bwMode="auto">
          <a:xfrm>
            <a:off x="7896741" y="5035550"/>
            <a:ext cx="574675" cy="396875"/>
            <a:chOff x="3935" y="1550"/>
            <a:chExt cx="362" cy="250"/>
          </a:xfrm>
        </p:grpSpPr>
        <p:sp>
          <p:nvSpPr>
            <p:cNvPr id="71" name="Text Box 19">
              <a:extLst>
                <a:ext uri="{FF2B5EF4-FFF2-40B4-BE49-F238E27FC236}">
                  <a16:creationId xmlns:a16="http://schemas.microsoft.com/office/drawing/2014/main" id="{765AA543-C8CF-2560-3567-6E9B7B092D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1" y="1550"/>
              <a:ext cx="33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73" name="Oval 20">
              <a:extLst>
                <a:ext uri="{FF2B5EF4-FFF2-40B4-BE49-F238E27FC236}">
                  <a16:creationId xmlns:a16="http://schemas.microsoft.com/office/drawing/2014/main" id="{E52F66DC-4FA3-6438-D8DC-828C3904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5" y="1679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Group 60">
            <a:extLst>
              <a:ext uri="{FF2B5EF4-FFF2-40B4-BE49-F238E27FC236}">
                <a16:creationId xmlns:a16="http://schemas.microsoft.com/office/drawing/2014/main" id="{068057E0-032F-D480-7C82-1F79E608207B}"/>
              </a:ext>
            </a:extLst>
          </p:cNvPr>
          <p:cNvGrpSpPr>
            <a:grpSpLocks/>
          </p:cNvGrpSpPr>
          <p:nvPr/>
        </p:nvGrpSpPr>
        <p:grpSpPr bwMode="auto">
          <a:xfrm>
            <a:off x="6706116" y="3633788"/>
            <a:ext cx="2374900" cy="2390775"/>
            <a:chOff x="3185" y="667"/>
            <a:chExt cx="1496" cy="1506"/>
          </a:xfrm>
        </p:grpSpPr>
        <p:sp>
          <p:nvSpPr>
            <p:cNvPr id="75" name="Line 11">
              <a:extLst>
                <a:ext uri="{FF2B5EF4-FFF2-40B4-BE49-F238E27FC236}">
                  <a16:creationId xmlns:a16="http://schemas.microsoft.com/office/drawing/2014/main" id="{8989DDFE-D111-57BD-7076-D7A1AB8FD1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5" y="1913"/>
              <a:ext cx="131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17AF5EC0-4EC0-4C44-6362-97243CAA49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3" y="767"/>
              <a:ext cx="0" cy="14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0">
              <a:extLst>
                <a:ext uri="{FF2B5EF4-FFF2-40B4-BE49-F238E27FC236}">
                  <a16:creationId xmlns:a16="http://schemas.microsoft.com/office/drawing/2014/main" id="{58AA5140-DC3F-FEC9-6208-DD1C6772E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1869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41">
              <a:extLst>
                <a:ext uri="{FF2B5EF4-FFF2-40B4-BE49-F238E27FC236}">
                  <a16:creationId xmlns:a16="http://schemas.microsoft.com/office/drawing/2014/main" id="{D6A92F22-8E0E-AFEE-2DA4-81B19EF1B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" y="667"/>
              <a:ext cx="30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v</a:t>
              </a:r>
              <a:endParaRPr kumimoji="1" lang="zh-CN" altLang="en-US" b="1" i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30663E6-CB63-9FAC-4C4A-FD42DA1F23AC}"/>
              </a:ext>
            </a:extLst>
          </p:cNvPr>
          <p:cNvGrpSpPr/>
          <p:nvPr/>
        </p:nvGrpSpPr>
        <p:grpSpPr>
          <a:xfrm>
            <a:off x="4973343" y="3828256"/>
            <a:ext cx="2506663" cy="2824163"/>
            <a:chOff x="4723267" y="1275358"/>
            <a:chExt cx="2506663" cy="2824163"/>
          </a:xfrm>
        </p:grpSpPr>
        <p:sp>
          <p:nvSpPr>
            <p:cNvPr id="80" name="Arc 46">
              <a:extLst>
                <a:ext uri="{FF2B5EF4-FFF2-40B4-BE49-F238E27FC236}">
                  <a16:creationId xmlns:a16="http://schemas.microsoft.com/office/drawing/2014/main" id="{E5D3C744-E69F-112D-D032-288DA690F4E4}"/>
                </a:ext>
              </a:extLst>
            </p:cNvPr>
            <p:cNvSpPr>
              <a:spLocks/>
            </p:cNvSpPr>
            <p:nvPr/>
          </p:nvSpPr>
          <p:spPr bwMode="auto">
            <a:xfrm rot="18989494">
              <a:off x="4723267" y="1275358"/>
              <a:ext cx="2506663" cy="282416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488"/>
                <a:gd name="T1" fmla="*/ 0 h 21600"/>
                <a:gd name="T2" fmla="*/ 21488 w 21488"/>
                <a:gd name="T3" fmla="*/ 19406 h 21600"/>
                <a:gd name="T4" fmla="*/ 0 w 2148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488" h="21600" fill="none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</a:path>
                <a:path w="21488" h="21600" stroke="0" extrusionOk="0">
                  <a:moveTo>
                    <a:pt x="0" y="0"/>
                  </a:moveTo>
                  <a:cubicBezTo>
                    <a:pt x="11079" y="0"/>
                    <a:pt x="20362" y="8383"/>
                    <a:pt x="21488" y="19405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1" name="Object 58">
              <a:extLst>
                <a:ext uri="{FF2B5EF4-FFF2-40B4-BE49-F238E27FC236}">
                  <a16:creationId xmlns:a16="http://schemas.microsoft.com/office/drawing/2014/main" id="{CF17386F-7E4C-7E7D-FDAC-00D784C4263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88934510"/>
                </p:ext>
              </p:extLst>
            </p:nvPr>
          </p:nvGraphicFramePr>
          <p:xfrm>
            <a:off x="5088408" y="1969804"/>
            <a:ext cx="11699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168200" imgH="342720" progId="Equation.3">
                    <p:embed/>
                  </p:oleObj>
                </mc:Choice>
                <mc:Fallback>
                  <p:oleObj name="公式" r:id="rId9" imgW="1168200" imgH="342720" progId="Equation.3">
                    <p:embed/>
                    <p:pic>
                      <p:nvPicPr>
                        <p:cNvPr id="69" name="Object 5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408" y="1969804"/>
                          <a:ext cx="1169988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2" name="Group 56">
            <a:extLst>
              <a:ext uri="{FF2B5EF4-FFF2-40B4-BE49-F238E27FC236}">
                <a16:creationId xmlns:a16="http://schemas.microsoft.com/office/drawing/2014/main" id="{52427382-D900-CD1F-0124-CC8D4A8A11E4}"/>
              </a:ext>
            </a:extLst>
          </p:cNvPr>
          <p:cNvGrpSpPr>
            <a:grpSpLocks/>
          </p:cNvGrpSpPr>
          <p:nvPr/>
        </p:nvGrpSpPr>
        <p:grpSpPr bwMode="auto">
          <a:xfrm>
            <a:off x="4131985" y="3868738"/>
            <a:ext cx="1058862" cy="419100"/>
            <a:chOff x="1482" y="870"/>
            <a:chExt cx="667" cy="264"/>
          </a:xfrm>
        </p:grpSpPr>
        <p:sp>
          <p:nvSpPr>
            <p:cNvPr id="83" name="Rectangle 34">
              <a:extLst>
                <a:ext uri="{FF2B5EF4-FFF2-40B4-BE49-F238E27FC236}">
                  <a16:creationId xmlns:a16="http://schemas.microsoft.com/office/drawing/2014/main" id="{AB8F29A3-CA56-2477-9F54-DDA6756C3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0" y="884"/>
              <a:ext cx="55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平面</a:t>
              </a:r>
            </a:p>
          </p:txBody>
        </p:sp>
        <p:sp>
          <p:nvSpPr>
            <p:cNvPr id="84" name="Rectangle 35">
              <a:extLst>
                <a:ext uri="{FF2B5EF4-FFF2-40B4-BE49-F238E27FC236}">
                  <a16:creationId xmlns:a16="http://schemas.microsoft.com/office/drawing/2014/main" id="{FE899A55-22FC-81B5-88F2-293AF417C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" y="870"/>
              <a:ext cx="29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000" b="1" i="1">
                  <a:solidFill>
                    <a:schemeClr val="hlin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endParaRPr kumimoji="1" lang="zh-CN" altLang="en-US" sz="2000" b="1" i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Arc 46">
            <a:extLst>
              <a:ext uri="{FF2B5EF4-FFF2-40B4-BE49-F238E27FC236}">
                <a16:creationId xmlns:a16="http://schemas.microsoft.com/office/drawing/2014/main" id="{DBBDDEA6-EA35-E0F9-3998-56B525EE3B97}"/>
              </a:ext>
            </a:extLst>
          </p:cNvPr>
          <p:cNvSpPr>
            <a:spLocks/>
          </p:cNvSpPr>
          <p:nvPr/>
        </p:nvSpPr>
        <p:spPr bwMode="auto">
          <a:xfrm rot="8202254">
            <a:off x="4753327" y="3781402"/>
            <a:ext cx="2506663" cy="28241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88"/>
              <a:gd name="T1" fmla="*/ 0 h 21600"/>
              <a:gd name="T2" fmla="*/ 21488 w 21488"/>
              <a:gd name="T3" fmla="*/ 19406 h 21600"/>
              <a:gd name="T4" fmla="*/ 0 w 2148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88" h="21600" fill="none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</a:path>
              <a:path w="21488" h="21600" stroke="0" extrusionOk="0">
                <a:moveTo>
                  <a:pt x="0" y="0"/>
                </a:moveTo>
                <a:cubicBezTo>
                  <a:pt x="11079" y="0"/>
                  <a:pt x="20362" y="8383"/>
                  <a:pt x="21488" y="19405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prstDash val="dash"/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555D46C6-B759-069F-6B77-95B126928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870011"/>
              </p:ext>
            </p:extLst>
          </p:nvPr>
        </p:nvGraphicFramePr>
        <p:xfrm>
          <a:off x="5477162" y="5961063"/>
          <a:ext cx="1197646" cy="418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4268" imgH="266523" progId="Equation.DSMT4">
                  <p:embed/>
                </p:oleObj>
              </mc:Choice>
              <mc:Fallback>
                <p:oleObj name="Equation" r:id="rId11" imgW="764268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77162" y="5961063"/>
                        <a:ext cx="1197646" cy="418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982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286315"/>
              </p:ext>
            </p:extLst>
          </p:nvPr>
        </p:nvGraphicFramePr>
        <p:xfrm>
          <a:off x="2063552" y="1504849"/>
          <a:ext cx="6315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215640" progId="Equation.DSMT4">
                  <p:embed/>
                </p:oleObj>
              </mc:Choice>
              <mc:Fallback>
                <p:oleObj name="Equation" r:id="rId3" imgW="2806560" imgH="215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504849"/>
                        <a:ext cx="6315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41375" y="1485900"/>
          <a:ext cx="9144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203040" progId="Equation.DSMT4">
                  <p:embed/>
                </p:oleObj>
              </mc:Choice>
              <mc:Fallback>
                <p:oleObj name="Equation" r:id="rId5" imgW="40608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1485900"/>
                        <a:ext cx="91440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复变函数的概念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39416" y="925513"/>
          <a:ext cx="14573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47640" imgH="190440" progId="Equation.DSMT4">
                  <p:embed/>
                </p:oleObj>
              </mc:Choice>
              <mc:Fallback>
                <p:oleObj name="Equation" r:id="rId7" imgW="64764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416" y="925513"/>
                        <a:ext cx="14573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782685"/>
              </p:ext>
            </p:extLst>
          </p:nvPr>
        </p:nvGraphicFramePr>
        <p:xfrm>
          <a:off x="2092325" y="2251075"/>
          <a:ext cx="6000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6880" imgH="203040" progId="Equation.DSMT4">
                  <p:embed/>
                </p:oleObj>
              </mc:Choice>
              <mc:Fallback>
                <p:oleObj name="Equation" r:id="rId9" imgW="2666880" imgH="203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2251075"/>
                        <a:ext cx="60007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393434"/>
              </p:ext>
            </p:extLst>
          </p:nvPr>
        </p:nvGraphicFramePr>
        <p:xfrm>
          <a:off x="1949251" y="2946400"/>
          <a:ext cx="63150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06560" imgH="215640" progId="Equation.DSMT4">
                  <p:embed/>
                </p:oleObj>
              </mc:Choice>
              <mc:Fallback>
                <p:oleObj name="Equation" r:id="rId11" imgW="280656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251" y="2946400"/>
                        <a:ext cx="63150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113645"/>
              </p:ext>
            </p:extLst>
          </p:nvPr>
        </p:nvGraphicFramePr>
        <p:xfrm>
          <a:off x="2063552" y="3717032"/>
          <a:ext cx="60864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05040" imgH="203040" progId="Equation.DSMT4">
                  <p:embed/>
                </p:oleObj>
              </mc:Choice>
              <mc:Fallback>
                <p:oleObj name="Equation" r:id="rId13" imgW="2705040" imgH="2030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717032"/>
                        <a:ext cx="608647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95990"/>
              </p:ext>
            </p:extLst>
          </p:nvPr>
        </p:nvGraphicFramePr>
        <p:xfrm>
          <a:off x="2135188" y="4437063"/>
          <a:ext cx="63722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831760" imgH="228600" progId="Equation.DSMT4">
                  <p:embed/>
                </p:oleObj>
              </mc:Choice>
              <mc:Fallback>
                <p:oleObj name="Equation" r:id="rId15" imgW="2831760" imgH="22860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437063"/>
                        <a:ext cx="63722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298566"/>
              </p:ext>
            </p:extLst>
          </p:nvPr>
        </p:nvGraphicFramePr>
        <p:xfrm>
          <a:off x="3084513" y="5126038"/>
          <a:ext cx="52863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49360" imgH="228600" progId="Equation.DSMT4">
                  <p:embed/>
                </p:oleObj>
              </mc:Choice>
              <mc:Fallback>
                <p:oleObj name="Equation" r:id="rId17" imgW="2349360" imgH="228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126038"/>
                        <a:ext cx="52863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547174"/>
              </p:ext>
            </p:extLst>
          </p:nvPr>
        </p:nvGraphicFramePr>
        <p:xfrm>
          <a:off x="3084513" y="5799137"/>
          <a:ext cx="35147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62040" imgH="228600" progId="Equation.DSMT4">
                  <p:embed/>
                </p:oleObj>
              </mc:Choice>
              <mc:Fallback>
                <p:oleObj name="Equation" r:id="rId19" imgW="1562040" imgH="2286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3" y="5799137"/>
                        <a:ext cx="35147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9859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235393"/>
              </p:ext>
            </p:extLst>
          </p:nvPr>
        </p:nvGraphicFramePr>
        <p:xfrm>
          <a:off x="1863094" y="1499405"/>
          <a:ext cx="9486900" cy="258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216320" imgH="1155600" progId="Equation.DSMT4">
                  <p:embed/>
                </p:oleObj>
              </mc:Choice>
              <mc:Fallback>
                <p:oleObj name="Equation" r:id="rId3" imgW="4216320" imgH="11556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094" y="1499405"/>
                        <a:ext cx="9486900" cy="258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42006" y="1499405"/>
          <a:ext cx="9144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190440" progId="Equation.DSMT4">
                  <p:embed/>
                </p:oleObj>
              </mc:Choice>
              <mc:Fallback>
                <p:oleObj name="Equation" r:id="rId5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06" y="1499405"/>
                        <a:ext cx="9144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复变函数的极限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41375" y="923925"/>
          <a:ext cx="2514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17440" imgH="190440" progId="Equation.DSMT4">
                  <p:embed/>
                </p:oleObj>
              </mc:Choice>
              <mc:Fallback>
                <p:oleObj name="Equation" r:id="rId7" imgW="111744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923925"/>
                        <a:ext cx="25146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625672"/>
              </p:ext>
            </p:extLst>
          </p:nvPr>
        </p:nvGraphicFramePr>
        <p:xfrm>
          <a:off x="959728" y="5015520"/>
          <a:ext cx="5715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800" imgH="177480" progId="Equation.DSMT4">
                  <p:embed/>
                </p:oleObj>
              </mc:Choice>
              <mc:Fallback>
                <p:oleObj name="Equation" r:id="rId9" imgW="253800" imgH="17748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728" y="5015520"/>
                        <a:ext cx="5715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388626"/>
              </p:ext>
            </p:extLst>
          </p:nvPr>
        </p:nvGraphicFramePr>
        <p:xfrm>
          <a:off x="1845151" y="5079425"/>
          <a:ext cx="40862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15840" imgH="228600" progId="Equation.DSMT4">
                  <p:embed/>
                </p:oleObj>
              </mc:Choice>
              <mc:Fallback>
                <p:oleObj name="Equation" r:id="rId11" imgW="1815840" imgH="22860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151" y="5079425"/>
                        <a:ext cx="40862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460536"/>
              </p:ext>
            </p:extLst>
          </p:nvPr>
        </p:nvGraphicFramePr>
        <p:xfrm>
          <a:off x="1845151" y="5816291"/>
          <a:ext cx="47148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95200" imgH="228600" progId="Equation.DSMT4">
                  <p:embed/>
                </p:oleObj>
              </mc:Choice>
              <mc:Fallback>
                <p:oleObj name="Equation" r:id="rId13" imgW="2095200" imgH="2286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5151" y="5816291"/>
                        <a:ext cx="47148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BD2CE92-A975-0D2D-A5B8-AAB5AD907A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690774"/>
              </p:ext>
            </p:extLst>
          </p:nvPr>
        </p:nvGraphicFramePr>
        <p:xfrm>
          <a:off x="1925172" y="4144357"/>
          <a:ext cx="8869658" cy="546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736880" imgH="291960" progId="Equation.DSMT4">
                  <p:embed/>
                </p:oleObj>
              </mc:Choice>
              <mc:Fallback>
                <p:oleObj name="Equation" r:id="rId15" imgW="4736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25172" y="4144357"/>
                        <a:ext cx="8869658" cy="5467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7636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868503" y="1082433"/>
          <a:ext cx="8286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164880" progId="Equation.DSMT4">
                  <p:embed/>
                </p:oleObj>
              </mc:Choice>
              <mc:Fallback>
                <p:oleObj name="Equation" r:id="rId3" imgW="368280" imgH="1648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503" y="1082433"/>
                        <a:ext cx="82867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复变函数的极限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889460"/>
              </p:ext>
            </p:extLst>
          </p:nvPr>
        </p:nvGraphicFramePr>
        <p:xfrm>
          <a:off x="2170113" y="1052513"/>
          <a:ext cx="777240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54200" imgH="622080" progId="Equation.DSMT4">
                  <p:embed/>
                </p:oleObj>
              </mc:Choice>
              <mc:Fallback>
                <p:oleObj name="Equation" r:id="rId5" imgW="3454200" imgH="62208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1052513"/>
                        <a:ext cx="7772400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765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53399"/>
              </p:ext>
            </p:extLst>
          </p:nvPr>
        </p:nvGraphicFramePr>
        <p:xfrm>
          <a:off x="971550" y="1700213"/>
          <a:ext cx="245745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15640" progId="Equation.DSMT4">
                  <p:embed/>
                </p:oleObj>
              </mc:Choice>
              <mc:Fallback>
                <p:oleObj name="Equation" r:id="rId3" imgW="1091880" imgH="215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700213"/>
                        <a:ext cx="245745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复变函数的极限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684470"/>
              </p:ext>
            </p:extLst>
          </p:nvPr>
        </p:nvGraphicFramePr>
        <p:xfrm>
          <a:off x="3648368" y="1700213"/>
          <a:ext cx="5114926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73040" imgH="291960" progId="Equation.DSMT4">
                  <p:embed/>
                </p:oleObj>
              </mc:Choice>
              <mc:Fallback>
                <p:oleObj name="Equation" r:id="rId5" imgW="2273040" imgH="29196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368" y="1700213"/>
                        <a:ext cx="5114926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517850"/>
              </p:ext>
            </p:extLst>
          </p:nvPr>
        </p:nvGraphicFramePr>
        <p:xfrm>
          <a:off x="3648368" y="2722091"/>
          <a:ext cx="4257675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92160" imgH="1041120" progId="Equation.DSMT4">
                  <p:embed/>
                </p:oleObj>
              </mc:Choice>
              <mc:Fallback>
                <p:oleObj name="Equation" r:id="rId7" imgW="1892160" imgH="10411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368" y="2722091"/>
                        <a:ext cx="4257675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41375" y="923925"/>
          <a:ext cx="2514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7440" imgH="190440" progId="Equation.DSMT4">
                  <p:embed/>
                </p:oleObj>
              </mc:Choice>
              <mc:Fallback>
                <p:oleObj name="Equation" r:id="rId9" imgW="111744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923925"/>
                        <a:ext cx="25146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9601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987664"/>
              </p:ext>
            </p:extLst>
          </p:nvPr>
        </p:nvGraphicFramePr>
        <p:xfrm>
          <a:off x="595651" y="1459336"/>
          <a:ext cx="9144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190440" progId="Equation.DSMT4">
                  <p:embed/>
                </p:oleObj>
              </mc:Choice>
              <mc:Fallback>
                <p:oleObj name="Equation" r:id="rId3" imgW="40608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51" y="1459336"/>
                        <a:ext cx="9144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复变函数的连续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467584"/>
              </p:ext>
            </p:extLst>
          </p:nvPr>
        </p:nvGraphicFramePr>
        <p:xfrm>
          <a:off x="1579368" y="1437834"/>
          <a:ext cx="968692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305240" imgH="380880" progId="Equation.DSMT4">
                  <p:embed/>
                </p:oleObj>
              </mc:Choice>
              <mc:Fallback>
                <p:oleObj name="Equation" r:id="rId5" imgW="4305240" imgH="38088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368" y="1437834"/>
                        <a:ext cx="9686925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499590"/>
              </p:ext>
            </p:extLst>
          </p:nvPr>
        </p:nvGraphicFramePr>
        <p:xfrm>
          <a:off x="1579368" y="2363077"/>
          <a:ext cx="75152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40080" imgH="215640" progId="Equation.DSMT4">
                  <p:embed/>
                </p:oleObj>
              </mc:Choice>
              <mc:Fallback>
                <p:oleObj name="Equation" r:id="rId7" imgW="334008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368" y="2363077"/>
                        <a:ext cx="75152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15975" y="915988"/>
          <a:ext cx="24860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04840" imgH="190440" progId="Equation.DSMT4">
                  <p:embed/>
                </p:oleObj>
              </mc:Choice>
              <mc:Fallback>
                <p:oleObj name="Equation" r:id="rId9" imgW="1104840" imgH="1904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915988"/>
                        <a:ext cx="24860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76263" y="3069432"/>
          <a:ext cx="5715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800" imgH="177480" progId="Equation.DSMT4">
                  <p:embed/>
                </p:oleObj>
              </mc:Choice>
              <mc:Fallback>
                <p:oleObj name="Equation" r:id="rId11" imgW="253800" imgH="1774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3069432"/>
                        <a:ext cx="5715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141303"/>
              </p:ext>
            </p:extLst>
          </p:nvPr>
        </p:nvGraphicFramePr>
        <p:xfrm>
          <a:off x="1328897" y="3514200"/>
          <a:ext cx="30289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46040" imgH="215640" progId="Equation.DSMT4">
                  <p:embed/>
                </p:oleObj>
              </mc:Choice>
              <mc:Fallback>
                <p:oleObj name="Equation" r:id="rId13" imgW="1346040" imgH="2156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897" y="3514200"/>
                        <a:ext cx="30289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071437"/>
              </p:ext>
            </p:extLst>
          </p:nvPr>
        </p:nvGraphicFramePr>
        <p:xfrm>
          <a:off x="4522188" y="2928930"/>
          <a:ext cx="51149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73040" imgH="736560" progId="Equation.DSMT4">
                  <p:embed/>
                </p:oleObj>
              </mc:Choice>
              <mc:Fallback>
                <p:oleObj name="Equation" r:id="rId15" imgW="2273040" imgH="73656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188" y="2928930"/>
                        <a:ext cx="511492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319213" y="4892675"/>
          <a:ext cx="3086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71600" imgH="215640" progId="Equation.DSMT4">
                  <p:embed/>
                </p:oleObj>
              </mc:Choice>
              <mc:Fallback>
                <p:oleObj name="Equation" r:id="rId17" imgW="1371600" imgH="2156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4892675"/>
                        <a:ext cx="30861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8"/>
          <p:cNvGraphicFramePr>
            <a:graphicFrameLocks/>
          </p:cNvGraphicFramePr>
          <p:nvPr/>
        </p:nvGraphicFramePr>
        <p:xfrm>
          <a:off x="4522188" y="4941168"/>
          <a:ext cx="2208212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209680" imgH="558720" progId="Equation.3">
                  <p:embed/>
                </p:oleObj>
              </mc:Choice>
              <mc:Fallback>
                <p:oleObj name="公式" r:id="rId19" imgW="2209680" imgH="558720" progId="Equation.3">
                  <p:embed/>
                  <p:pic>
                    <p:nvPicPr>
                      <p:cNvPr id="17" name="Object 2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188" y="4941168"/>
                        <a:ext cx="2208212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9"/>
          <p:cNvGraphicFramePr>
            <a:graphicFrameLocks/>
          </p:cNvGraphicFramePr>
          <p:nvPr/>
        </p:nvGraphicFramePr>
        <p:xfrm>
          <a:off x="9119588" y="4953868"/>
          <a:ext cx="23844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387520" imgH="545760" progId="Equation.3">
                  <p:embed/>
                </p:oleObj>
              </mc:Choice>
              <mc:Fallback>
                <p:oleObj name="公式" r:id="rId21" imgW="2387520" imgH="545760" progId="Equation.3">
                  <p:embed/>
                  <p:pic>
                    <p:nvPicPr>
                      <p:cNvPr id="18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9588" y="4953868"/>
                        <a:ext cx="2384425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0"/>
          <p:cNvGraphicFramePr>
            <a:graphicFrameLocks/>
          </p:cNvGraphicFramePr>
          <p:nvPr/>
        </p:nvGraphicFramePr>
        <p:xfrm>
          <a:off x="6917725" y="4953868"/>
          <a:ext cx="2005013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006280" imgH="545760" progId="Equation.3">
                  <p:embed/>
                </p:oleObj>
              </mc:Choice>
              <mc:Fallback>
                <p:oleObj name="公式" r:id="rId23" imgW="2006280" imgH="545760" progId="Equation.3">
                  <p:embed/>
                  <p:pic>
                    <p:nvPicPr>
                      <p:cNvPr id="20" name="Object 3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7725" y="4953868"/>
                        <a:ext cx="2005013" cy="54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510051" y="5688537"/>
          <a:ext cx="9144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06080" imgH="203040" progId="Equation.DSMT4">
                  <p:embed/>
                </p:oleObj>
              </mc:Choice>
              <mc:Fallback>
                <p:oleObj name="Equation" r:id="rId25" imgW="406080" imgH="20304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051" y="5688537"/>
                        <a:ext cx="9144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495600" y="5686957"/>
          <a:ext cx="51720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298600" imgH="228600" progId="Equation.DSMT4">
                  <p:embed/>
                </p:oleObj>
              </mc:Choice>
              <mc:Fallback>
                <p:oleObj name="Equation" r:id="rId27" imgW="2298600" imgH="2286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5686957"/>
                        <a:ext cx="51720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4138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18270" y="1483629"/>
          <a:ext cx="8572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80" imgH="177480" progId="Equation.DSMT4">
                  <p:embed/>
                </p:oleObj>
              </mc:Choice>
              <mc:Fallback>
                <p:oleObj name="Equation" r:id="rId3" imgW="380880" imgH="1774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270" y="1483629"/>
                        <a:ext cx="8572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复变函数的连续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878389"/>
              </p:ext>
            </p:extLst>
          </p:nvPr>
        </p:nvGraphicFramePr>
        <p:xfrm>
          <a:off x="1935410" y="1454943"/>
          <a:ext cx="88582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36960" imgH="469800" progId="Equation.DSMT4">
                  <p:embed/>
                </p:oleObj>
              </mc:Choice>
              <mc:Fallback>
                <p:oleObj name="Equation" r:id="rId5" imgW="3936960" imgH="4698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410" y="1454943"/>
                        <a:ext cx="88582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656161"/>
              </p:ext>
            </p:extLst>
          </p:nvPr>
        </p:nvGraphicFramePr>
        <p:xfrm>
          <a:off x="1589088" y="2684463"/>
          <a:ext cx="862965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35080" imgH="380880" progId="Equation.DSMT4">
                  <p:embed/>
                </p:oleObj>
              </mc:Choice>
              <mc:Fallback>
                <p:oleObj name="Equation" r:id="rId7" imgW="3835080" imgH="3808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2684463"/>
                        <a:ext cx="862965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592510" y="4077072"/>
          <a:ext cx="9372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65560" imgH="469800" progId="Equation.DSMT4">
                  <p:embed/>
                </p:oleObj>
              </mc:Choice>
              <mc:Fallback>
                <p:oleObj name="Equation" r:id="rId9" imgW="4165560" imgH="46980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510" y="4077072"/>
                        <a:ext cx="9372600" cy="105092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339956"/>
              </p:ext>
            </p:extLst>
          </p:nvPr>
        </p:nvGraphicFramePr>
        <p:xfrm>
          <a:off x="1592510" y="5241502"/>
          <a:ext cx="954405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41520" imgH="469800" progId="Equation.DSMT4">
                  <p:embed/>
                </p:oleObj>
              </mc:Choice>
              <mc:Fallback>
                <p:oleObj name="Equation" r:id="rId11" imgW="4241520" imgH="4698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510" y="5241502"/>
                        <a:ext cx="9544050" cy="10493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220597"/>
              </p:ext>
            </p:extLst>
          </p:nvPr>
        </p:nvGraphicFramePr>
        <p:xfrm>
          <a:off x="862013" y="3536950"/>
          <a:ext cx="5600701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89040" imgH="215640" progId="Equation.DSMT4">
                  <p:embed/>
                </p:oleObj>
              </mc:Choice>
              <mc:Fallback>
                <p:oleObj name="Equation" r:id="rId13" imgW="2489040" imgH="2156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3536950"/>
                        <a:ext cx="5600701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23392" y="915988"/>
          <a:ext cx="24860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04840" imgH="190440" progId="Equation.DSMT4">
                  <p:embed/>
                </p:oleObj>
              </mc:Choice>
              <mc:Fallback>
                <p:oleObj name="Equation" r:id="rId15" imgW="1104840" imgH="1904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92" y="915988"/>
                        <a:ext cx="24860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35763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534059"/>
              </p:ext>
            </p:extLst>
          </p:nvPr>
        </p:nvGraphicFramePr>
        <p:xfrm>
          <a:off x="815975" y="1557338"/>
          <a:ext cx="1257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720" imgH="203040" progId="Equation.DSMT4">
                  <p:embed/>
                </p:oleObj>
              </mc:Choice>
              <mc:Fallback>
                <p:oleObj name="Equation" r:id="rId3" imgW="55872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1557338"/>
                        <a:ext cx="1257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复变函数的连续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01837"/>
              </p:ext>
            </p:extLst>
          </p:nvPr>
        </p:nvGraphicFramePr>
        <p:xfrm>
          <a:off x="1540828" y="2106809"/>
          <a:ext cx="1628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600" imgH="215640" progId="Equation.DSMT4">
                  <p:embed/>
                </p:oleObj>
              </mc:Choice>
              <mc:Fallback>
                <p:oleObj name="Equation" r:id="rId5" imgW="723600" imgH="215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828" y="2106809"/>
                        <a:ext cx="16287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687992"/>
              </p:ext>
            </p:extLst>
          </p:nvPr>
        </p:nvGraphicFramePr>
        <p:xfrm>
          <a:off x="4242942" y="2071786"/>
          <a:ext cx="53149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61960" imgH="241200" progId="Equation.DSMT4">
                  <p:embed/>
                </p:oleObj>
              </mc:Choice>
              <mc:Fallback>
                <p:oleObj name="Equation" r:id="rId7" imgW="2361960" imgH="241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942" y="2071786"/>
                        <a:ext cx="531495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746776"/>
              </p:ext>
            </p:extLst>
          </p:nvPr>
        </p:nvGraphicFramePr>
        <p:xfrm>
          <a:off x="4170934" y="2899352"/>
          <a:ext cx="57150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39800" imgH="215640" progId="Equation.DSMT4">
                  <p:embed/>
                </p:oleObj>
              </mc:Choice>
              <mc:Fallback>
                <p:oleObj name="Equation" r:id="rId9" imgW="253980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934" y="2899352"/>
                        <a:ext cx="57150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268497"/>
              </p:ext>
            </p:extLst>
          </p:nvPr>
        </p:nvGraphicFramePr>
        <p:xfrm>
          <a:off x="1540828" y="3785992"/>
          <a:ext cx="20002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88840" imgH="215640" progId="Equation.DSMT4">
                  <p:embed/>
                </p:oleObj>
              </mc:Choice>
              <mc:Fallback>
                <p:oleObj name="Equation" r:id="rId11" imgW="888840" imgH="2156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828" y="3785992"/>
                        <a:ext cx="20002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45546" y="3607261"/>
          <a:ext cx="15430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85800" imgH="431640" progId="Equation.DSMT4">
                  <p:embed/>
                </p:oleObj>
              </mc:Choice>
              <mc:Fallback>
                <p:oleObj name="Equation" r:id="rId13" imgW="685800" imgH="431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546" y="3607261"/>
                        <a:ext cx="1543050" cy="965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457653"/>
              </p:ext>
            </p:extLst>
          </p:nvPr>
        </p:nvGraphicFramePr>
        <p:xfrm>
          <a:off x="4242942" y="4876663"/>
          <a:ext cx="568642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27200" imgH="431640" progId="Equation.DSMT4">
                  <p:embed/>
                </p:oleObj>
              </mc:Choice>
              <mc:Fallback>
                <p:oleObj name="Equation" r:id="rId15" imgW="252720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942" y="4876663"/>
                        <a:ext cx="568642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15975" y="915988"/>
          <a:ext cx="24860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104840" imgH="190440" progId="Equation.DSMT4">
                  <p:embed/>
                </p:oleObj>
              </mc:Choice>
              <mc:Fallback>
                <p:oleObj name="Equation" r:id="rId17" imgW="1104840" imgH="1904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975" y="915988"/>
                        <a:ext cx="24860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2428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04718"/>
              </p:ext>
            </p:extLst>
          </p:nvPr>
        </p:nvGraphicFramePr>
        <p:xfrm>
          <a:off x="983432" y="1882406"/>
          <a:ext cx="106013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11680" imgH="228600" progId="Equation.DSMT4">
                  <p:embed/>
                </p:oleObj>
              </mc:Choice>
              <mc:Fallback>
                <p:oleObj name="Equation" r:id="rId3" imgW="4711680" imgH="2286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1882406"/>
                        <a:ext cx="106013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521858"/>
              </p:ext>
            </p:extLst>
          </p:nvPr>
        </p:nvGraphicFramePr>
        <p:xfrm>
          <a:off x="983432" y="2702969"/>
          <a:ext cx="86868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60640" imgH="215640" progId="Equation.DSMT4">
                  <p:embed/>
                </p:oleObj>
              </mc:Choice>
              <mc:Fallback>
                <p:oleObj name="Equation" r:id="rId5" imgW="3860640" imgH="215640" progId="Equation.DSMT4">
                  <p:embed/>
                  <p:pic>
                    <p:nvPicPr>
                      <p:cNvPr id="47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2702969"/>
                        <a:ext cx="86868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983432" y="3594472"/>
          <a:ext cx="10915651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51360" imgH="215640" progId="Equation.DSMT4">
                  <p:embed/>
                </p:oleObj>
              </mc:Choice>
              <mc:Fallback>
                <p:oleObj name="Equation" r:id="rId7" imgW="4851360" imgH="215640" progId="Equation.DSMT4">
                  <p:embed/>
                  <p:pic>
                    <p:nvPicPr>
                      <p:cNvPr id="48" name="对象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3594472"/>
                        <a:ext cx="10915651" cy="4826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76300" y="954088"/>
          <a:ext cx="31146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84200" imgH="203040" progId="Equation.DSMT4">
                  <p:embed/>
                </p:oleObj>
              </mc:Choice>
              <mc:Fallback>
                <p:oleObj name="Equation" r:id="rId9" imgW="13842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954088"/>
                        <a:ext cx="31146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lang="en-US" altLang="zh-CN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复球面与无穷远点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0300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76300" y="954088"/>
          <a:ext cx="31146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203040" progId="Equation.DSMT4">
                  <p:embed/>
                </p:oleObj>
              </mc:Choice>
              <mc:Fallback>
                <p:oleObj name="Equation" r:id="rId3" imgW="13842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954088"/>
                        <a:ext cx="31146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291473"/>
              </p:ext>
            </p:extLst>
          </p:nvPr>
        </p:nvGraphicFramePr>
        <p:xfrm>
          <a:off x="1045369" y="1715897"/>
          <a:ext cx="4229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79560" imgH="203040" progId="Equation.DSMT4">
                  <p:embed/>
                </p:oleObj>
              </mc:Choice>
              <mc:Fallback>
                <p:oleObj name="Equation" r:id="rId5" imgW="1879560" imgH="2030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369" y="1715897"/>
                        <a:ext cx="42291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119187" y="2520553"/>
          <a:ext cx="5743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52400" imgH="215640" progId="Equation.DSMT4">
                  <p:embed/>
                </p:oleObj>
              </mc:Choice>
              <mc:Fallback>
                <p:oleObj name="Equation" r:id="rId7" imgW="2552400" imgH="21564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2520553"/>
                        <a:ext cx="57435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119187" y="3351427"/>
          <a:ext cx="57435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52400" imgH="215640" progId="Equation.DSMT4">
                  <p:embed/>
                </p:oleObj>
              </mc:Choice>
              <mc:Fallback>
                <p:oleObj name="Equation" r:id="rId9" imgW="2552400" imgH="21564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3351427"/>
                        <a:ext cx="57435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119187" y="4182301"/>
          <a:ext cx="54006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00120" imgH="215640" progId="Equation.DSMT4">
                  <p:embed/>
                </p:oleObj>
              </mc:Choice>
              <mc:Fallback>
                <p:oleObj name="Equation" r:id="rId11" imgW="2400120" imgH="21564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4182301"/>
                        <a:ext cx="54006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1119187" y="5013176"/>
          <a:ext cx="77438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441600" imgH="406080" progId="Equation.DSMT4">
                  <p:embed/>
                </p:oleObj>
              </mc:Choice>
              <mc:Fallback>
                <p:oleObj name="Equation" r:id="rId13" imgW="3441600" imgH="40608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5013176"/>
                        <a:ext cx="774382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lang="en-US" altLang="zh-CN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复球面与无穷远点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152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19149" y="956638"/>
          <a:ext cx="41719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000" imgH="203040" progId="Equation.DSMT4">
                  <p:embed/>
                </p:oleObj>
              </mc:Choice>
              <mc:Fallback>
                <p:oleObj name="Equation" r:id="rId3" imgW="1854000" imgH="2030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49" y="956638"/>
                        <a:ext cx="41719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140137" y="1981076"/>
          <a:ext cx="26574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190440" progId="Equation.DSMT4">
                  <p:embed/>
                </p:oleObj>
              </mc:Choice>
              <mc:Fallback>
                <p:oleObj name="Equation" r:id="rId5" imgW="1180800" imgH="1904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137" y="1981076"/>
                        <a:ext cx="2657475" cy="427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511824" y="1718253"/>
          <a:ext cx="28575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406080" progId="Equation.DSMT4">
                  <p:embed/>
                </p:oleObj>
              </mc:Choice>
              <mc:Fallback>
                <p:oleObj name="Equation" r:id="rId7" imgW="1269720" imgH="40608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1718253"/>
                        <a:ext cx="28575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§4</a:t>
            </a:r>
            <a:r>
              <a:rPr lang="en-US" altLang="zh-CN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3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复球面与无穷远点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40137" y="3496255"/>
          <a:ext cx="33718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8320" imgH="190440" progId="Equation.DSMT4">
                  <p:embed/>
                </p:oleObj>
              </mc:Choice>
              <mc:Fallback>
                <p:oleObj name="Equation" r:id="rId9" imgW="1498320" imgH="1904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137" y="3496255"/>
                        <a:ext cx="3371850" cy="4270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554319"/>
              </p:ext>
            </p:extLst>
          </p:nvPr>
        </p:nvGraphicFramePr>
        <p:xfrm>
          <a:off x="5087888" y="3255748"/>
          <a:ext cx="36576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25400" imgH="406080" progId="Equation.DSMT4">
                  <p:embed/>
                </p:oleObj>
              </mc:Choice>
              <mc:Fallback>
                <p:oleObj name="Equation" r:id="rId11" imgW="1625400" imgH="40608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8" y="3255748"/>
                        <a:ext cx="36576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1949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2FB8-4098-D90C-8A7A-D4BD29D3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8561218-34AE-FD82-8C54-D5F0FB221170}"/>
              </a:ext>
            </a:extLst>
          </p:cNvPr>
          <p:cNvCxnSpPr/>
          <p:nvPr/>
        </p:nvCxnSpPr>
        <p:spPr>
          <a:xfrm>
            <a:off x="687388" y="831850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242919E-BF4D-58D5-4C76-D81D65D83C40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78BB0DA-DA56-23C2-8F53-908E061A69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241079"/>
              </p:ext>
            </p:extLst>
          </p:nvPr>
        </p:nvGraphicFramePr>
        <p:xfrm>
          <a:off x="858757" y="925865"/>
          <a:ext cx="42862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04760" imgH="203040" progId="Equation.DSMT4">
                  <p:embed/>
                </p:oleObj>
              </mc:Choice>
              <mc:Fallback>
                <p:oleObj name="Equation" r:id="rId3" imgW="1904760" imgH="2030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57" y="925865"/>
                        <a:ext cx="4286250" cy="4556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5E96E2BA-63A5-C212-6BE0-CA27AABF7762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5617071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复变函数的极限</a:t>
            </a:r>
            <a:endParaRPr lang="en-US" altLang="zh-CN" b="1" i="1" dirty="0">
              <a:solidFill>
                <a:srgbClr val="C00000"/>
              </a:solidFill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0E3057F-97B3-AB2B-9131-98360644B0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0239243"/>
              </p:ext>
            </p:extLst>
          </p:nvPr>
        </p:nvGraphicFramePr>
        <p:xfrm>
          <a:off x="2057747" y="1381477"/>
          <a:ext cx="4829175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45960" imgH="596880" progId="Equation.DSMT4">
                  <p:embed/>
                </p:oleObj>
              </mc:Choice>
              <mc:Fallback>
                <p:oleObj name="Equation" r:id="rId5" imgW="2145960" imgH="5968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747" y="1381477"/>
                        <a:ext cx="4829175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8538CDB-BF0E-90F4-4FDA-5D71203FE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949988"/>
              </p:ext>
            </p:extLst>
          </p:nvPr>
        </p:nvGraphicFramePr>
        <p:xfrm>
          <a:off x="2057747" y="2724853"/>
          <a:ext cx="48006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33360" imgH="482400" progId="Equation.DSMT4">
                  <p:embed/>
                </p:oleObj>
              </mc:Choice>
              <mc:Fallback>
                <p:oleObj name="Equation" r:id="rId7" imgW="2133360" imgH="4824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747" y="2724853"/>
                        <a:ext cx="480060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B5094103-E8AE-649C-6F41-319ACF2CA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0054"/>
              </p:ext>
            </p:extLst>
          </p:nvPr>
        </p:nvGraphicFramePr>
        <p:xfrm>
          <a:off x="2072034" y="4136674"/>
          <a:ext cx="4800600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33360" imgH="609480" progId="Equation.DSMT4">
                  <p:embed/>
                </p:oleObj>
              </mc:Choice>
              <mc:Fallback>
                <p:oleObj name="Equation" r:id="rId9" imgW="2133360" imgH="60948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2034" y="4136674"/>
                        <a:ext cx="4800600" cy="136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6579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151</Words>
  <Application>Microsoft Office PowerPoint</Application>
  <PresentationFormat>宽屏</PresentationFormat>
  <Paragraphs>56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52</cp:revision>
  <dcterms:created xsi:type="dcterms:W3CDTF">2025-07-14T07:49:11Z</dcterms:created>
  <dcterms:modified xsi:type="dcterms:W3CDTF">2025-10-29T02:21:45Z</dcterms:modified>
</cp:coreProperties>
</file>