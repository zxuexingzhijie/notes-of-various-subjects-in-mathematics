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0"/>
  </p:notesMasterIdLst>
  <p:sldIdLst>
    <p:sldId id="524" r:id="rId3"/>
    <p:sldId id="969" r:id="rId4"/>
    <p:sldId id="970" r:id="rId5"/>
    <p:sldId id="971" r:id="rId6"/>
    <p:sldId id="977" r:id="rId7"/>
    <p:sldId id="981" r:id="rId8"/>
    <p:sldId id="982" r:id="rId9"/>
    <p:sldId id="983" r:id="rId10"/>
    <p:sldId id="984" r:id="rId11"/>
    <p:sldId id="985" r:id="rId12"/>
    <p:sldId id="986" r:id="rId13"/>
    <p:sldId id="995" r:id="rId14"/>
    <p:sldId id="990" r:id="rId15"/>
    <p:sldId id="991" r:id="rId16"/>
    <p:sldId id="992" r:id="rId17"/>
    <p:sldId id="993" r:id="rId18"/>
    <p:sldId id="685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18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47D918-A9CC-4FD9-898F-CBE5C59835B0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8C8EC2-D1A8-4E19-BAC1-5015CD68E6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3348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FFD299-5733-4771-9AAE-DE7C9C43B45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7095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F7F07A-0CEA-06ED-4FCB-966F30BF7A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3AAFD0C-8261-DBA1-E119-B6F466E1EE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6F71F4-53CA-4E34-35D9-A3E29315E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95A1A-7E94-4652-BBD5-5AB42AD8844A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F52930-7E24-F684-9102-2A85D6A8D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E67F6B-F7F2-D35A-0448-A0883E88C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7EE6E-BDEF-4B49-A020-743B90166B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0232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CC4037-EC27-FB6F-D183-0A15BF467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7EE81B-5820-5D93-28CC-35D4ABFB5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7F8406-2E04-508F-0471-9A0136B27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95A1A-7E94-4652-BBD5-5AB42AD8844A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014FF2-AB32-5F2E-BEB2-47ED65DD1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1E1622-745C-91E3-B5D3-9010BEA0D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7EE6E-BDEF-4B49-A020-743B90166B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8713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8A910C-F99C-8E32-EBEA-73202132A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39F634-6399-FC19-4BE9-AFFABEA747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EEEDCA-2653-B19D-C490-AA4376101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95A1A-7E94-4652-BBD5-5AB42AD8844A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185D94-0434-09DB-69C0-BCE762476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9F9F98-D244-E5F4-49F1-2B0810BBF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7EE6E-BDEF-4B49-A020-743B90166B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4346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10891A-FE22-720A-9518-96BD6B7BF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578CD3-E66E-99E0-9E0D-536AAAE75E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57C0DC5-8A2F-317E-DDCC-5F96A478C3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6CD6F3D-0395-D209-CDFE-96569E84D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95A1A-7E94-4652-BBD5-5AB42AD8844A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AE8CE47-7085-74CB-A376-6E08FCDEA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A64CD15-121A-BD19-5AEE-8D0ADD4F6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7EE6E-BDEF-4B49-A020-743B90166B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4242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610A1A-B670-B217-901A-34B957CBA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ADB80DA-2E2C-C962-C977-14C137646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D001E8F-ACBA-919A-A9C9-9456BFBA62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E7F2502-62C3-DC0A-908C-82184C7E19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3F1D4A3-7273-AB61-5247-6F926E24D5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CAA8DB3-1C79-A4AD-333F-AC7EF6C7B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95A1A-7E94-4652-BBD5-5AB42AD8844A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1FC4866-12C9-88A3-ED21-2FB5F205E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83CD9EE-E8AA-992B-3A88-57FF53EDF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7EE6E-BDEF-4B49-A020-743B90166B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7248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F99D2C-BD04-D26B-12FA-5ACBD4298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6617237-90CF-5B8F-00E3-5E0BF4B81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95A1A-7E94-4652-BBD5-5AB42AD8844A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412B46B-0420-9014-4846-D7C84B82E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8192B04-A954-3ACB-E8C1-C55B22695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7EE6E-BDEF-4B49-A020-743B90166B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765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443FF69-A05F-E7D0-8084-03D75F792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95A1A-7E94-4652-BBD5-5AB42AD8844A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55EF128-651C-7541-6AF0-8497DF538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1CF4745-CA85-95F3-E17A-3DB1A9A9A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7EE6E-BDEF-4B49-A020-743B90166B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809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FFA0E8-D7EA-26AE-B57C-5308DD144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608A1B-3FA1-6B1A-0A12-94D6776A9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92F6BAD-6D9C-CC80-564A-F4AD840281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89C548-E7F3-C7CF-61A4-53ED7543F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95A1A-7E94-4652-BBD5-5AB42AD8844A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07A18B6-70EE-25BB-505A-2E9A65196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187AFB-F7C4-FB5F-2CB0-E2891B9DB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7EE6E-BDEF-4B49-A020-743B90166B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6460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9F1B30-BB9C-CB3F-29F6-733869778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F078748-8E0B-1AC8-AD07-B05267DA89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F9B88B5-35A3-54C8-2417-E86EB9BBF2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008F96-9FE0-C0E5-2D2E-2AA6B0E2E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95A1A-7E94-4652-BBD5-5AB42AD8844A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C9A337A-8D8F-EEF4-CF20-6C2C8FD5E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0356AB-CC66-30D6-CEEF-827CACF73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7EE6E-BDEF-4B49-A020-743B90166B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9772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81A3CC-43F2-66AE-DBBA-CAA897A92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D2B47B7-A44E-C785-A657-FB1CE609A1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C88B4C-A5DB-52CB-7A70-38EA90BC6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95A1A-7E94-4652-BBD5-5AB42AD8844A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A7995E-FD9E-3007-BFB1-AFF484E23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420938-4494-600F-D5D8-D756C8780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7EE6E-BDEF-4B49-A020-743B90166B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4459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F7BDD9D-9957-9F38-5531-FF55767588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4DD53A7-BEB1-BCEA-061D-AA59ADC5E4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384ABC-1F3C-5DB0-9EB5-6F2807CF5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95A1A-7E94-4652-BBD5-5AB42AD8844A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68596D-9D4F-46DD-57CA-8D6155C05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EFC410-CCB0-09D7-D46F-789B08ED7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7EE6E-BDEF-4B49-A020-743B90166B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91442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475DEE-87D8-495E-A3A8-1A8F505E133B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C7BD00-3484-4EF7-927F-3F7F140191D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92270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F17EB4-49A3-48EB-8D69-1BF6D5C5F334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E81A69-409A-4893-B097-E6B54ED4659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119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3E3090-995F-4D0F-8418-D0435CE438AC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229B24-ADCA-488A-B454-8E0DDC24B01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85259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3BE796-90CC-4CC3-ADB7-7C885AE4FD2B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8E87B9-FF04-4BD9-AC47-ECADA989849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94321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DE7D9C-89FA-4955-9F38-D1D9BEF95245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248A5F-B4C3-43C1-A819-03318D9AAB7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42498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E43D69-AED9-4EFB-A169-1E679CA67F76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A72EC5-B683-4B2C-A754-938D9E978CF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68074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11CB63-1E4B-4827-9894-6C4F9C72F69A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DF4731-D6A6-4B95-A7BE-0011588F883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35326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BCAB22-B417-4DB7-8C6E-0BEFF018258C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E5B924-B570-4DAF-9125-5E7699056B6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00070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3C6439-583A-4FC5-90DC-52A5D217C50C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80E7DB-1803-4059-AA99-1D10E9E8319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02519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59E2D0-A0E6-4919-AB29-2A6A781BC4E7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9CE955-4E26-4138-B26C-839081B892C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58745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4B729A-DE0B-4371-A628-A896D92F78A9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010200-0D58-4205-9DAE-2D7D0CA57D1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33989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5302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284C6DE-C613-11F0-2356-93C3ECF94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A4A58C6-2AC9-4CD3-BFAF-A24FCE8013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057C86-4BD1-554F-C6F3-E2BE3E9CFE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B95A1A-7E94-4652-BBD5-5AB42AD8844A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D2FE57-F4EF-0459-4421-F8B3F990FE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065663-1386-372E-DDAC-621758236C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C7EE6E-BDEF-4B49-A020-743B90166B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611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6CCA3FE-DB03-4BD2-8674-6142A6807BFE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1152CD1-8330-4D4F-98A8-808FD403724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6306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13" Type="http://schemas.openxmlformats.org/officeDocument/2006/relationships/image" Target="../media/image10.png"/><Relationship Id="rId18" Type="http://schemas.openxmlformats.org/officeDocument/2006/relationships/oleObject" Target="../embeddings/oleObject8.bin"/><Relationship Id="rId3" Type="http://schemas.openxmlformats.org/officeDocument/2006/relationships/oleObject" Target="../embeddings/oleObject1.bin"/><Relationship Id="rId21" Type="http://schemas.openxmlformats.org/officeDocument/2006/relationships/image" Target="../media/image14.wmf"/><Relationship Id="rId7" Type="http://schemas.openxmlformats.org/officeDocument/2006/relationships/oleObject" Target="../embeddings/oleObject3.bin"/><Relationship Id="rId12" Type="http://schemas.openxmlformats.org/officeDocument/2006/relationships/image" Target="../media/image9.wmf"/><Relationship Id="rId17" Type="http://schemas.openxmlformats.org/officeDocument/2006/relationships/image" Target="../media/image12.wmf"/><Relationship Id="rId2" Type="http://schemas.openxmlformats.org/officeDocument/2006/relationships/slideLayout" Target="../slideLayouts/slideLayout13.xml"/><Relationship Id="rId16" Type="http://schemas.openxmlformats.org/officeDocument/2006/relationships/oleObject" Target="../embeddings/oleObject7.bin"/><Relationship Id="rId20" Type="http://schemas.openxmlformats.org/officeDocument/2006/relationships/oleObject" Target="../embeddings/oleObject9.bin"/><Relationship Id="rId1" Type="http://schemas.openxmlformats.org/officeDocument/2006/relationships/tags" Target="../tags/tag1.xml"/><Relationship Id="rId6" Type="http://schemas.openxmlformats.org/officeDocument/2006/relationships/image" Target="../media/image6.e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image" Target="../media/image11.wmf"/><Relationship Id="rId23" Type="http://schemas.openxmlformats.org/officeDocument/2006/relationships/image" Target="../media/image15.wmf"/><Relationship Id="rId10" Type="http://schemas.openxmlformats.org/officeDocument/2006/relationships/image" Target="../media/image8.wmf"/><Relationship Id="rId19" Type="http://schemas.openxmlformats.org/officeDocument/2006/relationships/image" Target="../media/image13.wmf"/><Relationship Id="rId4" Type="http://schemas.openxmlformats.org/officeDocument/2006/relationships/image" Target="../media/image5.emf"/><Relationship Id="rId9" Type="http://schemas.openxmlformats.org/officeDocument/2006/relationships/oleObject" Target="../embeddings/oleObject4.bin"/><Relationship Id="rId14" Type="http://schemas.openxmlformats.org/officeDocument/2006/relationships/oleObject" Target="../embeddings/oleObject6.bin"/><Relationship Id="rId22" Type="http://schemas.openxmlformats.org/officeDocument/2006/relationships/oleObject" Target="../embeddings/oleObject10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image" Target="../media/image18.emf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Relationship Id="rId6" Type="http://schemas.openxmlformats.org/officeDocument/2006/relationships/image" Target="../media/image17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6.emf"/><Relationship Id="rId9" Type="http://schemas.openxmlformats.org/officeDocument/2006/relationships/image" Target="../media/image11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oleObject" Target="../embeddings/oleObject16.bin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23.e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5.emf"/><Relationship Id="rId1" Type="http://schemas.openxmlformats.org/officeDocument/2006/relationships/tags" Target="../tags/tag3.xml"/><Relationship Id="rId6" Type="http://schemas.openxmlformats.org/officeDocument/2006/relationships/image" Target="../media/image20.w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5" Type="http://schemas.openxmlformats.org/officeDocument/2006/relationships/oleObject" Target="../embeddings/oleObject17.bin"/><Relationship Id="rId10" Type="http://schemas.openxmlformats.org/officeDocument/2006/relationships/image" Target="../media/image22.emf"/><Relationship Id="rId4" Type="http://schemas.openxmlformats.org/officeDocument/2006/relationships/image" Target="../media/image19.emf"/><Relationship Id="rId9" Type="http://schemas.openxmlformats.org/officeDocument/2006/relationships/oleObject" Target="../embeddings/oleObject14.bin"/><Relationship Id="rId14" Type="http://schemas.openxmlformats.org/officeDocument/2006/relationships/image" Target="../media/image24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13" Type="http://schemas.openxmlformats.org/officeDocument/2006/relationships/oleObject" Target="../embeddings/oleObject23.bin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30.e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32.emf"/><Relationship Id="rId1" Type="http://schemas.openxmlformats.org/officeDocument/2006/relationships/tags" Target="../tags/tag4.xml"/><Relationship Id="rId6" Type="http://schemas.openxmlformats.org/officeDocument/2006/relationships/image" Target="../media/image27.emf"/><Relationship Id="rId11" Type="http://schemas.openxmlformats.org/officeDocument/2006/relationships/oleObject" Target="../embeddings/oleObject22.bin"/><Relationship Id="rId5" Type="http://schemas.openxmlformats.org/officeDocument/2006/relationships/oleObject" Target="../embeddings/oleObject19.bin"/><Relationship Id="rId15" Type="http://schemas.openxmlformats.org/officeDocument/2006/relationships/oleObject" Target="../embeddings/oleObject24.bin"/><Relationship Id="rId10" Type="http://schemas.openxmlformats.org/officeDocument/2006/relationships/image" Target="../media/image29.wmf"/><Relationship Id="rId4" Type="http://schemas.openxmlformats.org/officeDocument/2006/relationships/image" Target="../media/image26.wmf"/><Relationship Id="rId9" Type="http://schemas.openxmlformats.org/officeDocument/2006/relationships/oleObject" Target="../embeddings/oleObject21.bin"/><Relationship Id="rId14" Type="http://schemas.openxmlformats.org/officeDocument/2006/relationships/image" Target="../media/image31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emf"/><Relationship Id="rId3" Type="http://schemas.openxmlformats.org/officeDocument/2006/relationships/image" Target="../media/image33.png"/><Relationship Id="rId7" Type="http://schemas.openxmlformats.org/officeDocument/2006/relationships/oleObject" Target="../embeddings/oleObject26.bin"/><Relationship Id="rId12" Type="http://schemas.openxmlformats.org/officeDocument/2006/relationships/image" Target="../media/image37.emf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28.bin"/><Relationship Id="rId5" Type="http://schemas.openxmlformats.org/officeDocument/2006/relationships/oleObject" Target="../embeddings/oleObject25.bin"/><Relationship Id="rId10" Type="http://schemas.openxmlformats.org/officeDocument/2006/relationships/image" Target="../media/image36.emf"/><Relationship Id="rId4" Type="http://schemas.openxmlformats.org/officeDocument/2006/relationships/image" Target="../media/image10.png"/><Relationship Id="rId9" Type="http://schemas.openxmlformats.org/officeDocument/2006/relationships/oleObject" Target="../embeddings/oleObject27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emf"/><Relationship Id="rId13" Type="http://schemas.openxmlformats.org/officeDocument/2006/relationships/oleObject" Target="../embeddings/oleObject34.bin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1.bin"/><Relationship Id="rId12" Type="http://schemas.openxmlformats.org/officeDocument/2006/relationships/image" Target="../media/image42.emf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Relationship Id="rId6" Type="http://schemas.openxmlformats.org/officeDocument/2006/relationships/image" Target="../media/image39.emf"/><Relationship Id="rId11" Type="http://schemas.openxmlformats.org/officeDocument/2006/relationships/oleObject" Target="../embeddings/oleObject33.bin"/><Relationship Id="rId5" Type="http://schemas.openxmlformats.org/officeDocument/2006/relationships/oleObject" Target="../embeddings/oleObject30.bin"/><Relationship Id="rId15" Type="http://schemas.openxmlformats.org/officeDocument/2006/relationships/image" Target="../media/image44.emf"/><Relationship Id="rId10" Type="http://schemas.openxmlformats.org/officeDocument/2006/relationships/image" Target="../media/image41.emf"/><Relationship Id="rId4" Type="http://schemas.openxmlformats.org/officeDocument/2006/relationships/image" Target="../media/image38.emf"/><Relationship Id="rId9" Type="http://schemas.openxmlformats.org/officeDocument/2006/relationships/oleObject" Target="../embeddings/oleObject32.bin"/><Relationship Id="rId14" Type="http://schemas.openxmlformats.org/officeDocument/2006/relationships/image" Target="../media/image43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13" Type="http://schemas.openxmlformats.org/officeDocument/2006/relationships/oleObject" Target="../embeddings/oleObject40.bin"/><Relationship Id="rId18" Type="http://schemas.openxmlformats.org/officeDocument/2006/relationships/image" Target="../media/image52.wmf"/><Relationship Id="rId3" Type="http://schemas.openxmlformats.org/officeDocument/2006/relationships/oleObject" Target="../embeddings/oleObject35.bin"/><Relationship Id="rId21" Type="http://schemas.openxmlformats.org/officeDocument/2006/relationships/oleObject" Target="../embeddings/oleObject44.bin"/><Relationship Id="rId7" Type="http://schemas.openxmlformats.org/officeDocument/2006/relationships/oleObject" Target="../embeddings/oleObject37.bin"/><Relationship Id="rId12" Type="http://schemas.openxmlformats.org/officeDocument/2006/relationships/image" Target="../media/image49.wmf"/><Relationship Id="rId17" Type="http://schemas.openxmlformats.org/officeDocument/2006/relationships/oleObject" Target="../embeddings/oleObject42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51.wmf"/><Relationship Id="rId20" Type="http://schemas.openxmlformats.org/officeDocument/2006/relationships/image" Target="../media/image53.wmf"/><Relationship Id="rId1" Type="http://schemas.openxmlformats.org/officeDocument/2006/relationships/tags" Target="../tags/tag7.xml"/><Relationship Id="rId6" Type="http://schemas.openxmlformats.org/officeDocument/2006/relationships/image" Target="../media/image46.wmf"/><Relationship Id="rId11" Type="http://schemas.openxmlformats.org/officeDocument/2006/relationships/oleObject" Target="../embeddings/oleObject39.bin"/><Relationship Id="rId5" Type="http://schemas.openxmlformats.org/officeDocument/2006/relationships/oleObject" Target="../embeddings/oleObject36.bin"/><Relationship Id="rId15" Type="http://schemas.openxmlformats.org/officeDocument/2006/relationships/oleObject" Target="../embeddings/oleObject41.bin"/><Relationship Id="rId10" Type="http://schemas.openxmlformats.org/officeDocument/2006/relationships/image" Target="../media/image48.wmf"/><Relationship Id="rId19" Type="http://schemas.openxmlformats.org/officeDocument/2006/relationships/oleObject" Target="../embeddings/oleObject43.bin"/><Relationship Id="rId4" Type="http://schemas.openxmlformats.org/officeDocument/2006/relationships/image" Target="../media/image45.wmf"/><Relationship Id="rId9" Type="http://schemas.openxmlformats.org/officeDocument/2006/relationships/oleObject" Target="../embeddings/oleObject38.bin"/><Relationship Id="rId14" Type="http://schemas.openxmlformats.org/officeDocument/2006/relationships/image" Target="../media/image50.wmf"/><Relationship Id="rId22" Type="http://schemas.openxmlformats.org/officeDocument/2006/relationships/image" Target="../media/image54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emf"/><Relationship Id="rId13" Type="http://schemas.openxmlformats.org/officeDocument/2006/relationships/oleObject" Target="../embeddings/oleObject50.bin"/><Relationship Id="rId18" Type="http://schemas.openxmlformats.org/officeDocument/2006/relationships/image" Target="../media/image54.wmf"/><Relationship Id="rId3" Type="http://schemas.openxmlformats.org/officeDocument/2006/relationships/oleObject" Target="../embeddings/oleObject45.bin"/><Relationship Id="rId21" Type="http://schemas.openxmlformats.org/officeDocument/2006/relationships/oleObject" Target="../embeddings/oleObject52.bin"/><Relationship Id="rId7" Type="http://schemas.openxmlformats.org/officeDocument/2006/relationships/oleObject" Target="../embeddings/oleObject47.bin"/><Relationship Id="rId12" Type="http://schemas.openxmlformats.org/officeDocument/2006/relationships/image" Target="../media/image59.wmf"/><Relationship Id="rId17" Type="http://schemas.openxmlformats.org/officeDocument/2006/relationships/oleObject" Target="../embeddings/oleObject44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61.wmf"/><Relationship Id="rId20" Type="http://schemas.openxmlformats.org/officeDocument/2006/relationships/image" Target="../media/image53.wmf"/><Relationship Id="rId1" Type="http://schemas.openxmlformats.org/officeDocument/2006/relationships/tags" Target="../tags/tag8.xml"/><Relationship Id="rId6" Type="http://schemas.openxmlformats.org/officeDocument/2006/relationships/image" Target="../media/image56.wmf"/><Relationship Id="rId11" Type="http://schemas.openxmlformats.org/officeDocument/2006/relationships/oleObject" Target="../embeddings/oleObject49.bin"/><Relationship Id="rId24" Type="http://schemas.openxmlformats.org/officeDocument/2006/relationships/image" Target="../media/image63.wmf"/><Relationship Id="rId5" Type="http://schemas.openxmlformats.org/officeDocument/2006/relationships/oleObject" Target="../embeddings/oleObject46.bin"/><Relationship Id="rId15" Type="http://schemas.openxmlformats.org/officeDocument/2006/relationships/oleObject" Target="../embeddings/oleObject51.bin"/><Relationship Id="rId23" Type="http://schemas.openxmlformats.org/officeDocument/2006/relationships/oleObject" Target="../embeddings/oleObject53.bin"/><Relationship Id="rId10" Type="http://schemas.openxmlformats.org/officeDocument/2006/relationships/image" Target="../media/image58.emf"/><Relationship Id="rId19" Type="http://schemas.openxmlformats.org/officeDocument/2006/relationships/oleObject" Target="../embeddings/oleObject43.bin"/><Relationship Id="rId4" Type="http://schemas.openxmlformats.org/officeDocument/2006/relationships/image" Target="../media/image55.emf"/><Relationship Id="rId9" Type="http://schemas.openxmlformats.org/officeDocument/2006/relationships/oleObject" Target="../embeddings/oleObject48.bin"/><Relationship Id="rId14" Type="http://schemas.openxmlformats.org/officeDocument/2006/relationships/image" Target="../media/image60.wmf"/><Relationship Id="rId22" Type="http://schemas.openxmlformats.org/officeDocument/2006/relationships/image" Target="../media/image62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emf"/><Relationship Id="rId13" Type="http://schemas.openxmlformats.org/officeDocument/2006/relationships/oleObject" Target="../embeddings/oleObject59.bin"/><Relationship Id="rId18" Type="http://schemas.openxmlformats.org/officeDocument/2006/relationships/image" Target="../media/image54.wmf"/><Relationship Id="rId3" Type="http://schemas.openxmlformats.org/officeDocument/2006/relationships/oleObject" Target="../embeddings/oleObject54.bin"/><Relationship Id="rId21" Type="http://schemas.openxmlformats.org/officeDocument/2006/relationships/oleObject" Target="../embeddings/oleObject61.bin"/><Relationship Id="rId7" Type="http://schemas.openxmlformats.org/officeDocument/2006/relationships/oleObject" Target="../embeddings/oleObject56.bin"/><Relationship Id="rId12" Type="http://schemas.openxmlformats.org/officeDocument/2006/relationships/image" Target="../media/image67.wmf"/><Relationship Id="rId17" Type="http://schemas.openxmlformats.org/officeDocument/2006/relationships/oleObject" Target="../embeddings/oleObject44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68.wmf"/><Relationship Id="rId20" Type="http://schemas.openxmlformats.org/officeDocument/2006/relationships/image" Target="../media/image53.wmf"/><Relationship Id="rId1" Type="http://schemas.openxmlformats.org/officeDocument/2006/relationships/tags" Target="../tags/tag9.xml"/><Relationship Id="rId6" Type="http://schemas.openxmlformats.org/officeDocument/2006/relationships/image" Target="../media/image56.wmf"/><Relationship Id="rId11" Type="http://schemas.openxmlformats.org/officeDocument/2006/relationships/oleObject" Target="../embeddings/oleObject58.bin"/><Relationship Id="rId24" Type="http://schemas.openxmlformats.org/officeDocument/2006/relationships/image" Target="../media/image63.wmf"/><Relationship Id="rId5" Type="http://schemas.openxmlformats.org/officeDocument/2006/relationships/oleObject" Target="../embeddings/oleObject55.bin"/><Relationship Id="rId15" Type="http://schemas.openxmlformats.org/officeDocument/2006/relationships/oleObject" Target="../embeddings/oleObject60.bin"/><Relationship Id="rId23" Type="http://schemas.openxmlformats.org/officeDocument/2006/relationships/oleObject" Target="../embeddings/oleObject53.bin"/><Relationship Id="rId10" Type="http://schemas.openxmlformats.org/officeDocument/2006/relationships/image" Target="../media/image66.emf"/><Relationship Id="rId19" Type="http://schemas.openxmlformats.org/officeDocument/2006/relationships/oleObject" Target="../embeddings/oleObject43.bin"/><Relationship Id="rId4" Type="http://schemas.openxmlformats.org/officeDocument/2006/relationships/image" Target="../media/image64.emf"/><Relationship Id="rId9" Type="http://schemas.openxmlformats.org/officeDocument/2006/relationships/oleObject" Target="../embeddings/oleObject57.bin"/><Relationship Id="rId14" Type="http://schemas.openxmlformats.org/officeDocument/2006/relationships/image" Target="../media/image60.wmf"/><Relationship Id="rId22" Type="http://schemas.openxmlformats.org/officeDocument/2006/relationships/image" Target="../media/image69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emf"/><Relationship Id="rId13" Type="http://schemas.openxmlformats.org/officeDocument/2006/relationships/oleObject" Target="../embeddings/oleObject67.bin"/><Relationship Id="rId18" Type="http://schemas.openxmlformats.org/officeDocument/2006/relationships/image" Target="../media/image54.wmf"/><Relationship Id="rId3" Type="http://schemas.openxmlformats.org/officeDocument/2006/relationships/oleObject" Target="../embeddings/oleObject62.bin"/><Relationship Id="rId21" Type="http://schemas.openxmlformats.org/officeDocument/2006/relationships/oleObject" Target="../embeddings/oleObject69.bin"/><Relationship Id="rId7" Type="http://schemas.openxmlformats.org/officeDocument/2006/relationships/oleObject" Target="../embeddings/oleObject64.bin"/><Relationship Id="rId12" Type="http://schemas.openxmlformats.org/officeDocument/2006/relationships/image" Target="../media/image67.wmf"/><Relationship Id="rId17" Type="http://schemas.openxmlformats.org/officeDocument/2006/relationships/oleObject" Target="../embeddings/oleObject44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74.wmf"/><Relationship Id="rId20" Type="http://schemas.openxmlformats.org/officeDocument/2006/relationships/image" Target="../media/image53.wmf"/><Relationship Id="rId1" Type="http://schemas.openxmlformats.org/officeDocument/2006/relationships/tags" Target="../tags/tag10.xml"/><Relationship Id="rId6" Type="http://schemas.openxmlformats.org/officeDocument/2006/relationships/image" Target="../media/image56.wmf"/><Relationship Id="rId11" Type="http://schemas.openxmlformats.org/officeDocument/2006/relationships/oleObject" Target="../embeddings/oleObject66.bin"/><Relationship Id="rId24" Type="http://schemas.openxmlformats.org/officeDocument/2006/relationships/image" Target="../media/image63.wmf"/><Relationship Id="rId5" Type="http://schemas.openxmlformats.org/officeDocument/2006/relationships/oleObject" Target="../embeddings/oleObject63.bin"/><Relationship Id="rId15" Type="http://schemas.openxmlformats.org/officeDocument/2006/relationships/oleObject" Target="../embeddings/oleObject68.bin"/><Relationship Id="rId23" Type="http://schemas.openxmlformats.org/officeDocument/2006/relationships/oleObject" Target="../embeddings/oleObject53.bin"/><Relationship Id="rId10" Type="http://schemas.openxmlformats.org/officeDocument/2006/relationships/image" Target="../media/image72.emf"/><Relationship Id="rId19" Type="http://schemas.openxmlformats.org/officeDocument/2006/relationships/oleObject" Target="../embeddings/oleObject43.bin"/><Relationship Id="rId4" Type="http://schemas.openxmlformats.org/officeDocument/2006/relationships/image" Target="../media/image70.emf"/><Relationship Id="rId9" Type="http://schemas.openxmlformats.org/officeDocument/2006/relationships/oleObject" Target="../embeddings/oleObject65.bin"/><Relationship Id="rId14" Type="http://schemas.openxmlformats.org/officeDocument/2006/relationships/image" Target="../media/image73.wmf"/><Relationship Id="rId22" Type="http://schemas.openxmlformats.org/officeDocument/2006/relationships/image" Target="../media/image75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emf"/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70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1.xml"/><Relationship Id="rId6" Type="http://schemas.openxmlformats.org/officeDocument/2006/relationships/image" Target="../media/image53.w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54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wmf"/><Relationship Id="rId13" Type="http://schemas.openxmlformats.org/officeDocument/2006/relationships/oleObject" Target="../embeddings/oleObject75.bin"/><Relationship Id="rId18" Type="http://schemas.openxmlformats.org/officeDocument/2006/relationships/image" Target="../media/image82.wmf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72.bin"/><Relationship Id="rId12" Type="http://schemas.openxmlformats.org/officeDocument/2006/relationships/image" Target="../media/image79.wmf"/><Relationship Id="rId17" Type="http://schemas.openxmlformats.org/officeDocument/2006/relationships/oleObject" Target="../embeddings/oleObject77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81.wmf"/><Relationship Id="rId1" Type="http://schemas.openxmlformats.org/officeDocument/2006/relationships/tags" Target="../tags/tag12.xml"/><Relationship Id="rId6" Type="http://schemas.openxmlformats.org/officeDocument/2006/relationships/image" Target="../media/image46.wmf"/><Relationship Id="rId11" Type="http://schemas.openxmlformats.org/officeDocument/2006/relationships/oleObject" Target="../embeddings/oleObject74.bin"/><Relationship Id="rId5" Type="http://schemas.openxmlformats.org/officeDocument/2006/relationships/oleObject" Target="../embeddings/oleObject71.bin"/><Relationship Id="rId15" Type="http://schemas.openxmlformats.org/officeDocument/2006/relationships/oleObject" Target="../embeddings/oleObject76.bin"/><Relationship Id="rId10" Type="http://schemas.openxmlformats.org/officeDocument/2006/relationships/image" Target="../media/image78.wmf"/><Relationship Id="rId4" Type="http://schemas.openxmlformats.org/officeDocument/2006/relationships/image" Target="../media/image45.wmf"/><Relationship Id="rId9" Type="http://schemas.openxmlformats.org/officeDocument/2006/relationships/oleObject" Target="../embeddings/oleObject73.bin"/><Relationship Id="rId14" Type="http://schemas.openxmlformats.org/officeDocument/2006/relationships/image" Target="../media/image80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wmf"/><Relationship Id="rId13" Type="http://schemas.openxmlformats.org/officeDocument/2006/relationships/oleObject" Target="../embeddings/oleObject83.bin"/><Relationship Id="rId18" Type="http://schemas.openxmlformats.org/officeDocument/2006/relationships/image" Target="../media/image89.wmf"/><Relationship Id="rId3" Type="http://schemas.openxmlformats.org/officeDocument/2006/relationships/oleObject" Target="../embeddings/oleObject78.bin"/><Relationship Id="rId7" Type="http://schemas.openxmlformats.org/officeDocument/2006/relationships/oleObject" Target="../embeddings/oleObject80.bin"/><Relationship Id="rId12" Type="http://schemas.openxmlformats.org/officeDocument/2006/relationships/image" Target="../media/image87.wmf"/><Relationship Id="rId17" Type="http://schemas.openxmlformats.org/officeDocument/2006/relationships/oleObject" Target="../embeddings/oleObject84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82.wmf"/><Relationship Id="rId1" Type="http://schemas.openxmlformats.org/officeDocument/2006/relationships/tags" Target="../tags/tag13.xml"/><Relationship Id="rId6" Type="http://schemas.openxmlformats.org/officeDocument/2006/relationships/image" Target="../media/image84.wmf"/><Relationship Id="rId11" Type="http://schemas.openxmlformats.org/officeDocument/2006/relationships/oleObject" Target="../embeddings/oleObject82.bin"/><Relationship Id="rId5" Type="http://schemas.openxmlformats.org/officeDocument/2006/relationships/oleObject" Target="../embeddings/oleObject79.bin"/><Relationship Id="rId15" Type="http://schemas.openxmlformats.org/officeDocument/2006/relationships/oleObject" Target="../embeddings/oleObject77.bin"/><Relationship Id="rId10" Type="http://schemas.openxmlformats.org/officeDocument/2006/relationships/image" Target="../media/image86.wmf"/><Relationship Id="rId4" Type="http://schemas.openxmlformats.org/officeDocument/2006/relationships/image" Target="../media/image83.emf"/><Relationship Id="rId9" Type="http://schemas.openxmlformats.org/officeDocument/2006/relationships/oleObject" Target="../embeddings/oleObject81.bin"/><Relationship Id="rId14" Type="http://schemas.openxmlformats.org/officeDocument/2006/relationships/image" Target="../media/image88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wmf"/><Relationship Id="rId13" Type="http://schemas.openxmlformats.org/officeDocument/2006/relationships/oleObject" Target="../embeddings/oleObject90.bin"/><Relationship Id="rId18" Type="http://schemas.openxmlformats.org/officeDocument/2006/relationships/image" Target="../media/image89.wmf"/><Relationship Id="rId3" Type="http://schemas.openxmlformats.org/officeDocument/2006/relationships/oleObject" Target="../embeddings/oleObject85.bin"/><Relationship Id="rId7" Type="http://schemas.openxmlformats.org/officeDocument/2006/relationships/oleObject" Target="../embeddings/oleObject87.bin"/><Relationship Id="rId12" Type="http://schemas.openxmlformats.org/officeDocument/2006/relationships/image" Target="../media/image92.wmf"/><Relationship Id="rId17" Type="http://schemas.openxmlformats.org/officeDocument/2006/relationships/oleObject" Target="../embeddings/oleObject84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82.wmf"/><Relationship Id="rId1" Type="http://schemas.openxmlformats.org/officeDocument/2006/relationships/tags" Target="../tags/tag14.xml"/><Relationship Id="rId6" Type="http://schemas.openxmlformats.org/officeDocument/2006/relationships/image" Target="../media/image84.wmf"/><Relationship Id="rId11" Type="http://schemas.openxmlformats.org/officeDocument/2006/relationships/oleObject" Target="../embeddings/oleObject89.bin"/><Relationship Id="rId5" Type="http://schemas.openxmlformats.org/officeDocument/2006/relationships/oleObject" Target="../embeddings/oleObject86.bin"/><Relationship Id="rId15" Type="http://schemas.openxmlformats.org/officeDocument/2006/relationships/oleObject" Target="../embeddings/oleObject77.bin"/><Relationship Id="rId10" Type="http://schemas.openxmlformats.org/officeDocument/2006/relationships/image" Target="../media/image91.wmf"/><Relationship Id="rId4" Type="http://schemas.openxmlformats.org/officeDocument/2006/relationships/image" Target="../media/image90.emf"/><Relationship Id="rId9" Type="http://schemas.openxmlformats.org/officeDocument/2006/relationships/oleObject" Target="../embeddings/oleObject88.bin"/><Relationship Id="rId14" Type="http://schemas.openxmlformats.org/officeDocument/2006/relationships/image" Target="../media/image93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emf"/><Relationship Id="rId13" Type="http://schemas.openxmlformats.org/officeDocument/2006/relationships/oleObject" Target="../embeddings/oleObject96.bin"/><Relationship Id="rId18" Type="http://schemas.openxmlformats.org/officeDocument/2006/relationships/image" Target="../media/image101.emf"/><Relationship Id="rId3" Type="http://schemas.openxmlformats.org/officeDocument/2006/relationships/oleObject" Target="../embeddings/oleObject91.bin"/><Relationship Id="rId21" Type="http://schemas.openxmlformats.org/officeDocument/2006/relationships/oleObject" Target="../embeddings/oleObject100.bin"/><Relationship Id="rId7" Type="http://schemas.openxmlformats.org/officeDocument/2006/relationships/oleObject" Target="../embeddings/oleObject93.bin"/><Relationship Id="rId12" Type="http://schemas.openxmlformats.org/officeDocument/2006/relationships/image" Target="../media/image98.emf"/><Relationship Id="rId17" Type="http://schemas.openxmlformats.org/officeDocument/2006/relationships/oleObject" Target="../embeddings/oleObject98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00.emf"/><Relationship Id="rId20" Type="http://schemas.openxmlformats.org/officeDocument/2006/relationships/image" Target="../media/image102.emf"/><Relationship Id="rId1" Type="http://schemas.openxmlformats.org/officeDocument/2006/relationships/tags" Target="../tags/tag15.xml"/><Relationship Id="rId6" Type="http://schemas.openxmlformats.org/officeDocument/2006/relationships/image" Target="../media/image95.emf"/><Relationship Id="rId11" Type="http://schemas.openxmlformats.org/officeDocument/2006/relationships/oleObject" Target="../embeddings/oleObject95.bin"/><Relationship Id="rId5" Type="http://schemas.openxmlformats.org/officeDocument/2006/relationships/oleObject" Target="../embeddings/oleObject92.bin"/><Relationship Id="rId15" Type="http://schemas.openxmlformats.org/officeDocument/2006/relationships/oleObject" Target="../embeddings/oleObject97.bin"/><Relationship Id="rId10" Type="http://schemas.openxmlformats.org/officeDocument/2006/relationships/image" Target="../media/image97.emf"/><Relationship Id="rId19" Type="http://schemas.openxmlformats.org/officeDocument/2006/relationships/oleObject" Target="../embeddings/oleObject99.bin"/><Relationship Id="rId4" Type="http://schemas.openxmlformats.org/officeDocument/2006/relationships/image" Target="../media/image94.emf"/><Relationship Id="rId9" Type="http://schemas.openxmlformats.org/officeDocument/2006/relationships/oleObject" Target="../embeddings/oleObject94.bin"/><Relationship Id="rId14" Type="http://schemas.openxmlformats.org/officeDocument/2006/relationships/image" Target="../media/image99.emf"/><Relationship Id="rId22" Type="http://schemas.openxmlformats.org/officeDocument/2006/relationships/image" Target="../media/image103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1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6.xml"/><Relationship Id="rId4" Type="http://schemas.openxmlformats.org/officeDocument/2006/relationships/image" Target="../media/image10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11EFEA7-FA88-4189-ADA0-E981D66A7BD6}"/>
              </a:ext>
            </a:extLst>
          </p:cNvPr>
          <p:cNvSpPr/>
          <p:nvPr/>
        </p:nvSpPr>
        <p:spPr>
          <a:xfrm>
            <a:off x="-7588" y="2825231"/>
            <a:ext cx="12192000" cy="175589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4" tIns="60941" rIns="121884" bIns="6094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5AB6C4DD-A0BF-40AE-B8A0-61B15F904E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1991" y="4865328"/>
            <a:ext cx="1728018" cy="52322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梅杰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C3CFA301-9103-40F5-AA59-5E9DE0817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1878" y="2949317"/>
            <a:ext cx="9613068" cy="748988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267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第五章 解析函数的洛朗展式与孤立奇点</a:t>
            </a:r>
            <a:endParaRPr kumimoji="0" lang="en-US" altLang="zh-CN" sz="4267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6" name="Picture 2" descr="C:\Users\Administrator\Desktop\微立体创业计划\00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4725" y="381000"/>
            <a:ext cx="2622550" cy="262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组合 8"/>
          <p:cNvGrpSpPr>
            <a:grpSpLocks/>
          </p:cNvGrpSpPr>
          <p:nvPr/>
        </p:nvGrpSpPr>
        <p:grpSpPr bwMode="auto">
          <a:xfrm>
            <a:off x="4609307" y="74613"/>
            <a:ext cx="2973387" cy="2973387"/>
            <a:chOff x="3772486" y="313986"/>
            <a:chExt cx="2230535" cy="2230233"/>
          </a:xfrm>
        </p:grpSpPr>
        <p:pic>
          <p:nvPicPr>
            <p:cNvPr id="8" name="Picture 3" descr="C:\Users\Administrator\Desktop\微立体创业计划\002.png">
              <a:extLst>
                <a:ext uri="{FF2B5EF4-FFF2-40B4-BE49-F238E27FC236}">
                  <a16:creationId xmlns:a16="http://schemas.microsoft.com/office/drawing/2014/main" id="{FB952212-E3C0-4A86-9BFE-891480E817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772486" y="313986"/>
              <a:ext cx="2230535" cy="2230233"/>
            </a:xfrm>
            <a:prstGeom prst="rect">
              <a:avLst/>
            </a:prstGeom>
            <a:noFill/>
            <a:effectLst>
              <a:outerShdw blurRad="292100" dist="177800" dir="2460000" sx="99000" sy="99000" algn="l" rotWithShape="0">
                <a:schemeClr val="tx2">
                  <a:alpha val="39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3E073F90-BF9C-4EC7-B143-869478FEFF5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70863" y="520862"/>
              <a:ext cx="1852870" cy="1843787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0B3C429B-0E6F-A0D7-5AE8-37386B97AFCE}"/>
              </a:ext>
            </a:extLst>
          </p:cNvPr>
          <p:cNvSpPr txBox="1"/>
          <p:nvPr/>
        </p:nvSpPr>
        <p:spPr>
          <a:xfrm>
            <a:off x="3755790" y="3884666"/>
            <a:ext cx="4823613" cy="362078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en-US" altLang="zh-CN" sz="24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5.1 </a:t>
            </a:r>
            <a:r>
              <a:rPr lang="zh-CN" altLang="en-US" sz="24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解析函数的 </a:t>
            </a:r>
            <a:r>
              <a:rPr lang="en-US" altLang="zh-CN" sz="24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Laurant </a:t>
            </a:r>
            <a:r>
              <a:rPr lang="zh-CN" altLang="en-US" sz="24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展开式</a:t>
            </a:r>
          </a:p>
        </p:txBody>
      </p:sp>
    </p:spTree>
    <p:extLst>
      <p:ext uri="{BB962C8B-B14F-4D97-AF65-F5344CB8AC3E}">
        <p14:creationId xmlns:p14="http://schemas.microsoft.com/office/powerpoint/2010/main" val="2458834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324992" y="2334572"/>
            <a:ext cx="1063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结论</a:t>
            </a:r>
          </a:p>
        </p:txBody>
      </p:sp>
      <p:grpSp>
        <p:nvGrpSpPr>
          <p:cNvPr id="10" name="Group 78"/>
          <p:cNvGrpSpPr>
            <a:grpSpLocks/>
          </p:cNvGrpSpPr>
          <p:nvPr/>
        </p:nvGrpSpPr>
        <p:grpSpPr bwMode="auto">
          <a:xfrm>
            <a:off x="2145728" y="2174235"/>
            <a:ext cx="5054600" cy="774700"/>
            <a:chOff x="854" y="1189"/>
            <a:chExt cx="3184" cy="488"/>
          </a:xfrm>
        </p:grpSpPr>
        <p:sp>
          <p:nvSpPr>
            <p:cNvPr id="11" name="Rectangle 18"/>
            <p:cNvSpPr>
              <a:spLocks noChangeArrowheads="1"/>
            </p:cNvSpPr>
            <p:nvPr/>
          </p:nvSpPr>
          <p:spPr bwMode="auto">
            <a:xfrm>
              <a:off x="854" y="1297"/>
              <a:ext cx="31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(1)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如果级数                          收敛，</a:t>
              </a:r>
            </a:p>
          </p:txBody>
        </p:sp>
        <p:graphicFrame>
          <p:nvGraphicFramePr>
            <p:cNvPr id="12" name="Object 6"/>
            <p:cNvGraphicFramePr>
              <a:graphicFrameLocks/>
            </p:cNvGraphicFramePr>
            <p:nvPr/>
          </p:nvGraphicFramePr>
          <p:xfrm>
            <a:off x="1994" y="1189"/>
            <a:ext cx="1160" cy="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1841400" imgH="774360" progId="Equation.3">
                    <p:embed/>
                  </p:oleObj>
                </mc:Choice>
                <mc:Fallback>
                  <p:oleObj name="公式" r:id="rId3" imgW="1841400" imgH="774360" progId="Equation.3">
                    <p:embed/>
                    <p:pic>
                      <p:nvPicPr>
                        <p:cNvPr id="12" name="Object 6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4" y="1189"/>
                          <a:ext cx="1160" cy="4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Group 79"/>
          <p:cNvGrpSpPr>
            <a:grpSpLocks/>
          </p:cNvGrpSpPr>
          <p:nvPr/>
        </p:nvGrpSpPr>
        <p:grpSpPr bwMode="auto">
          <a:xfrm>
            <a:off x="2571179" y="3050535"/>
            <a:ext cx="5703888" cy="457200"/>
            <a:chOff x="1122" y="1741"/>
            <a:chExt cx="3593" cy="288"/>
          </a:xfrm>
        </p:grpSpPr>
        <p:graphicFrame>
          <p:nvGraphicFramePr>
            <p:cNvPr id="14" name="Object 5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994670317"/>
                </p:ext>
              </p:extLst>
            </p:nvPr>
          </p:nvGraphicFramePr>
          <p:xfrm>
            <a:off x="3283" y="1778"/>
            <a:ext cx="1432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2273040" imgH="380880" progId="Equation.3">
                    <p:embed/>
                  </p:oleObj>
                </mc:Choice>
                <mc:Fallback>
                  <p:oleObj name="公式" r:id="rId5" imgW="2273040" imgH="380880" progId="Equation.3">
                    <p:embed/>
                    <p:pic>
                      <p:nvPicPr>
                        <p:cNvPr id="14" name="Object 5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3" y="1778"/>
                          <a:ext cx="1432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Rectangle 21"/>
            <p:cNvSpPr>
              <a:spLocks noChangeArrowheads="1"/>
            </p:cNvSpPr>
            <p:nvPr/>
          </p:nvSpPr>
          <p:spPr bwMode="auto">
            <a:xfrm>
              <a:off x="1122" y="1741"/>
              <a:ext cx="27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则其收敛范围形如环域：</a:t>
              </a:r>
            </a:p>
          </p:txBody>
        </p:sp>
      </p:grpSp>
      <p:sp>
        <p:nvSpPr>
          <p:cNvPr id="16" name="Rectangle 64"/>
          <p:cNvSpPr>
            <a:spLocks noChangeArrowheads="1"/>
          </p:cNvSpPr>
          <p:nvPr/>
        </p:nvSpPr>
        <p:spPr bwMode="auto">
          <a:xfrm>
            <a:off x="2541017" y="3739510"/>
            <a:ext cx="71834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① 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如果只含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正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幂次项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或者加上有限个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负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幂次项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</a:p>
        </p:txBody>
      </p:sp>
      <p:sp>
        <p:nvSpPr>
          <p:cNvPr id="17" name="Rectangle 66"/>
          <p:cNvSpPr>
            <a:spLocks noChangeArrowheads="1"/>
          </p:cNvSpPr>
          <p:nvPr/>
        </p:nvSpPr>
        <p:spPr bwMode="auto">
          <a:xfrm>
            <a:off x="1336103" y="3720460"/>
            <a:ext cx="1436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特别地</a:t>
            </a:r>
          </a:p>
        </p:txBody>
      </p:sp>
      <p:grpSp>
        <p:nvGrpSpPr>
          <p:cNvPr id="18" name="Group 80"/>
          <p:cNvGrpSpPr>
            <a:grpSpLocks/>
          </p:cNvGrpSpPr>
          <p:nvPr/>
        </p:nvGrpSpPr>
        <p:grpSpPr bwMode="auto">
          <a:xfrm>
            <a:off x="2917254" y="4282439"/>
            <a:ext cx="6748463" cy="500063"/>
            <a:chOff x="1340" y="2535"/>
            <a:chExt cx="4251" cy="315"/>
          </a:xfrm>
        </p:grpSpPr>
        <p:sp>
          <p:nvSpPr>
            <p:cNvPr id="20" name="Rectangle 67"/>
            <p:cNvSpPr>
              <a:spLocks noChangeArrowheads="1"/>
            </p:cNvSpPr>
            <p:nvPr/>
          </p:nvSpPr>
          <p:spPr bwMode="auto">
            <a:xfrm>
              <a:off x="1340" y="2539"/>
              <a:ext cx="179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则其收敛域为：</a:t>
              </a:r>
            </a:p>
          </p:txBody>
        </p:sp>
        <p:graphicFrame>
          <p:nvGraphicFramePr>
            <p:cNvPr id="21" name="Object 3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874271215"/>
                </p:ext>
              </p:extLst>
            </p:nvPr>
          </p:nvGraphicFramePr>
          <p:xfrm>
            <a:off x="2750" y="2595"/>
            <a:ext cx="117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866600" imgH="380880" progId="Equation.DSMT4">
                    <p:embed/>
                  </p:oleObj>
                </mc:Choice>
                <mc:Fallback>
                  <p:oleObj name="Equation" r:id="rId7" imgW="1866600" imgH="380880" progId="Equation.DSMT4">
                    <p:embed/>
                    <p:pic>
                      <p:nvPicPr>
                        <p:cNvPr id="21" name="Object 3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50" y="2595"/>
                          <a:ext cx="1176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Object 4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023329293"/>
                </p:ext>
              </p:extLst>
            </p:nvPr>
          </p:nvGraphicFramePr>
          <p:xfrm>
            <a:off x="4260" y="2564"/>
            <a:ext cx="1331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079280" imgH="228600" progId="Equation.DSMT4">
                    <p:embed/>
                  </p:oleObj>
                </mc:Choice>
                <mc:Fallback>
                  <p:oleObj name="Equation" r:id="rId9" imgW="1079280" imgH="228600" progId="Equation.DSMT4">
                    <p:embed/>
                    <p:pic>
                      <p:nvPicPr>
                        <p:cNvPr id="22" name="Object 4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60" y="2564"/>
                          <a:ext cx="1331" cy="286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Rectangle 70"/>
            <p:cNvSpPr>
              <a:spLocks noChangeArrowheads="1"/>
            </p:cNvSpPr>
            <p:nvPr/>
          </p:nvSpPr>
          <p:spPr bwMode="auto">
            <a:xfrm>
              <a:off x="3937" y="2535"/>
              <a:ext cx="52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或</a:t>
              </a:r>
            </a:p>
          </p:txBody>
        </p:sp>
      </p:grpSp>
      <p:sp>
        <p:nvSpPr>
          <p:cNvPr id="24" name="Rectangle 71"/>
          <p:cNvSpPr>
            <a:spLocks noChangeArrowheads="1"/>
          </p:cNvSpPr>
          <p:nvPr/>
        </p:nvSpPr>
        <p:spPr bwMode="auto">
          <a:xfrm>
            <a:off x="2548954" y="4869160"/>
            <a:ext cx="71739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② 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如果只含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负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幂次项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或者加上有限个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正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幂次项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</a:p>
        </p:txBody>
      </p:sp>
      <p:grpSp>
        <p:nvGrpSpPr>
          <p:cNvPr id="25" name="Group 81"/>
          <p:cNvGrpSpPr>
            <a:grpSpLocks/>
          </p:cNvGrpSpPr>
          <p:nvPr/>
        </p:nvGrpSpPr>
        <p:grpSpPr bwMode="auto">
          <a:xfrm>
            <a:off x="2925192" y="5408911"/>
            <a:ext cx="4532313" cy="488950"/>
            <a:chOff x="1345" y="3312"/>
            <a:chExt cx="2855" cy="308"/>
          </a:xfrm>
        </p:grpSpPr>
        <p:sp>
          <p:nvSpPr>
            <p:cNvPr id="26" name="Rectangle 72"/>
            <p:cNvSpPr>
              <a:spLocks noChangeArrowheads="1"/>
            </p:cNvSpPr>
            <p:nvPr/>
          </p:nvSpPr>
          <p:spPr bwMode="auto">
            <a:xfrm>
              <a:off x="1345" y="3312"/>
              <a:ext cx="167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则其收敛域为：</a:t>
              </a:r>
            </a:p>
          </p:txBody>
        </p:sp>
        <p:graphicFrame>
          <p:nvGraphicFramePr>
            <p:cNvPr id="27" name="Object 2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591042386"/>
                </p:ext>
              </p:extLst>
            </p:nvPr>
          </p:nvGraphicFramePr>
          <p:xfrm>
            <a:off x="2682" y="3328"/>
            <a:ext cx="1518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155600" imgH="228600" progId="Equation.DSMT4">
                    <p:embed/>
                  </p:oleObj>
                </mc:Choice>
                <mc:Fallback>
                  <p:oleObj name="Equation" r:id="rId11" imgW="1155600" imgH="228600" progId="Equation.DSMT4">
                    <p:embed/>
                    <p:pic>
                      <p:nvPicPr>
                        <p:cNvPr id="27" name="Object 2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2" y="3328"/>
                          <a:ext cx="1518" cy="29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" name="Rectangle 76"/>
          <p:cNvSpPr>
            <a:spLocks noChangeArrowheads="1"/>
          </p:cNvSpPr>
          <p:nvPr/>
        </p:nvSpPr>
        <p:spPr bwMode="auto">
          <a:xfrm>
            <a:off x="2590170" y="6028037"/>
            <a:ext cx="66151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90000"/>
              <a:buFontTx/>
              <a:buBlip>
                <a:blip r:embed="rId13"/>
              </a:buBlip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5F9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上述两类收敛域被看作是一种</a:t>
            </a:r>
            <a:r>
              <a:rPr kumimoji="1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特殊的环域</a:t>
            </a:r>
            <a:r>
              <a:rPr kumimoji="1" lang="en-US" altLang="zh-CN" sz="2400" b="1" i="0" u="sng" strike="noStrike" kern="1200" cap="none" spc="0" normalizeH="0" baseline="0" noProof="0" dirty="0">
                <a:ln>
                  <a:noFill/>
                </a:ln>
                <a:solidFill>
                  <a:srgbClr val="5264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.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5F94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32" name="Group 29"/>
          <p:cNvGrpSpPr>
            <a:grpSpLocks/>
          </p:cNvGrpSpPr>
          <p:nvPr/>
        </p:nvGrpSpPr>
        <p:grpSpPr bwMode="auto">
          <a:xfrm>
            <a:off x="1055440" y="1357467"/>
            <a:ext cx="5114925" cy="863603"/>
            <a:chOff x="335" y="660"/>
            <a:chExt cx="3222" cy="544"/>
          </a:xfrm>
        </p:grpSpPr>
        <p:sp>
          <p:nvSpPr>
            <p:cNvPr id="33" name="Rectangle 3"/>
            <p:cNvSpPr>
              <a:spLocks noChangeArrowheads="1"/>
            </p:cNvSpPr>
            <p:nvPr/>
          </p:nvSpPr>
          <p:spPr bwMode="auto">
            <a:xfrm>
              <a:off x="335" y="783"/>
              <a:ext cx="322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6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2. </a:t>
              </a:r>
              <a:r>
                <a:rPr kumimoji="1" lang="zh-CN" altLang="en-US" sz="26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级数                         的收敛特性</a:t>
              </a:r>
            </a:p>
          </p:txBody>
        </p:sp>
        <p:graphicFrame>
          <p:nvGraphicFramePr>
            <p:cNvPr id="34" name="Object 8"/>
            <p:cNvGraphicFramePr>
              <a:graphicFrameLocks/>
            </p:cNvGraphicFramePr>
            <p:nvPr/>
          </p:nvGraphicFramePr>
          <p:xfrm>
            <a:off x="1063" y="660"/>
            <a:ext cx="1202" cy="5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952200" imgH="431640" progId="Equation.DSMT4">
                    <p:embed/>
                  </p:oleObj>
                </mc:Choice>
                <mc:Fallback>
                  <p:oleObj name="Equation" r:id="rId14" imgW="952200" imgH="431640" progId="Equation.DSMT4">
                    <p:embed/>
                    <p:pic>
                      <p:nvPicPr>
                        <p:cNvPr id="34" name="Object 8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3" y="660"/>
                          <a:ext cx="1202" cy="5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5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 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解析函数的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洛朗展式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Rectangle 5"/>
          <p:cNvSpPr>
            <a:spLocks noChangeArrowheads="1"/>
          </p:cNvSpPr>
          <p:nvPr/>
        </p:nvSpPr>
        <p:spPr bwMode="auto">
          <a:xfrm>
            <a:off x="813370" y="844951"/>
            <a:ext cx="737086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一、含有负幂次项的“幂级数”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双边幂级数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</a:p>
        </p:txBody>
      </p:sp>
      <p:grpSp>
        <p:nvGrpSpPr>
          <p:cNvPr id="36" name="Group 18"/>
          <p:cNvGrpSpPr>
            <a:grpSpLocks/>
          </p:cNvGrpSpPr>
          <p:nvPr/>
        </p:nvGrpSpPr>
        <p:grpSpPr bwMode="auto">
          <a:xfrm>
            <a:off x="9800653" y="3241035"/>
            <a:ext cx="1524000" cy="1524000"/>
            <a:chOff x="2400" y="1680"/>
            <a:chExt cx="960" cy="960"/>
          </a:xfrm>
        </p:grpSpPr>
        <p:sp>
          <p:nvSpPr>
            <p:cNvPr id="37" name="Oval 19"/>
            <p:cNvSpPr>
              <a:spLocks noChangeArrowheads="1"/>
            </p:cNvSpPr>
            <p:nvPr/>
          </p:nvSpPr>
          <p:spPr bwMode="auto">
            <a:xfrm>
              <a:off x="2400" y="1680"/>
              <a:ext cx="960" cy="96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38" name="Group 20"/>
            <p:cNvGrpSpPr>
              <a:grpSpLocks/>
            </p:cNvGrpSpPr>
            <p:nvPr/>
          </p:nvGrpSpPr>
          <p:grpSpPr bwMode="auto">
            <a:xfrm>
              <a:off x="2650" y="1728"/>
              <a:ext cx="320" cy="438"/>
              <a:chOff x="2640" y="1680"/>
              <a:chExt cx="322" cy="480"/>
            </a:xfrm>
          </p:grpSpPr>
          <p:sp>
            <p:nvSpPr>
              <p:cNvPr id="42" name="Line 21"/>
              <p:cNvSpPr>
                <a:spLocks noChangeShapeType="1"/>
              </p:cNvSpPr>
              <p:nvPr/>
            </p:nvSpPr>
            <p:spPr bwMode="auto">
              <a:xfrm flipH="1" flipV="1">
                <a:off x="2640" y="1680"/>
                <a:ext cx="240" cy="48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graphicFrame>
            <p:nvGraphicFramePr>
              <p:cNvPr id="43" name="Object 22"/>
              <p:cNvGraphicFramePr>
                <a:graphicFrameLocks noChangeAspect="1"/>
              </p:cNvGraphicFramePr>
              <p:nvPr/>
            </p:nvGraphicFramePr>
            <p:xfrm>
              <a:off x="2738" y="1722"/>
              <a:ext cx="224" cy="2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6" imgW="164880" imgH="164880" progId="Equation.DSMT4">
                      <p:embed/>
                    </p:oleObj>
                  </mc:Choice>
                  <mc:Fallback>
                    <p:oleObj name="Equation" r:id="rId16" imgW="164880" imgH="164880" progId="Equation.DSMT4">
                      <p:embed/>
                      <p:pic>
                        <p:nvPicPr>
                          <p:cNvPr id="43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38" y="1722"/>
                            <a:ext cx="224" cy="22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9" name="Group 23"/>
            <p:cNvGrpSpPr>
              <a:grpSpLocks/>
            </p:cNvGrpSpPr>
            <p:nvPr/>
          </p:nvGrpSpPr>
          <p:grpSpPr bwMode="auto">
            <a:xfrm>
              <a:off x="2801" y="1939"/>
              <a:ext cx="296" cy="367"/>
              <a:chOff x="2804" y="1933"/>
              <a:chExt cx="296" cy="367"/>
            </a:xfrm>
          </p:grpSpPr>
          <p:sp>
            <p:nvSpPr>
              <p:cNvPr id="40" name="Text Box 24"/>
              <p:cNvSpPr txBox="1">
                <a:spLocks noChangeArrowheads="1"/>
              </p:cNvSpPr>
              <p:nvPr/>
            </p:nvSpPr>
            <p:spPr bwMode="auto">
              <a:xfrm>
                <a:off x="2804" y="1933"/>
                <a:ext cx="1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.</a:t>
                </a:r>
                <a:endParaRPr kumimoji="1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graphicFrame>
            <p:nvGraphicFramePr>
              <p:cNvPr id="41" name="Object 25"/>
              <p:cNvGraphicFramePr>
                <a:graphicFrameLocks noChangeAspect="1"/>
              </p:cNvGraphicFramePr>
              <p:nvPr/>
            </p:nvGraphicFramePr>
            <p:xfrm>
              <a:off x="2909" y="2029"/>
              <a:ext cx="191" cy="27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8" imgW="304668" imgH="431613" progId="Equation.3">
                      <p:embed/>
                    </p:oleObj>
                  </mc:Choice>
                  <mc:Fallback>
                    <p:oleObj name="公式" r:id="rId18" imgW="304668" imgH="431613" progId="Equation.3">
                      <p:embed/>
                      <p:pic>
                        <p:nvPicPr>
                          <p:cNvPr id="41" name="Object 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09" y="2029"/>
                            <a:ext cx="191" cy="27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44" name="Group 27"/>
          <p:cNvGrpSpPr>
            <a:grpSpLocks/>
          </p:cNvGrpSpPr>
          <p:nvPr/>
        </p:nvGrpSpPr>
        <p:grpSpPr bwMode="auto">
          <a:xfrm>
            <a:off x="9870543" y="4901873"/>
            <a:ext cx="1524000" cy="1371600"/>
            <a:chOff x="2096" y="2560"/>
            <a:chExt cx="960" cy="864"/>
          </a:xfrm>
        </p:grpSpPr>
        <p:sp>
          <p:nvSpPr>
            <p:cNvPr id="45" name="Rectangle 28"/>
            <p:cNvSpPr>
              <a:spLocks noChangeArrowheads="1"/>
            </p:cNvSpPr>
            <p:nvPr/>
          </p:nvSpPr>
          <p:spPr bwMode="auto">
            <a:xfrm>
              <a:off x="2096" y="2560"/>
              <a:ext cx="960" cy="864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" name="Oval 29"/>
            <p:cNvSpPr>
              <a:spLocks noChangeArrowheads="1"/>
            </p:cNvSpPr>
            <p:nvPr/>
          </p:nvSpPr>
          <p:spPr bwMode="auto">
            <a:xfrm>
              <a:off x="2321" y="2740"/>
              <a:ext cx="480" cy="4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47" name="Group 30"/>
            <p:cNvGrpSpPr>
              <a:grpSpLocks/>
            </p:cNvGrpSpPr>
            <p:nvPr/>
          </p:nvGrpSpPr>
          <p:grpSpPr bwMode="auto">
            <a:xfrm>
              <a:off x="2321" y="2836"/>
              <a:ext cx="240" cy="221"/>
              <a:chOff x="2640" y="2016"/>
              <a:chExt cx="240" cy="221"/>
            </a:xfrm>
          </p:grpSpPr>
          <p:sp>
            <p:nvSpPr>
              <p:cNvPr id="51" name="Line 31"/>
              <p:cNvSpPr>
                <a:spLocks noChangeShapeType="1"/>
              </p:cNvSpPr>
              <p:nvPr/>
            </p:nvSpPr>
            <p:spPr bwMode="auto">
              <a:xfrm flipH="1" flipV="1">
                <a:off x="2688" y="2016"/>
                <a:ext cx="192" cy="144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graphicFrame>
            <p:nvGraphicFramePr>
              <p:cNvPr id="52" name="Object 32"/>
              <p:cNvGraphicFramePr>
                <a:graphicFrameLocks noChangeAspect="1"/>
              </p:cNvGraphicFramePr>
              <p:nvPr/>
            </p:nvGraphicFramePr>
            <p:xfrm>
              <a:off x="2640" y="2056"/>
              <a:ext cx="181" cy="1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0" imgW="164880" imgH="164880" progId="Equation.DSMT4">
                      <p:embed/>
                    </p:oleObj>
                  </mc:Choice>
                  <mc:Fallback>
                    <p:oleObj name="Equation" r:id="rId20" imgW="164880" imgH="164880" progId="Equation.DSMT4">
                      <p:embed/>
                      <p:pic>
                        <p:nvPicPr>
                          <p:cNvPr id="52" name="Object 3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40" y="2056"/>
                            <a:ext cx="181" cy="18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8" name="Group 33"/>
            <p:cNvGrpSpPr>
              <a:grpSpLocks/>
            </p:cNvGrpSpPr>
            <p:nvPr/>
          </p:nvGrpSpPr>
          <p:grpSpPr bwMode="auto">
            <a:xfrm>
              <a:off x="2485" y="2753"/>
              <a:ext cx="296" cy="367"/>
              <a:chOff x="2804" y="1933"/>
              <a:chExt cx="296" cy="367"/>
            </a:xfrm>
          </p:grpSpPr>
          <p:sp>
            <p:nvSpPr>
              <p:cNvPr id="49" name="Text Box 34"/>
              <p:cNvSpPr txBox="1">
                <a:spLocks noChangeArrowheads="1"/>
              </p:cNvSpPr>
              <p:nvPr/>
            </p:nvSpPr>
            <p:spPr bwMode="auto">
              <a:xfrm>
                <a:off x="2804" y="1933"/>
                <a:ext cx="1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.</a:t>
                </a:r>
                <a:endParaRPr kumimoji="1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graphicFrame>
            <p:nvGraphicFramePr>
              <p:cNvPr id="50" name="Object 35"/>
              <p:cNvGraphicFramePr>
                <a:graphicFrameLocks noChangeAspect="1"/>
              </p:cNvGraphicFramePr>
              <p:nvPr/>
            </p:nvGraphicFramePr>
            <p:xfrm>
              <a:off x="2909" y="2029"/>
              <a:ext cx="191" cy="27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8" imgW="304668" imgH="431613" progId="Equation.3">
                      <p:embed/>
                    </p:oleObj>
                  </mc:Choice>
                  <mc:Fallback>
                    <p:oleObj name="公式" r:id="rId18" imgW="304668" imgH="431613" progId="Equation.3">
                      <p:embed/>
                      <p:pic>
                        <p:nvPicPr>
                          <p:cNvPr id="50" name="Object 3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09" y="2029"/>
                            <a:ext cx="191" cy="27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251B92DB-633C-771C-227A-021D15242F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9280839"/>
              </p:ext>
            </p:extLst>
          </p:nvPr>
        </p:nvGraphicFramePr>
        <p:xfrm>
          <a:off x="7390829" y="5412089"/>
          <a:ext cx="2409824" cy="5296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155600" imgH="253800" progId="Equation.DSMT4">
                  <p:embed/>
                </p:oleObj>
              </mc:Choice>
              <mc:Fallback>
                <p:oleObj name="Equation" r:id="rId22" imgW="115560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7390829" y="5412089"/>
                        <a:ext cx="2409824" cy="5296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917326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6" grpId="0"/>
      <p:bldP spid="17" grpId="0"/>
      <p:bldP spid="24" grpId="0"/>
      <p:bldP spid="2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2058989" y="2344886"/>
            <a:ext cx="1063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结论</a:t>
            </a:r>
          </a:p>
        </p:txBody>
      </p:sp>
      <p:grpSp>
        <p:nvGrpSpPr>
          <p:cNvPr id="10" name="Group 7"/>
          <p:cNvGrpSpPr>
            <a:grpSpLocks/>
          </p:cNvGrpSpPr>
          <p:nvPr/>
        </p:nvGrpSpPr>
        <p:grpSpPr bwMode="auto">
          <a:xfrm>
            <a:off x="2879725" y="2184549"/>
            <a:ext cx="5054600" cy="774700"/>
            <a:chOff x="854" y="1189"/>
            <a:chExt cx="3184" cy="488"/>
          </a:xfrm>
        </p:grpSpPr>
        <p:sp>
          <p:nvSpPr>
            <p:cNvPr id="11" name="Rectangle 8"/>
            <p:cNvSpPr>
              <a:spLocks noChangeArrowheads="1"/>
            </p:cNvSpPr>
            <p:nvPr/>
          </p:nvSpPr>
          <p:spPr bwMode="auto">
            <a:xfrm>
              <a:off x="854" y="1297"/>
              <a:ext cx="31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(1)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如果级数                          收敛，</a:t>
              </a:r>
            </a:p>
          </p:txBody>
        </p:sp>
        <p:graphicFrame>
          <p:nvGraphicFramePr>
            <p:cNvPr id="12" name="Object 4"/>
            <p:cNvGraphicFramePr>
              <a:graphicFrameLocks/>
            </p:cNvGraphicFramePr>
            <p:nvPr/>
          </p:nvGraphicFramePr>
          <p:xfrm>
            <a:off x="1994" y="1189"/>
            <a:ext cx="1160" cy="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1841400" imgH="774360" progId="Equation.3">
                    <p:embed/>
                  </p:oleObj>
                </mc:Choice>
                <mc:Fallback>
                  <p:oleObj name="公式" r:id="rId3" imgW="1841400" imgH="774360" progId="Equation.3">
                    <p:embed/>
                    <p:pic>
                      <p:nvPicPr>
                        <p:cNvPr id="12" name="Object 4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4" y="1189"/>
                          <a:ext cx="1160" cy="4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Group 10"/>
          <p:cNvGrpSpPr>
            <a:grpSpLocks/>
          </p:cNvGrpSpPr>
          <p:nvPr/>
        </p:nvGrpSpPr>
        <p:grpSpPr bwMode="auto">
          <a:xfrm>
            <a:off x="3305176" y="3060849"/>
            <a:ext cx="5957889" cy="457200"/>
            <a:chOff x="1122" y="1741"/>
            <a:chExt cx="3753" cy="288"/>
          </a:xfrm>
        </p:grpSpPr>
        <p:graphicFrame>
          <p:nvGraphicFramePr>
            <p:cNvPr id="14" name="Object 3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914215478"/>
                </p:ext>
              </p:extLst>
            </p:nvPr>
          </p:nvGraphicFramePr>
          <p:xfrm>
            <a:off x="3443" y="1781"/>
            <a:ext cx="1432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2273040" imgH="380880" progId="Equation.3">
                    <p:embed/>
                  </p:oleObj>
                </mc:Choice>
                <mc:Fallback>
                  <p:oleObj name="公式" r:id="rId5" imgW="2273040" imgH="380880" progId="Equation.3">
                    <p:embed/>
                    <p:pic>
                      <p:nvPicPr>
                        <p:cNvPr id="14" name="Object 3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43" y="1781"/>
                          <a:ext cx="1432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Rectangle 12"/>
            <p:cNvSpPr>
              <a:spLocks noChangeArrowheads="1"/>
            </p:cNvSpPr>
            <p:nvPr/>
          </p:nvSpPr>
          <p:spPr bwMode="auto">
            <a:xfrm>
              <a:off x="1122" y="1741"/>
              <a:ext cx="27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则其收敛域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一定形如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环域：</a:t>
              </a:r>
            </a:p>
          </p:txBody>
        </p:sp>
      </p:grpSp>
      <p:sp>
        <p:nvSpPr>
          <p:cNvPr id="16" name="Rectangle 26"/>
          <p:cNvSpPr>
            <a:spLocks noChangeArrowheads="1"/>
          </p:cNvSpPr>
          <p:nvPr/>
        </p:nvSpPr>
        <p:spPr bwMode="auto">
          <a:xfrm>
            <a:off x="3309939" y="4626124"/>
            <a:ext cx="6853237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而且具有与幂级数同样的</a:t>
            </a:r>
            <a:r>
              <a:rPr kumimoji="1" lang="zh-CN" altLang="en-US" sz="2400" b="1" i="0" u="sng" strike="noStrike" kern="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运算性质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kumimoji="1" lang="zh-CN" altLang="en-US" sz="2400" b="1" i="0" u="sng" strike="noStrike" kern="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分析性质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.</a:t>
            </a:r>
            <a:endParaRPr kumimoji="1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7" name="Group 30"/>
          <p:cNvGrpSpPr>
            <a:grpSpLocks/>
          </p:cNvGrpSpPr>
          <p:nvPr/>
        </p:nvGrpSpPr>
        <p:grpSpPr bwMode="auto">
          <a:xfrm>
            <a:off x="2881314" y="3730774"/>
            <a:ext cx="7494587" cy="774700"/>
            <a:chOff x="855" y="2181"/>
            <a:chExt cx="4721" cy="488"/>
          </a:xfrm>
        </p:grpSpPr>
        <p:sp>
          <p:nvSpPr>
            <p:cNvPr id="18" name="Rectangle 25"/>
            <p:cNvSpPr>
              <a:spLocks noChangeArrowheads="1"/>
            </p:cNvSpPr>
            <p:nvPr/>
          </p:nvSpPr>
          <p:spPr bwMode="auto">
            <a:xfrm>
              <a:off x="855" y="2293"/>
              <a:ext cx="4721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(2)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级数                         在收敛域内其和函数是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解析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的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, </a:t>
              </a:r>
            </a:p>
          </p:txBody>
        </p:sp>
        <p:graphicFrame>
          <p:nvGraphicFramePr>
            <p:cNvPr id="20" name="Object 2"/>
            <p:cNvGraphicFramePr>
              <a:graphicFrameLocks/>
            </p:cNvGraphicFramePr>
            <p:nvPr/>
          </p:nvGraphicFramePr>
          <p:xfrm>
            <a:off x="1575" y="2181"/>
            <a:ext cx="1160" cy="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1841400" imgH="774360" progId="Equation.3">
                    <p:embed/>
                  </p:oleObj>
                </mc:Choice>
                <mc:Fallback>
                  <p:oleObj name="公式" r:id="rId3" imgW="1841400" imgH="774360" progId="Equation.3">
                    <p:embed/>
                    <p:pic>
                      <p:nvPicPr>
                        <p:cNvPr id="20" name="Object 2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5" y="2181"/>
                          <a:ext cx="1160" cy="4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" name="Group 29"/>
          <p:cNvGrpSpPr>
            <a:grpSpLocks/>
          </p:cNvGrpSpPr>
          <p:nvPr/>
        </p:nvGrpSpPr>
        <p:grpSpPr bwMode="auto">
          <a:xfrm>
            <a:off x="1760837" y="1357467"/>
            <a:ext cx="5114925" cy="863603"/>
            <a:chOff x="335" y="660"/>
            <a:chExt cx="3222" cy="544"/>
          </a:xfrm>
        </p:grpSpPr>
        <p:sp>
          <p:nvSpPr>
            <p:cNvPr id="26" name="Rectangle 3"/>
            <p:cNvSpPr>
              <a:spLocks noChangeArrowheads="1"/>
            </p:cNvSpPr>
            <p:nvPr/>
          </p:nvSpPr>
          <p:spPr bwMode="auto">
            <a:xfrm>
              <a:off x="335" y="783"/>
              <a:ext cx="322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6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2. </a:t>
              </a:r>
              <a:r>
                <a:rPr kumimoji="1" lang="zh-CN" altLang="en-US" sz="26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级数                         的收敛特性</a:t>
              </a:r>
            </a:p>
          </p:txBody>
        </p:sp>
        <p:graphicFrame>
          <p:nvGraphicFramePr>
            <p:cNvPr id="27" name="Object 8"/>
            <p:cNvGraphicFramePr>
              <a:graphicFrameLocks/>
            </p:cNvGraphicFramePr>
            <p:nvPr/>
          </p:nvGraphicFramePr>
          <p:xfrm>
            <a:off x="1063" y="660"/>
            <a:ext cx="1202" cy="5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952200" imgH="431640" progId="Equation.DSMT4">
                    <p:embed/>
                  </p:oleObj>
                </mc:Choice>
                <mc:Fallback>
                  <p:oleObj name="Equation" r:id="rId8" imgW="952200" imgH="431640" progId="Equation.DSMT4">
                    <p:embed/>
                    <p:pic>
                      <p:nvPicPr>
                        <p:cNvPr id="27" name="Object 8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3" y="660"/>
                          <a:ext cx="1202" cy="5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 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解析函数的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洛朗展式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813370" y="844951"/>
            <a:ext cx="737086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一、含有负幂次项的“幂级数”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双边幂级数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5961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" name="Group 85"/>
          <p:cNvGrpSpPr>
            <a:grpSpLocks/>
          </p:cNvGrpSpPr>
          <p:nvPr/>
        </p:nvGrpSpPr>
        <p:grpSpPr bwMode="auto">
          <a:xfrm>
            <a:off x="8408988" y="181223"/>
            <a:ext cx="3152775" cy="3152775"/>
            <a:chOff x="3234" y="678"/>
            <a:chExt cx="1986" cy="1986"/>
          </a:xfrm>
        </p:grpSpPr>
        <p:sp>
          <p:nvSpPr>
            <p:cNvPr id="6" name="Oval 34"/>
            <p:cNvSpPr>
              <a:spLocks noChangeAspect="1" noChangeArrowheads="1"/>
            </p:cNvSpPr>
            <p:nvPr/>
          </p:nvSpPr>
          <p:spPr bwMode="auto">
            <a:xfrm>
              <a:off x="3234" y="678"/>
              <a:ext cx="1986" cy="1986"/>
            </a:xfrm>
            <a:prstGeom prst="ellipse">
              <a:avLst/>
            </a:prstGeom>
            <a:solidFill>
              <a:srgbClr val="FFCC99"/>
            </a:solidFill>
            <a:ln w="19050">
              <a:solidFill>
                <a:srgbClr val="1217E4"/>
              </a:solidFill>
              <a:prstDash val="sysDot"/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Oval 35"/>
            <p:cNvSpPr>
              <a:spLocks noChangeAspect="1" noChangeArrowheads="1"/>
            </p:cNvSpPr>
            <p:nvPr/>
          </p:nvSpPr>
          <p:spPr bwMode="auto">
            <a:xfrm>
              <a:off x="3906" y="1350"/>
              <a:ext cx="642" cy="642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339966"/>
              </a:solidFill>
              <a:prstDash val="sysDot"/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" name="Line 36"/>
            <p:cNvSpPr>
              <a:spLocks noChangeAspect="1" noChangeShapeType="1"/>
            </p:cNvSpPr>
            <p:nvPr/>
          </p:nvSpPr>
          <p:spPr bwMode="auto">
            <a:xfrm flipV="1">
              <a:off x="4227" y="1655"/>
              <a:ext cx="317" cy="10"/>
            </a:xfrm>
            <a:prstGeom prst="line">
              <a:avLst/>
            </a:prstGeom>
            <a:noFill/>
            <a:ln w="19050">
              <a:solidFill>
                <a:srgbClr val="1217E4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Line 45"/>
            <p:cNvSpPr>
              <a:spLocks noChangeAspect="1" noChangeShapeType="1"/>
            </p:cNvSpPr>
            <p:nvPr/>
          </p:nvSpPr>
          <p:spPr bwMode="auto">
            <a:xfrm>
              <a:off x="4227" y="1673"/>
              <a:ext cx="957" cy="260"/>
            </a:xfrm>
            <a:prstGeom prst="line">
              <a:avLst/>
            </a:prstGeom>
            <a:noFill/>
            <a:ln w="19050">
              <a:solidFill>
                <a:srgbClr val="1217E4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" name="Oval 46"/>
            <p:cNvSpPr>
              <a:spLocks noChangeAspect="1" noChangeArrowheads="1"/>
            </p:cNvSpPr>
            <p:nvPr/>
          </p:nvSpPr>
          <p:spPr bwMode="auto">
            <a:xfrm>
              <a:off x="4203" y="1647"/>
              <a:ext cx="43" cy="43"/>
            </a:xfrm>
            <a:prstGeom prst="ellipse">
              <a:avLst/>
            </a:pr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" name="Text Box 47"/>
            <p:cNvSpPr txBox="1">
              <a:spLocks noChangeAspect="1" noChangeArrowheads="1"/>
            </p:cNvSpPr>
            <p:nvPr/>
          </p:nvSpPr>
          <p:spPr bwMode="auto">
            <a:xfrm rot="763911">
              <a:off x="4916" y="1682"/>
              <a:ext cx="231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1" u="none" strike="noStrike" kern="0" cap="none" spc="0" normalizeH="0" baseline="0" noProof="0" dirty="0">
                  <a:ln>
                    <a:noFill/>
                  </a:ln>
                  <a:solidFill>
                    <a:srgbClr val="1217E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R</a:t>
              </a:r>
              <a:r>
                <a:rPr kumimoji="1" lang="en-US" altLang="zh-CN" sz="1800" b="1" i="0" u="none" strike="noStrike" kern="0" cap="none" spc="0" normalizeH="0" baseline="-25000" noProof="0" dirty="0">
                  <a:ln>
                    <a:noFill/>
                  </a:ln>
                  <a:solidFill>
                    <a:srgbClr val="1217E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  <p:sp>
          <p:nvSpPr>
            <p:cNvPr id="12" name="Text Box 53"/>
            <p:cNvSpPr txBox="1">
              <a:spLocks noChangeAspect="1" noChangeArrowheads="1"/>
            </p:cNvSpPr>
            <p:nvPr/>
          </p:nvSpPr>
          <p:spPr bwMode="auto">
            <a:xfrm>
              <a:off x="4134" y="1637"/>
              <a:ext cx="298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z</a:t>
              </a:r>
              <a:r>
                <a:rPr kumimoji="1" lang="en-US" altLang="zh-CN" sz="18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grpSp>
          <p:nvGrpSpPr>
            <p:cNvPr id="13" name="Group 54"/>
            <p:cNvGrpSpPr>
              <a:grpSpLocks noChangeAspect="1"/>
            </p:cNvGrpSpPr>
            <p:nvPr/>
          </p:nvGrpSpPr>
          <p:grpSpPr bwMode="auto">
            <a:xfrm>
              <a:off x="4301" y="1456"/>
              <a:ext cx="245" cy="214"/>
              <a:chOff x="1890" y="3066"/>
              <a:chExt cx="196" cy="171"/>
            </a:xfrm>
          </p:grpSpPr>
          <p:sp>
            <p:nvSpPr>
              <p:cNvPr id="15" name="Text Box 55"/>
              <p:cNvSpPr txBox="1">
                <a:spLocks noChangeAspect="1" noChangeArrowheads="1"/>
              </p:cNvSpPr>
              <p:nvPr/>
            </p:nvSpPr>
            <p:spPr bwMode="auto">
              <a:xfrm>
                <a:off x="1890" y="3066"/>
                <a:ext cx="196" cy="1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1" i="1" u="none" strike="noStrike" kern="0" cap="none" spc="0" normalizeH="0" baseline="0" noProof="0" dirty="0">
                    <a:ln>
                      <a:noFill/>
                    </a:ln>
                    <a:solidFill>
                      <a:srgbClr val="1217E4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R</a:t>
                </a:r>
                <a:endParaRPr kumimoji="1" lang="en-US" altLang="zh-CN" sz="1800" b="1" i="0" u="none" strike="noStrike" kern="0" cap="none" spc="0" normalizeH="0" baseline="-25000" noProof="0" dirty="0">
                  <a:ln>
                    <a:noFill/>
                  </a:ln>
                  <a:solidFill>
                    <a:srgbClr val="1217E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" name="Rectangle 56"/>
              <p:cNvSpPr>
                <a:spLocks noChangeAspect="1" noChangeArrowheads="1"/>
              </p:cNvSpPr>
              <p:nvPr/>
            </p:nvSpPr>
            <p:spPr bwMode="auto">
              <a:xfrm>
                <a:off x="1919" y="3113"/>
                <a:ext cx="125" cy="1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339966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1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3399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4" name="Text Box 81"/>
            <p:cNvSpPr txBox="1">
              <a:spLocks noChangeArrowheads="1"/>
            </p:cNvSpPr>
            <p:nvPr/>
          </p:nvSpPr>
          <p:spPr bwMode="auto">
            <a:xfrm>
              <a:off x="4567" y="2312"/>
              <a:ext cx="18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  <a:endParaRPr kumimoji="1" lang="en-US" altLang="zh-CN" sz="18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7" name="Rectangle 63"/>
          <p:cNvSpPr>
            <a:spLocks noChangeArrowheads="1"/>
          </p:cNvSpPr>
          <p:nvPr/>
        </p:nvSpPr>
        <p:spPr bwMode="auto">
          <a:xfrm>
            <a:off x="696912" y="889000"/>
            <a:ext cx="46005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二、洛朗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(Laurent)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定理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8" name="Group 86"/>
          <p:cNvGrpSpPr>
            <a:grpSpLocks/>
          </p:cNvGrpSpPr>
          <p:nvPr/>
        </p:nvGrpSpPr>
        <p:grpSpPr bwMode="auto">
          <a:xfrm>
            <a:off x="698875" y="1541929"/>
            <a:ext cx="4064000" cy="474663"/>
            <a:chOff x="337" y="712"/>
            <a:chExt cx="2560" cy="299"/>
          </a:xfrm>
        </p:grpSpPr>
        <p:sp>
          <p:nvSpPr>
            <p:cNvPr id="20" name="Rectangle 4"/>
            <p:cNvSpPr>
              <a:spLocks noChangeArrowheads="1"/>
            </p:cNvSpPr>
            <p:nvPr/>
          </p:nvSpPr>
          <p:spPr bwMode="auto">
            <a:xfrm>
              <a:off x="860" y="719"/>
              <a:ext cx="2037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设函数         在圆环域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1" name="Rectangle 64"/>
            <p:cNvSpPr>
              <a:spLocks noChangeArrowheads="1"/>
            </p:cNvSpPr>
            <p:nvPr/>
          </p:nvSpPr>
          <p:spPr bwMode="auto">
            <a:xfrm>
              <a:off x="337" y="712"/>
              <a:ext cx="519" cy="28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定理</a:t>
              </a:r>
            </a:p>
          </p:txBody>
        </p:sp>
        <p:graphicFrame>
          <p:nvGraphicFramePr>
            <p:cNvPr id="22" name="Object 8"/>
            <p:cNvGraphicFramePr>
              <a:graphicFrameLocks/>
            </p:cNvGraphicFramePr>
            <p:nvPr/>
          </p:nvGraphicFramePr>
          <p:xfrm>
            <a:off x="1506" y="771"/>
            <a:ext cx="40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634680" imgH="342720" progId="Equation.3">
                    <p:embed/>
                  </p:oleObj>
                </mc:Choice>
                <mc:Fallback>
                  <p:oleObj name="公式" r:id="rId3" imgW="634680" imgH="342720" progId="Equation.3">
                    <p:embed/>
                    <p:pic>
                      <p:nvPicPr>
                        <p:cNvPr id="22" name="Object 8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6" y="771"/>
                          <a:ext cx="400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4774341"/>
              </p:ext>
            </p:extLst>
          </p:nvPr>
        </p:nvGraphicFramePr>
        <p:xfrm>
          <a:off x="1453732" y="2780928"/>
          <a:ext cx="7331855" cy="90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530520" imgH="431640" progId="Equation.DSMT4">
                  <p:embed/>
                </p:oleObj>
              </mc:Choice>
              <mc:Fallback>
                <p:oleObj name="Equation" r:id="rId5" imgW="3530520" imgH="431640" progId="Equation.DSMT4">
                  <p:embed/>
                  <p:pic>
                    <p:nvPicPr>
                      <p:cNvPr id="23" name="Object 2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3732" y="2780928"/>
                        <a:ext cx="7331855" cy="90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Group 90"/>
          <p:cNvGrpSpPr>
            <a:grpSpLocks/>
          </p:cNvGrpSpPr>
          <p:nvPr/>
        </p:nvGrpSpPr>
        <p:grpSpPr bwMode="auto">
          <a:xfrm>
            <a:off x="1439196" y="4811164"/>
            <a:ext cx="6618288" cy="469900"/>
            <a:chOff x="1400" y="3355"/>
            <a:chExt cx="4169" cy="296"/>
          </a:xfrm>
        </p:grpSpPr>
        <p:sp>
          <p:nvSpPr>
            <p:cNvPr id="25" name="Rectangle 6"/>
            <p:cNvSpPr>
              <a:spLocks noChangeArrowheads="1"/>
            </p:cNvSpPr>
            <p:nvPr/>
          </p:nvSpPr>
          <p:spPr bwMode="auto">
            <a:xfrm>
              <a:off x="1400" y="3355"/>
              <a:ext cx="4169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C</a:t>
              </a:r>
              <a:r>
                <a:rPr kumimoji="1" lang="en-US" altLang="zh-CN" sz="2400" b="1" i="1" u="none" strike="noStrike" kern="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为在圆环域内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1217E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绕    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的任何一条正向周线</a:t>
              </a:r>
              <a:r>
                <a:rPr kumimoji="1" lang="zh-CN" altLang="en-US" kern="0" dirty="0">
                  <a:solidFill>
                    <a:schemeClr val="tx1"/>
                  </a:solidFill>
                  <a:ea typeface="华文楷体" panose="02010600040101010101" pitchFamily="2" charset="-122"/>
                  <a:cs typeface="Times New Roman" panose="02020603050405020304" pitchFamily="18" charset="0"/>
                </a:rPr>
                <a:t>，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6" name="Object 7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376518500"/>
                </p:ext>
              </p:extLst>
            </p:nvPr>
          </p:nvGraphicFramePr>
          <p:xfrm>
            <a:off x="2994" y="3378"/>
            <a:ext cx="206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64880" imgH="228600" progId="Equation.DSMT4">
                    <p:embed/>
                  </p:oleObj>
                </mc:Choice>
                <mc:Fallback>
                  <p:oleObj name="Equation" r:id="rId7" imgW="164880" imgH="228600" progId="Equation.DSMT4">
                    <p:embed/>
                    <p:pic>
                      <p:nvPicPr>
                        <p:cNvPr id="26" name="Object 7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94" y="3378"/>
                          <a:ext cx="206" cy="27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7" name="Rectangle 73"/>
          <p:cNvSpPr>
            <a:spLocks noChangeArrowheads="1"/>
          </p:cNvSpPr>
          <p:nvPr/>
        </p:nvSpPr>
        <p:spPr bwMode="auto">
          <a:xfrm>
            <a:off x="1529138" y="2197567"/>
            <a:ext cx="1138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解析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</a:t>
            </a:r>
            <a:endParaRPr kumimoji="1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8" name="Group 87"/>
          <p:cNvGrpSpPr>
            <a:grpSpLocks/>
          </p:cNvGrpSpPr>
          <p:nvPr/>
        </p:nvGrpSpPr>
        <p:grpSpPr bwMode="auto">
          <a:xfrm>
            <a:off x="4478120" y="1599080"/>
            <a:ext cx="3074987" cy="457200"/>
            <a:chOff x="937" y="1062"/>
            <a:chExt cx="1937" cy="288"/>
          </a:xfrm>
        </p:grpSpPr>
        <p:graphicFrame>
          <p:nvGraphicFramePr>
            <p:cNvPr id="29" name="Object 6"/>
            <p:cNvGraphicFramePr>
              <a:graphicFrameLocks/>
            </p:cNvGraphicFramePr>
            <p:nvPr/>
          </p:nvGraphicFramePr>
          <p:xfrm>
            <a:off x="937" y="1091"/>
            <a:ext cx="1534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2489040" imgH="380880" progId="Equation.3">
                    <p:embed/>
                  </p:oleObj>
                </mc:Choice>
                <mc:Fallback>
                  <p:oleObj name="公式" r:id="rId9" imgW="2489040" imgH="380880" progId="Equation.3">
                    <p:embed/>
                    <p:pic>
                      <p:nvPicPr>
                        <p:cNvPr id="29" name="Object 6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7" y="1091"/>
                          <a:ext cx="1534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Rectangle 75"/>
            <p:cNvSpPr>
              <a:spLocks noChangeArrowheads="1"/>
            </p:cNvSpPr>
            <p:nvPr/>
          </p:nvSpPr>
          <p:spPr bwMode="auto">
            <a:xfrm>
              <a:off x="2424" y="1062"/>
              <a:ext cx="45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内</a:t>
              </a:r>
            </a:p>
          </p:txBody>
        </p:sp>
      </p:grpSp>
      <p:grpSp>
        <p:nvGrpSpPr>
          <p:cNvPr id="33" name="Group 88"/>
          <p:cNvGrpSpPr>
            <a:grpSpLocks/>
          </p:cNvGrpSpPr>
          <p:nvPr/>
        </p:nvGrpSpPr>
        <p:grpSpPr bwMode="auto">
          <a:xfrm>
            <a:off x="2414963" y="2218208"/>
            <a:ext cx="4905375" cy="461963"/>
            <a:chOff x="1410" y="1417"/>
            <a:chExt cx="3090" cy="291"/>
          </a:xfrm>
        </p:grpSpPr>
        <p:sp>
          <p:nvSpPr>
            <p:cNvPr id="34" name="Rectangle 74"/>
            <p:cNvSpPr>
              <a:spLocks noChangeArrowheads="1"/>
            </p:cNvSpPr>
            <p:nvPr/>
          </p:nvSpPr>
          <p:spPr bwMode="auto">
            <a:xfrm>
              <a:off x="1410" y="1417"/>
              <a:ext cx="309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则</a:t>
              </a:r>
              <a:r>
                <a:rPr kumimoji="1" lang="zh-CN" altLang="en-US" sz="24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     一定能在此圆环域中展开为</a:t>
              </a:r>
            </a:p>
          </p:txBody>
        </p:sp>
        <p:graphicFrame>
          <p:nvGraphicFramePr>
            <p:cNvPr id="35" name="Object 5"/>
            <p:cNvGraphicFramePr>
              <a:graphicFrameLocks/>
            </p:cNvGraphicFramePr>
            <p:nvPr/>
          </p:nvGraphicFramePr>
          <p:xfrm>
            <a:off x="1685" y="1460"/>
            <a:ext cx="40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634680" imgH="342720" progId="Equation.3">
                    <p:embed/>
                  </p:oleObj>
                </mc:Choice>
                <mc:Fallback>
                  <p:oleObj name="公式" r:id="rId11" imgW="634680" imgH="342720" progId="Equation.3">
                    <p:embed/>
                    <p:pic>
                      <p:nvPicPr>
                        <p:cNvPr id="35" name="Object 5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5" y="1460"/>
                          <a:ext cx="400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6" name="Group 89"/>
          <p:cNvGrpSpPr>
            <a:grpSpLocks/>
          </p:cNvGrpSpPr>
          <p:nvPr/>
        </p:nvGrpSpPr>
        <p:grpSpPr bwMode="auto">
          <a:xfrm>
            <a:off x="1364719" y="3783292"/>
            <a:ext cx="7265987" cy="900113"/>
            <a:chOff x="853" y="2725"/>
            <a:chExt cx="4577" cy="567"/>
          </a:xfrm>
        </p:grpSpPr>
        <p:graphicFrame>
          <p:nvGraphicFramePr>
            <p:cNvPr id="37" name="Object 3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810869307"/>
                </p:ext>
              </p:extLst>
            </p:nvPr>
          </p:nvGraphicFramePr>
          <p:xfrm>
            <a:off x="1543" y="2725"/>
            <a:ext cx="1830" cy="5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625400" imgH="444240" progId="Equation.DSMT4">
                    <p:embed/>
                  </p:oleObj>
                </mc:Choice>
                <mc:Fallback>
                  <p:oleObj name="Equation" r:id="rId13" imgW="1625400" imgH="444240" progId="Equation.DSMT4">
                    <p:embed/>
                    <p:pic>
                      <p:nvPicPr>
                        <p:cNvPr id="37" name="Object 3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3" y="2725"/>
                          <a:ext cx="1830" cy="56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" name="Object 4"/>
            <p:cNvGraphicFramePr>
              <a:graphicFrameLocks/>
            </p:cNvGraphicFramePr>
            <p:nvPr/>
          </p:nvGraphicFramePr>
          <p:xfrm>
            <a:off x="3790" y="2901"/>
            <a:ext cx="164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2603160" imgH="342720" progId="Equation.3">
                    <p:embed/>
                  </p:oleObj>
                </mc:Choice>
                <mc:Fallback>
                  <p:oleObj name="公式" r:id="rId15" imgW="2603160" imgH="342720" progId="Equation.3">
                    <p:embed/>
                    <p:pic>
                      <p:nvPicPr>
                        <p:cNvPr id="38" name="Object 4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0" y="2901"/>
                          <a:ext cx="1640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" name="Rectangle 78"/>
            <p:cNvSpPr>
              <a:spLocks noChangeArrowheads="1"/>
            </p:cNvSpPr>
            <p:nvPr/>
          </p:nvSpPr>
          <p:spPr bwMode="auto">
            <a:xfrm>
              <a:off x="853" y="2844"/>
              <a:ext cx="88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其中，</a:t>
              </a:r>
            </a:p>
          </p:txBody>
        </p:sp>
      </p:grpSp>
      <p:grpSp>
        <p:nvGrpSpPr>
          <p:cNvPr id="40" name="Group 84"/>
          <p:cNvGrpSpPr>
            <a:grpSpLocks/>
          </p:cNvGrpSpPr>
          <p:nvPr/>
        </p:nvGrpSpPr>
        <p:grpSpPr bwMode="auto">
          <a:xfrm>
            <a:off x="8958262" y="554285"/>
            <a:ext cx="2344738" cy="2222500"/>
            <a:chOff x="3580" y="913"/>
            <a:chExt cx="1477" cy="1400"/>
          </a:xfrm>
        </p:grpSpPr>
        <p:sp>
          <p:nvSpPr>
            <p:cNvPr id="41" name="Freeform 44"/>
            <p:cNvSpPr>
              <a:spLocks noChangeAspect="1"/>
            </p:cNvSpPr>
            <p:nvPr/>
          </p:nvSpPr>
          <p:spPr bwMode="auto">
            <a:xfrm>
              <a:off x="3580" y="913"/>
              <a:ext cx="1273" cy="1400"/>
            </a:xfrm>
            <a:custGeom>
              <a:avLst/>
              <a:gdLst>
                <a:gd name="T0" fmla="*/ 182 w 1273"/>
                <a:gd name="T1" fmla="*/ 1205 h 1400"/>
                <a:gd name="T2" fmla="*/ 386 w 1273"/>
                <a:gd name="T3" fmla="*/ 1283 h 1400"/>
                <a:gd name="T4" fmla="*/ 650 w 1273"/>
                <a:gd name="T5" fmla="*/ 1397 h 1400"/>
                <a:gd name="T6" fmla="*/ 976 w 1273"/>
                <a:gd name="T7" fmla="*/ 1266 h 1400"/>
                <a:gd name="T8" fmla="*/ 1233 w 1273"/>
                <a:gd name="T9" fmla="*/ 841 h 1400"/>
                <a:gd name="T10" fmla="*/ 1218 w 1273"/>
                <a:gd name="T11" fmla="*/ 309 h 1400"/>
                <a:gd name="T12" fmla="*/ 1051 w 1273"/>
                <a:gd name="T13" fmla="*/ 91 h 1400"/>
                <a:gd name="T14" fmla="*/ 698 w 1273"/>
                <a:gd name="T15" fmla="*/ 9 h 1400"/>
                <a:gd name="T16" fmla="*/ 542 w 1273"/>
                <a:gd name="T17" fmla="*/ 35 h 1400"/>
                <a:gd name="T18" fmla="*/ 433 w 1273"/>
                <a:gd name="T19" fmla="*/ 206 h 1400"/>
                <a:gd name="T20" fmla="*/ 58 w 1273"/>
                <a:gd name="T21" fmla="*/ 544 h 1400"/>
                <a:gd name="T22" fmla="*/ 86 w 1273"/>
                <a:gd name="T23" fmla="*/ 1037 h 1400"/>
                <a:gd name="T24" fmla="*/ 182 w 1273"/>
                <a:gd name="T25" fmla="*/ 1205 h 140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273"/>
                <a:gd name="T40" fmla="*/ 0 h 1400"/>
                <a:gd name="T41" fmla="*/ 1273 w 1273"/>
                <a:gd name="T42" fmla="*/ 1400 h 140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273" h="1400">
                  <a:moveTo>
                    <a:pt x="182" y="1205"/>
                  </a:moveTo>
                  <a:cubicBezTo>
                    <a:pt x="232" y="1246"/>
                    <a:pt x="308" y="1251"/>
                    <a:pt x="386" y="1283"/>
                  </a:cubicBezTo>
                  <a:cubicBezTo>
                    <a:pt x="464" y="1315"/>
                    <a:pt x="552" y="1400"/>
                    <a:pt x="650" y="1397"/>
                  </a:cubicBezTo>
                  <a:cubicBezTo>
                    <a:pt x="748" y="1394"/>
                    <a:pt x="879" y="1358"/>
                    <a:pt x="976" y="1266"/>
                  </a:cubicBezTo>
                  <a:cubicBezTo>
                    <a:pt x="1073" y="1174"/>
                    <a:pt x="1193" y="1001"/>
                    <a:pt x="1233" y="841"/>
                  </a:cubicBezTo>
                  <a:cubicBezTo>
                    <a:pt x="1273" y="681"/>
                    <a:pt x="1248" y="434"/>
                    <a:pt x="1218" y="309"/>
                  </a:cubicBezTo>
                  <a:cubicBezTo>
                    <a:pt x="1188" y="184"/>
                    <a:pt x="1137" y="141"/>
                    <a:pt x="1051" y="91"/>
                  </a:cubicBezTo>
                  <a:cubicBezTo>
                    <a:pt x="964" y="41"/>
                    <a:pt x="783" y="18"/>
                    <a:pt x="698" y="9"/>
                  </a:cubicBezTo>
                  <a:cubicBezTo>
                    <a:pt x="613" y="0"/>
                    <a:pt x="586" y="2"/>
                    <a:pt x="542" y="35"/>
                  </a:cubicBezTo>
                  <a:cubicBezTo>
                    <a:pt x="498" y="68"/>
                    <a:pt x="514" y="121"/>
                    <a:pt x="433" y="206"/>
                  </a:cubicBezTo>
                  <a:cubicBezTo>
                    <a:pt x="352" y="291"/>
                    <a:pt x="116" y="405"/>
                    <a:pt x="58" y="544"/>
                  </a:cubicBezTo>
                  <a:cubicBezTo>
                    <a:pt x="0" y="683"/>
                    <a:pt x="65" y="927"/>
                    <a:pt x="86" y="1037"/>
                  </a:cubicBezTo>
                  <a:cubicBezTo>
                    <a:pt x="107" y="1147"/>
                    <a:pt x="132" y="1164"/>
                    <a:pt x="182" y="1205"/>
                  </a:cubicBezTo>
                  <a:close/>
                </a:path>
              </a:pathLst>
            </a:custGeom>
            <a:noFill/>
            <a:ln w="19050">
              <a:solidFill>
                <a:srgbClr val="99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/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" name="Text Box 50"/>
            <p:cNvSpPr txBox="1">
              <a:spLocks noChangeAspect="1" noChangeArrowheads="1"/>
            </p:cNvSpPr>
            <p:nvPr/>
          </p:nvSpPr>
          <p:spPr bwMode="auto">
            <a:xfrm>
              <a:off x="3598" y="1080"/>
              <a:ext cx="301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anose="05050102010706020507" pitchFamily="18" charset="2"/>
                  <a:ea typeface="宋体" panose="02010600030101010101" pitchFamily="2" charset="-122"/>
                  <a:cs typeface="+mn-cs"/>
                </a:rPr>
                <a:t>z</a:t>
              </a:r>
            </a:p>
          </p:txBody>
        </p:sp>
        <p:sp>
          <p:nvSpPr>
            <p:cNvPr id="43" name="Text Box 59"/>
            <p:cNvSpPr txBox="1">
              <a:spLocks noChangeArrowheads="1"/>
            </p:cNvSpPr>
            <p:nvPr/>
          </p:nvSpPr>
          <p:spPr bwMode="auto">
            <a:xfrm>
              <a:off x="4854" y="1323"/>
              <a:ext cx="203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  <a:endParaRPr kumimoji="1" lang="en-US" altLang="zh-CN" sz="18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" name="Line 62"/>
            <p:cNvSpPr>
              <a:spLocks noChangeShapeType="1"/>
            </p:cNvSpPr>
            <p:nvPr/>
          </p:nvSpPr>
          <p:spPr bwMode="auto">
            <a:xfrm flipH="1" flipV="1">
              <a:off x="4819" y="1339"/>
              <a:ext cx="12" cy="13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" name="Oval 40"/>
            <p:cNvSpPr>
              <a:spLocks noChangeAspect="1" noChangeArrowheads="1"/>
            </p:cNvSpPr>
            <p:nvPr/>
          </p:nvSpPr>
          <p:spPr bwMode="auto">
            <a:xfrm>
              <a:off x="3783" y="1254"/>
              <a:ext cx="43" cy="42"/>
            </a:xfrm>
            <a:prstGeom prst="ellipse">
              <a:avLst/>
            </a:pr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7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 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解析函数的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洛朗展式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93F83E5-96AD-E05F-DDC6-F32730DC20CF}"/>
              </a:ext>
            </a:extLst>
          </p:cNvPr>
          <p:cNvSpPr txBox="1"/>
          <p:nvPr/>
        </p:nvSpPr>
        <p:spPr>
          <a:xfrm>
            <a:off x="7212712" y="4811164"/>
            <a:ext cx="3766438" cy="638735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zh-CN" altLang="en-US" sz="24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且这样的展开式是</a:t>
            </a:r>
            <a:r>
              <a:rPr lang="zh-CN" altLang="en-US" sz="2400" b="1" kern="1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唯一的</a:t>
            </a:r>
            <a:r>
              <a:rPr lang="en-US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endParaRPr lang="zh-CN" altLang="en-US" sz="2400" b="1" kern="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9239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21"/>
          <p:cNvSpPr>
            <a:spLocks noChangeArrowheads="1"/>
          </p:cNvSpPr>
          <p:nvPr/>
        </p:nvSpPr>
        <p:spPr bwMode="auto">
          <a:xfrm>
            <a:off x="1847528" y="1652040"/>
            <a:ext cx="944563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注</a:t>
            </a:r>
          </a:p>
        </p:txBody>
      </p:sp>
      <p:sp>
        <p:nvSpPr>
          <p:cNvPr id="7" name="Rectangle 44"/>
          <p:cNvSpPr>
            <a:spLocks noChangeArrowheads="1"/>
          </p:cNvSpPr>
          <p:nvPr/>
        </p:nvSpPr>
        <p:spPr bwMode="auto">
          <a:xfrm>
            <a:off x="1332657" y="801123"/>
            <a:ext cx="42497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二、洛朗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(Laurent)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定理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51"/>
          <p:cNvSpPr>
            <a:spLocks noChangeArrowheads="1"/>
          </p:cNvSpPr>
          <p:nvPr/>
        </p:nvSpPr>
        <p:spPr bwMode="auto">
          <a:xfrm>
            <a:off x="2447105" y="3340255"/>
            <a:ext cx="8094662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(3)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一个在某圆环域内解析的函数展开为含有正负幂次项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52"/>
          <p:cNvSpPr>
            <a:spLocks noChangeArrowheads="1"/>
          </p:cNvSpPr>
          <p:nvPr/>
        </p:nvSpPr>
        <p:spPr bwMode="auto">
          <a:xfrm>
            <a:off x="2872556" y="3886355"/>
            <a:ext cx="2986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的级数是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唯一的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.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6" name="Group 66"/>
          <p:cNvGrpSpPr>
            <a:grpSpLocks/>
          </p:cNvGrpSpPr>
          <p:nvPr/>
        </p:nvGrpSpPr>
        <p:grpSpPr bwMode="auto">
          <a:xfrm>
            <a:off x="2463868" y="4661312"/>
            <a:ext cx="7959725" cy="481013"/>
            <a:chOff x="659" y="3181"/>
            <a:chExt cx="5014" cy="303"/>
          </a:xfrm>
        </p:grpSpPr>
        <p:sp>
          <p:nvSpPr>
            <p:cNvPr id="17" name="Rectangle 60"/>
            <p:cNvSpPr>
              <a:spLocks noChangeArrowheads="1"/>
            </p:cNvSpPr>
            <p:nvPr/>
          </p:nvSpPr>
          <p:spPr bwMode="auto">
            <a:xfrm>
              <a:off x="659" y="3181"/>
              <a:ext cx="5014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(4)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若函数         在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“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圆环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”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                     内解析，则         在</a:t>
              </a: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8" name="Object 2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177240480"/>
                </p:ext>
              </p:extLst>
            </p:nvPr>
          </p:nvGraphicFramePr>
          <p:xfrm>
            <a:off x="2797" y="3213"/>
            <a:ext cx="1151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965160" imgH="228600" progId="Equation.DSMT4">
                    <p:embed/>
                  </p:oleObj>
                </mc:Choice>
                <mc:Fallback>
                  <p:oleObj name="Equation" r:id="rId3" imgW="965160" imgH="228600" progId="Equation.DSMT4">
                    <p:embed/>
                    <p:pic>
                      <p:nvPicPr>
                        <p:cNvPr id="18" name="Object 2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7" y="3213"/>
                          <a:ext cx="1151" cy="271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3"/>
            <p:cNvGraphicFramePr>
              <a:graphicFrameLocks/>
            </p:cNvGraphicFramePr>
            <p:nvPr/>
          </p:nvGraphicFramePr>
          <p:xfrm>
            <a:off x="1583" y="3220"/>
            <a:ext cx="391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634680" imgH="342720" progId="Equation.3">
                    <p:embed/>
                  </p:oleObj>
                </mc:Choice>
                <mc:Fallback>
                  <p:oleObj name="公式" r:id="rId5" imgW="634680" imgH="342720" progId="Equation.3">
                    <p:embed/>
                    <p:pic>
                      <p:nvPicPr>
                        <p:cNvPr id="20" name="Object 3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3" y="3220"/>
                          <a:ext cx="391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ct 4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383787867"/>
                </p:ext>
              </p:extLst>
            </p:nvPr>
          </p:nvGraphicFramePr>
          <p:xfrm>
            <a:off x="4957" y="3240"/>
            <a:ext cx="391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634680" imgH="342720" progId="Equation.3">
                    <p:embed/>
                  </p:oleObj>
                </mc:Choice>
                <mc:Fallback>
                  <p:oleObj name="公式" r:id="rId7" imgW="634680" imgH="342720" progId="Equation.3">
                    <p:embed/>
                    <p:pic>
                      <p:nvPicPr>
                        <p:cNvPr id="21" name="Object 4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57" y="3240"/>
                          <a:ext cx="391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" name="Rectangle 64"/>
          <p:cNvSpPr>
            <a:spLocks noChangeArrowheads="1"/>
          </p:cNvSpPr>
          <p:nvPr/>
        </p:nvSpPr>
        <p:spPr bwMode="auto">
          <a:xfrm>
            <a:off x="2884555" y="5250269"/>
            <a:ext cx="6569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在此圆环内的洛朗展开式就是泰勒展开式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4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 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解析函数的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洛朗展式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Rectangle 51">
            <a:extLst>
              <a:ext uri="{FF2B5EF4-FFF2-40B4-BE49-F238E27FC236}">
                <a16:creationId xmlns:a16="http://schemas.microsoft.com/office/drawing/2014/main" id="{0E8B23FF-D9FB-C3F9-71D2-F00E0ADEEA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7105" y="1445785"/>
            <a:ext cx="8094662" cy="1469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(2)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洛朗级数                                       </a:t>
            </a:r>
            <a:r>
              <a:rPr kumimoji="1" lang="zh-CN" altLang="en-US" sz="2400" b="1" i="0" u="none" strike="noStrike" kern="1200" cap="none" spc="0" normalizeH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的展开中心     就是                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>
                <a:solidFill>
                  <a:srgbClr val="0066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     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的解析圆环                             的中心    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28C6F3C6-127E-FE17-6794-77F21B2E66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4642306"/>
              </p:ext>
            </p:extLst>
          </p:nvPr>
        </p:nvGraphicFramePr>
        <p:xfrm>
          <a:off x="4241074" y="1495461"/>
          <a:ext cx="2979738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434960" imgH="431640" progId="Equation.DSMT4">
                  <p:embed/>
                </p:oleObj>
              </mc:Choice>
              <mc:Fallback>
                <p:oleObj name="Equation" r:id="rId9" imgW="1434960" imgH="431640" progId="Equation.DSMT4">
                  <p:embed/>
                  <p:pic>
                    <p:nvPicPr>
                      <p:cNvPr id="23" name="Object 2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1074" y="1495461"/>
                        <a:ext cx="2979738" cy="900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7A8E1AB9-6511-62C6-66AB-9C3D90644D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9335205"/>
              </p:ext>
            </p:extLst>
          </p:nvPr>
        </p:nvGraphicFramePr>
        <p:xfrm>
          <a:off x="4506266" y="2437041"/>
          <a:ext cx="2199918" cy="5316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379640" imgH="333153" progId="Equation.DSMT4">
                  <p:embed/>
                </p:oleObj>
              </mc:Choice>
              <mc:Fallback>
                <p:oleObj name="Equation" r:id="rId11" imgW="1379640" imgH="33315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506266" y="2437041"/>
                        <a:ext cx="2199918" cy="5316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0E38032E-E1C4-600D-8C98-66A05A5051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8327212"/>
              </p:ext>
            </p:extLst>
          </p:nvPr>
        </p:nvGraphicFramePr>
        <p:xfrm>
          <a:off x="8768330" y="1691680"/>
          <a:ext cx="365310" cy="5076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15804" imgH="300074" progId="Equation.DSMT4">
                  <p:embed/>
                </p:oleObj>
              </mc:Choice>
              <mc:Fallback>
                <p:oleObj name="Equation" r:id="rId13" imgW="215804" imgH="30007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768330" y="1691680"/>
                        <a:ext cx="365310" cy="5076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71099C46-2AB0-04CB-E192-5B9F34F2CD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1887550"/>
              </p:ext>
            </p:extLst>
          </p:nvPr>
        </p:nvGraphicFramePr>
        <p:xfrm>
          <a:off x="7628730" y="2434498"/>
          <a:ext cx="365310" cy="5076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15804" imgH="300074" progId="Equation.DSMT4">
                  <p:embed/>
                </p:oleObj>
              </mc:Choice>
              <mc:Fallback>
                <p:oleObj name="Equation" r:id="rId13" imgW="215804" imgH="300074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0E38032E-E1C4-600D-8C98-66A05A5051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628730" y="2434498"/>
                        <a:ext cx="365310" cy="5076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B291925A-9A8D-AAE5-5F6A-12B91C20B8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0770368"/>
              </p:ext>
            </p:extLst>
          </p:nvPr>
        </p:nvGraphicFramePr>
        <p:xfrm>
          <a:off x="9705899" y="1751390"/>
          <a:ext cx="717694" cy="426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448571" imgH="266523" progId="Equation.DSMT4">
                  <p:embed/>
                </p:oleObj>
              </mc:Choice>
              <mc:Fallback>
                <p:oleObj name="Equation" r:id="rId15" imgW="448571" imgH="26652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9705899" y="1751390"/>
                        <a:ext cx="717694" cy="4260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453151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22" grpId="0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631504" y="895251"/>
            <a:ext cx="60753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三、将函数展开为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洛朗级数的方法</a:t>
            </a: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2387600" y="2166838"/>
            <a:ext cx="828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90000"/>
              <a:buFontTx/>
              <a:buBlip>
                <a:blip r:embed="rId3"/>
              </a:buBlip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根据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唯一性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，利用一些已知的展开式，通过有理运算、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2647950" y="2689125"/>
            <a:ext cx="7215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90000"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代换运算、逐项求导、逐项求积等方法展开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2386014" y="3441600"/>
            <a:ext cx="4365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90000"/>
              <a:buFontTx/>
              <a:buBlip>
                <a:blip r:embed="rId4"/>
              </a:buBlip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两个重要的已知展开式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1217E4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9" name="Group 19"/>
          <p:cNvGrpSpPr>
            <a:grpSpLocks/>
          </p:cNvGrpSpPr>
          <p:nvPr/>
        </p:nvGrpSpPr>
        <p:grpSpPr bwMode="auto">
          <a:xfrm>
            <a:off x="2800351" y="4089300"/>
            <a:ext cx="5789613" cy="1931988"/>
            <a:chOff x="804" y="2346"/>
            <a:chExt cx="3647" cy="1217"/>
          </a:xfrm>
        </p:grpSpPr>
        <p:grpSp>
          <p:nvGrpSpPr>
            <p:cNvPr id="10" name="Group 10"/>
            <p:cNvGrpSpPr>
              <a:grpSpLocks/>
            </p:cNvGrpSpPr>
            <p:nvPr/>
          </p:nvGrpSpPr>
          <p:grpSpPr bwMode="auto">
            <a:xfrm>
              <a:off x="809" y="3023"/>
              <a:ext cx="3642" cy="540"/>
              <a:chOff x="815" y="3233"/>
              <a:chExt cx="3642" cy="540"/>
            </a:xfrm>
          </p:grpSpPr>
          <p:sp>
            <p:nvSpPr>
              <p:cNvPr id="15" name="Rectangle 11"/>
              <p:cNvSpPr>
                <a:spLocks noChangeArrowheads="1"/>
              </p:cNvSpPr>
              <p:nvPr/>
            </p:nvSpPr>
            <p:spPr bwMode="auto">
              <a:xfrm>
                <a:off x="815" y="3251"/>
                <a:ext cx="3642" cy="522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16" name="Object 4"/>
              <p:cNvGraphicFramePr>
                <a:graphicFrameLocks/>
              </p:cNvGraphicFramePr>
              <p:nvPr/>
            </p:nvGraphicFramePr>
            <p:xfrm>
              <a:off x="856" y="3233"/>
              <a:ext cx="2687" cy="53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5" imgW="4267080" imgH="850680" progId="Equation.3">
                      <p:embed/>
                    </p:oleObj>
                  </mc:Choice>
                  <mc:Fallback>
                    <p:oleObj name="公式" r:id="rId5" imgW="4267080" imgH="850680" progId="Equation.3">
                      <p:embed/>
                      <p:pic>
                        <p:nvPicPr>
                          <p:cNvPr id="16" name="Object 4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56" y="3233"/>
                            <a:ext cx="2687" cy="53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" name="Object 5"/>
              <p:cNvGraphicFramePr>
                <a:graphicFrameLocks/>
              </p:cNvGraphicFramePr>
              <p:nvPr/>
            </p:nvGraphicFramePr>
            <p:xfrm>
              <a:off x="3650" y="3413"/>
              <a:ext cx="721" cy="2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7" imgW="1143000" imgH="342720" progId="Equation.3">
                      <p:embed/>
                    </p:oleObj>
                  </mc:Choice>
                  <mc:Fallback>
                    <p:oleObj name="公式" r:id="rId7" imgW="1143000" imgH="342720" progId="Equation.3">
                      <p:embed/>
                      <p:pic>
                        <p:nvPicPr>
                          <p:cNvPr id="17" name="Object 5"/>
                          <p:cNvPicPr preferRelativeResize="0">
                            <a:picLocks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50" y="3413"/>
                            <a:ext cx="721" cy="21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1" name="Group 14"/>
            <p:cNvGrpSpPr>
              <a:grpSpLocks/>
            </p:cNvGrpSpPr>
            <p:nvPr/>
          </p:nvGrpSpPr>
          <p:grpSpPr bwMode="auto">
            <a:xfrm>
              <a:off x="804" y="2346"/>
              <a:ext cx="3642" cy="522"/>
              <a:chOff x="810" y="2496"/>
              <a:chExt cx="3642" cy="522"/>
            </a:xfrm>
          </p:grpSpPr>
          <p:sp>
            <p:nvSpPr>
              <p:cNvPr id="12" name="Rectangle 15"/>
              <p:cNvSpPr>
                <a:spLocks noChangeArrowheads="1"/>
              </p:cNvSpPr>
              <p:nvPr/>
            </p:nvSpPr>
            <p:spPr bwMode="auto">
              <a:xfrm>
                <a:off x="810" y="2496"/>
                <a:ext cx="3642" cy="522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13" name="Object 2"/>
              <p:cNvGraphicFramePr>
                <a:graphicFrameLocks/>
              </p:cNvGraphicFramePr>
              <p:nvPr/>
            </p:nvGraphicFramePr>
            <p:xfrm>
              <a:off x="849" y="2510"/>
              <a:ext cx="2575" cy="5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9" imgW="4089240" imgH="799920" progId="Equation.3">
                      <p:embed/>
                    </p:oleObj>
                  </mc:Choice>
                  <mc:Fallback>
                    <p:oleObj name="公式" r:id="rId9" imgW="4089240" imgH="799920" progId="Equation.3">
                      <p:embed/>
                      <p:pic>
                        <p:nvPicPr>
                          <p:cNvPr id="13" name="Object 2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49" y="2510"/>
                            <a:ext cx="2575" cy="50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" name="Object 3"/>
              <p:cNvGraphicFramePr>
                <a:graphicFrameLocks/>
              </p:cNvGraphicFramePr>
              <p:nvPr/>
            </p:nvGraphicFramePr>
            <p:xfrm>
              <a:off x="3653" y="2656"/>
              <a:ext cx="544" cy="2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1" imgW="863280" imgH="342720" progId="Equation.3">
                      <p:embed/>
                    </p:oleObj>
                  </mc:Choice>
                  <mc:Fallback>
                    <p:oleObj name="公式" r:id="rId11" imgW="863280" imgH="342720" progId="Equation.3">
                      <p:embed/>
                      <p:pic>
                        <p:nvPicPr>
                          <p:cNvPr id="14" name="Object 3"/>
                          <p:cNvPicPr preferRelativeResize="0">
                            <a:picLocks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53" y="2656"/>
                            <a:ext cx="544" cy="21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8" name="Rectangle 18"/>
          <p:cNvSpPr>
            <a:spLocks noChangeArrowheads="1"/>
          </p:cNvSpPr>
          <p:nvPr/>
        </p:nvSpPr>
        <p:spPr bwMode="auto">
          <a:xfrm>
            <a:off x="2055814" y="1531838"/>
            <a:ext cx="2732087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2. 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间接展开法</a:t>
            </a:r>
          </a:p>
        </p:txBody>
      </p:sp>
      <p:sp>
        <p:nvSpPr>
          <p:cNvPr id="21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 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解析函数的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洛朗展式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8042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Oval 128"/>
          <p:cNvSpPr>
            <a:spLocks noChangeAspect="1" noChangeArrowheads="1"/>
          </p:cNvSpPr>
          <p:nvPr/>
        </p:nvSpPr>
        <p:spPr bwMode="auto">
          <a:xfrm>
            <a:off x="6477297" y="2132856"/>
            <a:ext cx="4703762" cy="4703762"/>
          </a:xfrm>
          <a:prstGeom prst="ellipse">
            <a:avLst/>
          </a:prstGeom>
          <a:gradFill rotWithShape="0">
            <a:gsLst>
              <a:gs pos="0">
                <a:srgbClr val="FF9900"/>
              </a:gs>
              <a:gs pos="100000">
                <a:srgbClr val="FFFFFF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" name="Rectangle 2"/>
          <p:cNvSpPr>
            <a:spLocks noChangeArrowheads="1"/>
          </p:cNvSpPr>
          <p:nvPr/>
        </p:nvSpPr>
        <p:spPr bwMode="auto">
          <a:xfrm>
            <a:off x="1559496" y="845642"/>
            <a:ext cx="57578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三、将函数展开为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洛朗级数的方法</a:t>
            </a:r>
          </a:p>
        </p:txBody>
      </p:sp>
      <p:sp>
        <p:nvSpPr>
          <p:cNvPr id="43" name="Rectangle 4"/>
          <p:cNvSpPr>
            <a:spLocks noChangeArrowheads="1"/>
          </p:cNvSpPr>
          <p:nvPr/>
        </p:nvSpPr>
        <p:spPr bwMode="auto">
          <a:xfrm>
            <a:off x="2876550" y="2001341"/>
            <a:ext cx="7791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90000"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都需要根据函数的奇点位置，将复平面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或者题目指定</a:t>
            </a:r>
            <a:endParaRPr kumimoji="1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44" name="Group 100"/>
          <p:cNvGrpSpPr>
            <a:grpSpLocks/>
          </p:cNvGrpSpPr>
          <p:nvPr/>
        </p:nvGrpSpPr>
        <p:grpSpPr bwMode="auto">
          <a:xfrm>
            <a:off x="2055813" y="1472705"/>
            <a:ext cx="8475662" cy="473075"/>
            <a:chOff x="335" y="729"/>
            <a:chExt cx="5339" cy="298"/>
          </a:xfrm>
        </p:grpSpPr>
        <p:sp>
          <p:nvSpPr>
            <p:cNvPr id="45" name="Rectangle 3"/>
            <p:cNvSpPr>
              <a:spLocks noChangeArrowheads="1"/>
            </p:cNvSpPr>
            <p:nvPr/>
          </p:nvSpPr>
          <p:spPr bwMode="auto">
            <a:xfrm>
              <a:off x="850" y="739"/>
              <a:ext cx="48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无论是</a:t>
              </a:r>
              <a:r>
                <a:rPr kumimoji="1" lang="zh-CN" altLang="en-US" sz="2400" b="1" i="0" u="sng" strike="noStrike" kern="0" cap="none" spc="0" normalizeH="0" baseline="0" noProof="0" dirty="0">
                  <a:ln>
                    <a:noFill/>
                  </a:ln>
                  <a:solidFill>
                    <a:srgbClr val="1217E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直接展开法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还是</a:t>
              </a:r>
              <a:r>
                <a:rPr kumimoji="1" lang="zh-CN" altLang="en-US" sz="2400" b="1" i="0" u="sng" strike="noStrike" kern="0" cap="none" spc="0" normalizeH="0" baseline="0" noProof="0" dirty="0">
                  <a:ln>
                    <a:noFill/>
                  </a:ln>
                  <a:solidFill>
                    <a:srgbClr val="1217E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间接展开法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，在求展开式之前，</a:t>
              </a: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" name="Rectangle 14"/>
            <p:cNvSpPr>
              <a:spLocks noChangeArrowheads="1"/>
            </p:cNvSpPr>
            <p:nvPr/>
          </p:nvSpPr>
          <p:spPr bwMode="auto">
            <a:xfrm>
              <a:off x="335" y="729"/>
              <a:ext cx="123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注意</a:t>
              </a:r>
            </a:p>
          </p:txBody>
        </p:sp>
      </p:grpSp>
      <p:sp>
        <p:nvSpPr>
          <p:cNvPr id="47" name="Rectangle 15"/>
          <p:cNvSpPr>
            <a:spLocks noChangeArrowheads="1"/>
          </p:cNvSpPr>
          <p:nvPr/>
        </p:nvSpPr>
        <p:spPr bwMode="auto">
          <a:xfrm>
            <a:off x="2876550" y="2514104"/>
            <a:ext cx="51768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90000"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的展开区域</a:t>
            </a:r>
            <a:r>
              <a:rPr kumimoji="1" lang="zh-CN" alt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分为若干个解析圆环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.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48" name="Group 101"/>
          <p:cNvGrpSpPr>
            <a:grpSpLocks/>
          </p:cNvGrpSpPr>
          <p:nvPr/>
        </p:nvGrpSpPr>
        <p:grpSpPr bwMode="auto">
          <a:xfrm>
            <a:off x="2054226" y="3163391"/>
            <a:ext cx="4373563" cy="469900"/>
            <a:chOff x="334" y="1794"/>
            <a:chExt cx="2755" cy="296"/>
          </a:xfrm>
        </p:grpSpPr>
        <p:sp>
          <p:nvSpPr>
            <p:cNvPr id="49" name="Rectangle 17"/>
            <p:cNvSpPr>
              <a:spLocks noChangeArrowheads="1"/>
            </p:cNvSpPr>
            <p:nvPr/>
          </p:nvSpPr>
          <p:spPr bwMode="auto">
            <a:xfrm>
              <a:off x="334" y="1802"/>
              <a:ext cx="85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比如</a:t>
              </a:r>
            </a:p>
          </p:txBody>
        </p:sp>
        <p:sp>
          <p:nvSpPr>
            <p:cNvPr id="50" name="Rectangle 89"/>
            <p:cNvSpPr>
              <a:spLocks noChangeArrowheads="1"/>
            </p:cNvSpPr>
            <p:nvPr/>
          </p:nvSpPr>
          <p:spPr bwMode="auto">
            <a:xfrm>
              <a:off x="854" y="1794"/>
              <a:ext cx="16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设函数的奇点为</a:t>
              </a:r>
            </a:p>
          </p:txBody>
        </p:sp>
        <p:graphicFrame>
          <p:nvGraphicFramePr>
            <p:cNvPr id="51" name="Object 8"/>
            <p:cNvGraphicFramePr>
              <a:graphicFrameLocks/>
            </p:cNvGraphicFramePr>
            <p:nvPr/>
          </p:nvGraphicFramePr>
          <p:xfrm>
            <a:off x="2298" y="1823"/>
            <a:ext cx="791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1257120" imgH="380880" progId="Equation.3">
                    <p:embed/>
                  </p:oleObj>
                </mc:Choice>
                <mc:Fallback>
                  <p:oleObj name="公式" r:id="rId3" imgW="1257120" imgH="380880" progId="Equation.3">
                    <p:embed/>
                    <p:pic>
                      <p:nvPicPr>
                        <p:cNvPr id="51" name="Object 8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8" y="1823"/>
                          <a:ext cx="791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2" name="Group 102"/>
          <p:cNvGrpSpPr>
            <a:grpSpLocks/>
          </p:cNvGrpSpPr>
          <p:nvPr/>
        </p:nvGrpSpPr>
        <p:grpSpPr bwMode="auto">
          <a:xfrm>
            <a:off x="2879725" y="3687266"/>
            <a:ext cx="1746250" cy="457200"/>
            <a:chOff x="854" y="2124"/>
            <a:chExt cx="1100" cy="288"/>
          </a:xfrm>
        </p:grpSpPr>
        <p:sp>
          <p:nvSpPr>
            <p:cNvPr id="53" name="Rectangle 92"/>
            <p:cNvSpPr>
              <a:spLocks noChangeArrowheads="1"/>
            </p:cNvSpPr>
            <p:nvPr/>
          </p:nvSpPr>
          <p:spPr bwMode="auto">
            <a:xfrm>
              <a:off x="854" y="2124"/>
              <a:ext cx="106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展开点为</a:t>
              </a:r>
            </a:p>
          </p:txBody>
        </p:sp>
        <p:graphicFrame>
          <p:nvGraphicFramePr>
            <p:cNvPr id="54" name="Object 7"/>
            <p:cNvGraphicFramePr>
              <a:graphicFrameLocks/>
            </p:cNvGraphicFramePr>
            <p:nvPr/>
          </p:nvGraphicFramePr>
          <p:xfrm>
            <a:off x="1715" y="2164"/>
            <a:ext cx="239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380880" imgH="380880" progId="Equation.3">
                    <p:embed/>
                  </p:oleObj>
                </mc:Choice>
                <mc:Fallback>
                  <p:oleObj name="公式" r:id="rId5" imgW="380880" imgH="380880" progId="Equation.3">
                    <p:embed/>
                    <p:pic>
                      <p:nvPicPr>
                        <p:cNvPr id="54" name="Object 7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15" y="2164"/>
                          <a:ext cx="239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5" name="Rectangle 94"/>
          <p:cNvSpPr>
            <a:spLocks noChangeArrowheads="1"/>
          </p:cNvSpPr>
          <p:nvPr/>
        </p:nvSpPr>
        <p:spPr bwMode="auto">
          <a:xfrm>
            <a:off x="4686301" y="3696791"/>
            <a:ext cx="1717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则复平面</a:t>
            </a:r>
          </a:p>
        </p:txBody>
      </p:sp>
      <p:sp>
        <p:nvSpPr>
          <p:cNvPr id="56" name="Rectangle 95"/>
          <p:cNvSpPr>
            <a:spLocks noChangeArrowheads="1"/>
          </p:cNvSpPr>
          <p:nvPr/>
        </p:nvSpPr>
        <p:spPr bwMode="auto">
          <a:xfrm>
            <a:off x="2873376" y="4220666"/>
            <a:ext cx="3165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被分为四个解析环：</a:t>
            </a:r>
          </a:p>
        </p:txBody>
      </p:sp>
      <p:sp>
        <p:nvSpPr>
          <p:cNvPr id="60" name="Oval 129"/>
          <p:cNvSpPr>
            <a:spLocks noChangeArrowheads="1"/>
          </p:cNvSpPr>
          <p:nvPr/>
        </p:nvSpPr>
        <p:spPr bwMode="auto">
          <a:xfrm>
            <a:off x="7802066" y="3573016"/>
            <a:ext cx="1908175" cy="1908175"/>
          </a:xfrm>
          <a:prstGeom prst="ellipse">
            <a:avLst/>
          </a:prstGeom>
          <a:gradFill rotWithShape="1">
            <a:gsLst>
              <a:gs pos="0">
                <a:srgbClr val="C8ADFF"/>
              </a:gs>
              <a:gs pos="100000">
                <a:srgbClr val="9E88C9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FF6600"/>
            </a:solidFill>
            <a:prstDash val="sysDot"/>
            <a:round/>
            <a:headEnd/>
            <a:tailEnd/>
          </a:ln>
        </p:spPr>
        <p:txBody>
          <a:bodyPr/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" name="Oval 130"/>
          <p:cNvSpPr>
            <a:spLocks noChangeArrowheads="1"/>
          </p:cNvSpPr>
          <p:nvPr/>
        </p:nvSpPr>
        <p:spPr bwMode="auto">
          <a:xfrm>
            <a:off x="8032253" y="3804047"/>
            <a:ext cx="1439863" cy="1439862"/>
          </a:xfrm>
          <a:prstGeom prst="ellipse">
            <a:avLst/>
          </a:prstGeom>
          <a:gradFill rotWithShape="1">
            <a:gsLst>
              <a:gs pos="0">
                <a:srgbClr val="1187C1"/>
              </a:gs>
              <a:gs pos="100000">
                <a:srgbClr val="17B2FF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339933"/>
            </a:solidFill>
            <a:prstDash val="sysDot"/>
            <a:round/>
            <a:headEnd/>
            <a:tailEnd/>
          </a:ln>
        </p:spPr>
        <p:txBody>
          <a:bodyPr/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2" name="Oval 131"/>
          <p:cNvSpPr>
            <a:spLocks noChangeArrowheads="1"/>
          </p:cNvSpPr>
          <p:nvPr/>
        </p:nvSpPr>
        <p:spPr bwMode="auto">
          <a:xfrm>
            <a:off x="8391027" y="4162823"/>
            <a:ext cx="719138" cy="719137"/>
          </a:xfrm>
          <a:prstGeom prst="ellipse">
            <a:avLst/>
          </a:prstGeom>
          <a:gradFill rotWithShape="1">
            <a:gsLst>
              <a:gs pos="0">
                <a:srgbClr val="308B30"/>
              </a:gs>
              <a:gs pos="100000">
                <a:srgbClr val="42C042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339966"/>
            </a:solidFill>
            <a:prstDash val="sysDot"/>
            <a:round/>
            <a:headEnd/>
            <a:tailEnd/>
          </a:ln>
        </p:spPr>
        <p:txBody>
          <a:bodyPr/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3" name="Group 132"/>
          <p:cNvGrpSpPr>
            <a:grpSpLocks/>
          </p:cNvGrpSpPr>
          <p:nvPr/>
        </p:nvGrpSpPr>
        <p:grpSpPr bwMode="auto">
          <a:xfrm>
            <a:off x="8000503" y="3896123"/>
            <a:ext cx="1839913" cy="1336675"/>
            <a:chOff x="3804" y="2437"/>
            <a:chExt cx="1159" cy="842"/>
          </a:xfrm>
        </p:grpSpPr>
        <p:sp>
          <p:nvSpPr>
            <p:cNvPr id="64" name="Oval 133"/>
            <p:cNvSpPr>
              <a:spLocks noChangeArrowheads="1"/>
            </p:cNvSpPr>
            <p:nvPr/>
          </p:nvSpPr>
          <p:spPr bwMode="auto">
            <a:xfrm>
              <a:off x="3804" y="2797"/>
              <a:ext cx="45" cy="45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5" name="Oval 134"/>
            <p:cNvSpPr>
              <a:spLocks noChangeArrowheads="1"/>
            </p:cNvSpPr>
            <p:nvPr/>
          </p:nvSpPr>
          <p:spPr bwMode="auto">
            <a:xfrm>
              <a:off x="4355" y="2622"/>
              <a:ext cx="45" cy="45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" name="Oval 135"/>
            <p:cNvSpPr>
              <a:spLocks noChangeArrowheads="1"/>
            </p:cNvSpPr>
            <p:nvPr/>
          </p:nvSpPr>
          <p:spPr bwMode="auto">
            <a:xfrm>
              <a:off x="4756" y="3131"/>
              <a:ext cx="45" cy="45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67" name="Object 3"/>
            <p:cNvGraphicFramePr>
              <a:graphicFrameLocks/>
            </p:cNvGraphicFramePr>
            <p:nvPr/>
          </p:nvGraphicFramePr>
          <p:xfrm>
            <a:off x="4231" y="2813"/>
            <a:ext cx="147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279360" imgH="380880" progId="Equation.3">
                    <p:embed/>
                  </p:oleObj>
                </mc:Choice>
                <mc:Fallback>
                  <p:oleObj name="公式" r:id="rId7" imgW="279360" imgH="380880" progId="Equation.3">
                    <p:embed/>
                    <p:pic>
                      <p:nvPicPr>
                        <p:cNvPr id="67" name="Object 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31" y="2813"/>
                          <a:ext cx="147" cy="19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8" name="Object 4"/>
            <p:cNvGraphicFramePr>
              <a:graphicFrameLocks/>
            </p:cNvGraphicFramePr>
            <p:nvPr/>
          </p:nvGraphicFramePr>
          <p:xfrm>
            <a:off x="4335" y="2437"/>
            <a:ext cx="14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266400" imgH="368280" progId="Equation.3">
                    <p:embed/>
                  </p:oleObj>
                </mc:Choice>
                <mc:Fallback>
                  <p:oleObj name="公式" r:id="rId9" imgW="266400" imgH="368280" progId="Equation.3">
                    <p:embed/>
                    <p:pic>
                      <p:nvPicPr>
                        <p:cNvPr id="68" name="Object 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5" y="2437"/>
                          <a:ext cx="140" cy="19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9" name="Object 5"/>
            <p:cNvGraphicFramePr>
              <a:graphicFrameLocks/>
            </p:cNvGraphicFramePr>
            <p:nvPr/>
          </p:nvGraphicFramePr>
          <p:xfrm>
            <a:off x="3833" y="2802"/>
            <a:ext cx="147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279360" imgH="368280" progId="Equation.3">
                    <p:embed/>
                  </p:oleObj>
                </mc:Choice>
                <mc:Fallback>
                  <p:oleObj name="公式" r:id="rId11" imgW="279360" imgH="368280" progId="Equation.3">
                    <p:embed/>
                    <p:pic>
                      <p:nvPicPr>
                        <p:cNvPr id="69" name="Object 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33" y="2802"/>
                          <a:ext cx="147" cy="19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0" name="Object 6"/>
            <p:cNvGraphicFramePr>
              <a:graphicFrameLocks/>
            </p:cNvGraphicFramePr>
            <p:nvPr/>
          </p:nvGraphicFramePr>
          <p:xfrm>
            <a:off x="4816" y="3080"/>
            <a:ext cx="147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279360" imgH="380880" progId="Equation.3">
                    <p:embed/>
                  </p:oleObj>
                </mc:Choice>
                <mc:Fallback>
                  <p:oleObj name="公式" r:id="rId13" imgW="279360" imgH="380880" progId="Equation.3">
                    <p:embed/>
                    <p:pic>
                      <p:nvPicPr>
                        <p:cNvPr id="70" name="Object 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16" y="3080"/>
                          <a:ext cx="147" cy="19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" name="Line 140"/>
            <p:cNvSpPr>
              <a:spLocks noChangeShapeType="1"/>
            </p:cNvSpPr>
            <p:nvPr/>
          </p:nvSpPr>
          <p:spPr bwMode="auto">
            <a:xfrm flipV="1">
              <a:off x="4286" y="2665"/>
              <a:ext cx="80" cy="165"/>
            </a:xfrm>
            <a:prstGeom prst="line">
              <a:avLst/>
            </a:prstGeom>
            <a:noFill/>
            <a:ln w="19050">
              <a:solidFill>
                <a:srgbClr val="996633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72" name="Group 141"/>
            <p:cNvGrpSpPr>
              <a:grpSpLocks/>
            </p:cNvGrpSpPr>
            <p:nvPr/>
          </p:nvGrpSpPr>
          <p:grpSpPr bwMode="auto">
            <a:xfrm>
              <a:off x="4199" y="2584"/>
              <a:ext cx="287" cy="237"/>
              <a:chOff x="1745" y="2782"/>
              <a:chExt cx="287" cy="237"/>
            </a:xfrm>
          </p:grpSpPr>
          <p:sp>
            <p:nvSpPr>
              <p:cNvPr id="82" name="Text Box 142"/>
              <p:cNvSpPr txBox="1">
                <a:spLocks noChangeAspect="1" noChangeArrowheads="1"/>
              </p:cNvSpPr>
              <p:nvPr/>
            </p:nvSpPr>
            <p:spPr bwMode="auto">
              <a:xfrm>
                <a:off x="1757" y="2782"/>
                <a:ext cx="275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1" u="none" strike="noStrike" kern="0" cap="none" spc="0" normalizeH="0" baseline="0" noProof="0">
                    <a:ln>
                      <a:noFill/>
                    </a:ln>
                    <a:solidFill>
                      <a:srgbClr val="660033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r</a:t>
                </a:r>
                <a:endParaRPr kumimoji="1" lang="en-US" altLang="zh-CN" sz="2000" b="1" i="0" u="none" strike="noStrike" kern="0" cap="none" spc="0" normalizeH="0" baseline="-25000" noProof="0">
                  <a:ln>
                    <a:noFill/>
                  </a:ln>
                  <a:solidFill>
                    <a:srgbClr val="660033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3" name="Rectangle 143"/>
              <p:cNvSpPr>
                <a:spLocks noChangeAspect="1" noChangeArrowheads="1"/>
              </p:cNvSpPr>
              <p:nvPr/>
            </p:nvSpPr>
            <p:spPr bwMode="auto">
              <a:xfrm>
                <a:off x="1745" y="2865"/>
                <a:ext cx="175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660033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</p:grpSp>
        <p:grpSp>
          <p:nvGrpSpPr>
            <p:cNvPr id="73" name="Group 144"/>
            <p:cNvGrpSpPr>
              <a:grpSpLocks/>
            </p:cNvGrpSpPr>
            <p:nvPr/>
          </p:nvGrpSpPr>
          <p:grpSpPr bwMode="auto">
            <a:xfrm>
              <a:off x="3946" y="2619"/>
              <a:ext cx="293" cy="237"/>
              <a:chOff x="1144" y="3171"/>
              <a:chExt cx="293" cy="237"/>
            </a:xfrm>
          </p:grpSpPr>
          <p:sp>
            <p:nvSpPr>
              <p:cNvPr id="80" name="Text Box 145"/>
              <p:cNvSpPr txBox="1">
                <a:spLocks noChangeAspect="1" noChangeArrowheads="1"/>
              </p:cNvSpPr>
              <p:nvPr/>
            </p:nvSpPr>
            <p:spPr bwMode="auto">
              <a:xfrm>
                <a:off x="1156" y="3171"/>
                <a:ext cx="281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1" u="none" strike="noStrike" kern="0" cap="none" spc="0" normalizeH="0" baseline="0" noProof="0">
                    <a:ln>
                      <a:noFill/>
                    </a:ln>
                    <a:solidFill>
                      <a:srgbClr val="660033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r</a:t>
                </a:r>
                <a:endParaRPr kumimoji="1" lang="en-US" altLang="zh-CN" sz="2000" b="1" i="0" u="none" strike="noStrike" kern="0" cap="none" spc="0" normalizeH="0" baseline="-25000" noProof="0">
                  <a:ln>
                    <a:noFill/>
                  </a:ln>
                  <a:solidFill>
                    <a:srgbClr val="660033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1" name="Rectangle 146"/>
              <p:cNvSpPr>
                <a:spLocks noChangeAspect="1" noChangeArrowheads="1"/>
              </p:cNvSpPr>
              <p:nvPr/>
            </p:nvSpPr>
            <p:spPr bwMode="auto">
              <a:xfrm>
                <a:off x="1144" y="3254"/>
                <a:ext cx="179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660033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</a:t>
                </a:r>
              </a:p>
            </p:txBody>
          </p:sp>
        </p:grpSp>
        <p:grpSp>
          <p:nvGrpSpPr>
            <p:cNvPr id="74" name="Group 147"/>
            <p:cNvGrpSpPr>
              <a:grpSpLocks/>
            </p:cNvGrpSpPr>
            <p:nvPr/>
          </p:nvGrpSpPr>
          <p:grpSpPr bwMode="auto">
            <a:xfrm>
              <a:off x="4570" y="2835"/>
              <a:ext cx="305" cy="237"/>
              <a:chOff x="2218" y="3333"/>
              <a:chExt cx="305" cy="237"/>
            </a:xfrm>
          </p:grpSpPr>
          <p:sp>
            <p:nvSpPr>
              <p:cNvPr id="78" name="Text Box 148"/>
              <p:cNvSpPr txBox="1">
                <a:spLocks noChangeAspect="1" noChangeArrowheads="1"/>
              </p:cNvSpPr>
              <p:nvPr/>
            </p:nvSpPr>
            <p:spPr bwMode="auto">
              <a:xfrm>
                <a:off x="2230" y="3333"/>
                <a:ext cx="29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1" u="none" strike="noStrike" kern="0" cap="none" spc="0" normalizeH="0" baseline="0" noProof="0">
                    <a:ln>
                      <a:noFill/>
                    </a:ln>
                    <a:solidFill>
                      <a:srgbClr val="660033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r</a:t>
                </a:r>
                <a:endParaRPr kumimoji="1" lang="en-US" altLang="zh-CN" sz="2000" b="1" i="0" u="none" strike="noStrike" kern="0" cap="none" spc="0" normalizeH="0" baseline="-25000" noProof="0">
                  <a:ln>
                    <a:noFill/>
                  </a:ln>
                  <a:solidFill>
                    <a:srgbClr val="660033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9" name="Rectangle 149"/>
              <p:cNvSpPr>
                <a:spLocks noChangeAspect="1" noChangeArrowheads="1"/>
              </p:cNvSpPr>
              <p:nvPr/>
            </p:nvSpPr>
            <p:spPr bwMode="auto">
              <a:xfrm>
                <a:off x="2218" y="3416"/>
                <a:ext cx="187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660033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3</a:t>
                </a:r>
              </a:p>
            </p:txBody>
          </p:sp>
        </p:grpSp>
        <p:sp>
          <p:nvSpPr>
            <p:cNvPr id="75" name="Line 150"/>
            <p:cNvSpPr>
              <a:spLocks noChangeShapeType="1"/>
            </p:cNvSpPr>
            <p:nvPr/>
          </p:nvSpPr>
          <p:spPr bwMode="auto">
            <a:xfrm>
              <a:off x="4284" y="2831"/>
              <a:ext cx="473" cy="309"/>
            </a:xfrm>
            <a:prstGeom prst="line">
              <a:avLst/>
            </a:prstGeom>
            <a:noFill/>
            <a:ln w="19050">
              <a:solidFill>
                <a:srgbClr val="996633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6" name="Line 151"/>
            <p:cNvSpPr>
              <a:spLocks noChangeShapeType="1"/>
            </p:cNvSpPr>
            <p:nvPr/>
          </p:nvSpPr>
          <p:spPr bwMode="auto">
            <a:xfrm flipH="1" flipV="1">
              <a:off x="3849" y="2817"/>
              <a:ext cx="436" cy="13"/>
            </a:xfrm>
            <a:prstGeom prst="line">
              <a:avLst/>
            </a:prstGeom>
            <a:noFill/>
            <a:ln w="19050">
              <a:solidFill>
                <a:srgbClr val="996633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" name="Oval 152"/>
            <p:cNvSpPr>
              <a:spLocks noChangeArrowheads="1"/>
            </p:cNvSpPr>
            <p:nvPr/>
          </p:nvSpPr>
          <p:spPr bwMode="auto">
            <a:xfrm>
              <a:off x="4265" y="2814"/>
              <a:ext cx="34" cy="34"/>
            </a:xfrm>
            <a:prstGeom prst="ellipse">
              <a:avLst/>
            </a:prstGeom>
            <a:solidFill>
              <a:srgbClr val="FF0000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66094" y="4802089"/>
            <a:ext cx="2589525" cy="1943100"/>
          </a:xfrm>
          <a:prstGeom prst="rect">
            <a:avLst/>
          </a:prstGeom>
        </p:spPr>
      </p:pic>
      <p:sp>
        <p:nvSpPr>
          <p:cNvPr id="57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 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解析函数的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洛朗展式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55613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7" dur="2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43" grpId="0"/>
      <p:bldP spid="47" grpId="0"/>
      <p:bldP spid="55" grpId="0"/>
      <p:bldP spid="56" grpId="0"/>
      <p:bldP spid="60" grpId="0" animBg="1"/>
      <p:bldP spid="61" grpId="0" animBg="1"/>
      <p:bldP spid="6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" name="Group 72"/>
          <p:cNvGrpSpPr>
            <a:grpSpLocks/>
          </p:cNvGrpSpPr>
          <p:nvPr/>
        </p:nvGrpSpPr>
        <p:grpSpPr bwMode="auto">
          <a:xfrm>
            <a:off x="7836618" y="1303702"/>
            <a:ext cx="3598863" cy="3598863"/>
            <a:chOff x="3464" y="552"/>
            <a:chExt cx="2267" cy="2267"/>
          </a:xfrm>
        </p:grpSpPr>
        <p:sp>
          <p:nvSpPr>
            <p:cNvPr id="6" name="Oval 40"/>
            <p:cNvSpPr>
              <a:spLocks noChangeArrowheads="1"/>
            </p:cNvSpPr>
            <p:nvPr/>
          </p:nvSpPr>
          <p:spPr bwMode="auto">
            <a:xfrm>
              <a:off x="3464" y="552"/>
              <a:ext cx="2267" cy="2267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FFFF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Oval 51"/>
            <p:cNvSpPr>
              <a:spLocks noChangeArrowheads="1"/>
            </p:cNvSpPr>
            <p:nvPr/>
          </p:nvSpPr>
          <p:spPr bwMode="auto">
            <a:xfrm>
              <a:off x="4148" y="1231"/>
              <a:ext cx="907" cy="907"/>
            </a:xfrm>
            <a:prstGeom prst="ellipse">
              <a:avLst/>
            </a:prstGeom>
            <a:gradFill rotWithShape="1">
              <a:gsLst>
                <a:gs pos="0">
                  <a:srgbClr val="C8ADFF"/>
                </a:gs>
                <a:gs pos="100000">
                  <a:srgbClr val="A48ED1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FF6600"/>
              </a:solidFill>
              <a:prstDash val="sysDot"/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" name="Oval 41"/>
            <p:cNvSpPr>
              <a:spLocks noChangeArrowheads="1"/>
            </p:cNvSpPr>
            <p:nvPr/>
          </p:nvSpPr>
          <p:spPr bwMode="auto">
            <a:xfrm>
              <a:off x="4377" y="1460"/>
              <a:ext cx="453" cy="453"/>
            </a:xfrm>
            <a:prstGeom prst="ellipse">
              <a:avLst/>
            </a:prstGeom>
            <a:gradFill rotWithShape="1">
              <a:gsLst>
                <a:gs pos="0">
                  <a:srgbClr val="1187C1"/>
                </a:gs>
                <a:gs pos="100000">
                  <a:srgbClr val="17B2FF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339933"/>
              </a:solidFill>
              <a:prstDash val="sysDot"/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Line 55"/>
            <p:cNvSpPr>
              <a:spLocks noChangeAspect="1" noChangeShapeType="1"/>
            </p:cNvSpPr>
            <p:nvPr/>
          </p:nvSpPr>
          <p:spPr bwMode="auto">
            <a:xfrm flipV="1">
              <a:off x="3762" y="1688"/>
              <a:ext cx="1700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" name="Line 56"/>
            <p:cNvSpPr>
              <a:spLocks noChangeAspect="1" noChangeShapeType="1"/>
            </p:cNvSpPr>
            <p:nvPr/>
          </p:nvSpPr>
          <p:spPr bwMode="auto">
            <a:xfrm>
              <a:off x="4606" y="833"/>
              <a:ext cx="1" cy="17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stealth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" name="Oval 52"/>
            <p:cNvSpPr>
              <a:spLocks noChangeArrowheads="1"/>
            </p:cNvSpPr>
            <p:nvPr/>
          </p:nvSpPr>
          <p:spPr bwMode="auto">
            <a:xfrm>
              <a:off x="5029" y="1662"/>
              <a:ext cx="45" cy="45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" name="Oval 53"/>
            <p:cNvSpPr>
              <a:spLocks noChangeArrowheads="1"/>
            </p:cNvSpPr>
            <p:nvPr/>
          </p:nvSpPr>
          <p:spPr bwMode="auto">
            <a:xfrm>
              <a:off x="4590" y="1667"/>
              <a:ext cx="34" cy="34"/>
            </a:xfrm>
            <a:prstGeom prst="ellipse">
              <a:avLst/>
            </a:prstGeom>
            <a:solidFill>
              <a:srgbClr val="FF0000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" name="Oval 54"/>
            <p:cNvSpPr>
              <a:spLocks noChangeArrowheads="1"/>
            </p:cNvSpPr>
            <p:nvPr/>
          </p:nvSpPr>
          <p:spPr bwMode="auto">
            <a:xfrm>
              <a:off x="4800" y="1661"/>
              <a:ext cx="45" cy="45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" name="Text Box 45"/>
            <p:cNvSpPr txBox="1">
              <a:spLocks noChangeArrowheads="1"/>
            </p:cNvSpPr>
            <p:nvPr/>
          </p:nvSpPr>
          <p:spPr bwMode="auto">
            <a:xfrm>
              <a:off x="4775" y="1652"/>
              <a:ext cx="35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15" name="Text Box 46"/>
            <p:cNvSpPr txBox="1">
              <a:spLocks noChangeArrowheads="1"/>
            </p:cNvSpPr>
            <p:nvPr/>
          </p:nvSpPr>
          <p:spPr bwMode="auto">
            <a:xfrm>
              <a:off x="5016" y="1647"/>
              <a:ext cx="37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</p:grpSp>
      <p:grpSp>
        <p:nvGrpSpPr>
          <p:cNvPr id="16" name="Group 80"/>
          <p:cNvGrpSpPr>
            <a:grpSpLocks/>
          </p:cNvGrpSpPr>
          <p:nvPr/>
        </p:nvGrpSpPr>
        <p:grpSpPr bwMode="auto">
          <a:xfrm>
            <a:off x="2778622" y="2372300"/>
            <a:ext cx="3597275" cy="457200"/>
            <a:chOff x="931" y="1273"/>
            <a:chExt cx="2266" cy="288"/>
          </a:xfrm>
        </p:grpSpPr>
        <p:sp>
          <p:nvSpPr>
            <p:cNvPr id="17" name="Rectangle 57"/>
            <p:cNvSpPr>
              <a:spLocks noChangeArrowheads="1"/>
            </p:cNvSpPr>
            <p:nvPr/>
          </p:nvSpPr>
          <p:spPr bwMode="auto">
            <a:xfrm>
              <a:off x="931" y="1273"/>
              <a:ext cx="226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函数         有两个奇点：</a:t>
              </a:r>
            </a:p>
          </p:txBody>
        </p:sp>
        <p:graphicFrame>
          <p:nvGraphicFramePr>
            <p:cNvPr id="18" name="Object 10"/>
            <p:cNvGraphicFramePr>
              <a:graphicFrameLocks/>
            </p:cNvGraphicFramePr>
            <p:nvPr/>
          </p:nvGraphicFramePr>
          <p:xfrm>
            <a:off x="1391" y="1313"/>
            <a:ext cx="40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634680" imgH="342720" progId="Equation.3">
                    <p:embed/>
                  </p:oleObj>
                </mc:Choice>
                <mc:Fallback>
                  <p:oleObj name="公式" r:id="rId3" imgW="634680" imgH="342720" progId="Equation.3">
                    <p:embed/>
                    <p:pic>
                      <p:nvPicPr>
                        <p:cNvPr id="18" name="Object 10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1" y="1313"/>
                          <a:ext cx="400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" name="Object 2"/>
          <p:cNvGraphicFramePr>
            <a:graphicFrameLocks/>
          </p:cNvGraphicFramePr>
          <p:nvPr/>
        </p:nvGraphicFramePr>
        <p:xfrm>
          <a:off x="3545383" y="2958087"/>
          <a:ext cx="1625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625400" imgH="342720" progId="Equation.3">
                  <p:embed/>
                </p:oleObj>
              </mc:Choice>
              <mc:Fallback>
                <p:oleObj name="公式" r:id="rId5" imgW="1625400" imgH="342720" progId="Equation.3">
                  <p:embed/>
                  <p:pic>
                    <p:nvPicPr>
                      <p:cNvPr id="20" name="Object 2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5383" y="2958087"/>
                        <a:ext cx="16256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Group 81"/>
          <p:cNvGrpSpPr>
            <a:grpSpLocks/>
          </p:cNvGrpSpPr>
          <p:nvPr/>
        </p:nvGrpSpPr>
        <p:grpSpPr bwMode="auto">
          <a:xfrm>
            <a:off x="2780208" y="3439100"/>
            <a:ext cx="4027488" cy="457200"/>
            <a:chOff x="932" y="1945"/>
            <a:chExt cx="2537" cy="288"/>
          </a:xfrm>
        </p:grpSpPr>
        <p:sp>
          <p:nvSpPr>
            <p:cNvPr id="22" name="Rectangle 60"/>
            <p:cNvSpPr>
              <a:spLocks noChangeArrowheads="1"/>
            </p:cNvSpPr>
            <p:nvPr/>
          </p:nvSpPr>
          <p:spPr bwMode="auto">
            <a:xfrm>
              <a:off x="932" y="1945"/>
              <a:ext cx="253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以展开点         为中心，</a:t>
              </a:r>
            </a:p>
          </p:txBody>
        </p:sp>
        <p:graphicFrame>
          <p:nvGraphicFramePr>
            <p:cNvPr id="23" name="Object 9"/>
            <p:cNvGraphicFramePr>
              <a:graphicFrameLocks/>
            </p:cNvGraphicFramePr>
            <p:nvPr/>
          </p:nvGraphicFramePr>
          <p:xfrm>
            <a:off x="1788" y="1985"/>
            <a:ext cx="393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647640" imgH="291960" progId="Equation.3">
                    <p:embed/>
                  </p:oleObj>
                </mc:Choice>
                <mc:Fallback>
                  <p:oleObj name="公式" r:id="rId7" imgW="647640" imgH="291960" progId="Equation.3">
                    <p:embed/>
                    <p:pic>
                      <p:nvPicPr>
                        <p:cNvPr id="23" name="Object 9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88" y="1985"/>
                          <a:ext cx="393" cy="1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" name="Rectangle 62"/>
          <p:cNvSpPr>
            <a:spLocks noChangeArrowheads="1"/>
          </p:cNvSpPr>
          <p:nvPr/>
        </p:nvSpPr>
        <p:spPr bwMode="auto">
          <a:xfrm>
            <a:off x="2778622" y="3988375"/>
            <a:ext cx="4137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将复平面分为三个解析环：</a:t>
            </a:r>
          </a:p>
        </p:txBody>
      </p:sp>
      <p:grpSp>
        <p:nvGrpSpPr>
          <p:cNvPr id="25" name="Group 79"/>
          <p:cNvGrpSpPr>
            <a:grpSpLocks/>
          </p:cNvGrpSpPr>
          <p:nvPr/>
        </p:nvGrpSpPr>
        <p:grpSpPr bwMode="auto">
          <a:xfrm>
            <a:off x="1830884" y="1799213"/>
            <a:ext cx="5268913" cy="474663"/>
            <a:chOff x="334" y="912"/>
            <a:chExt cx="3319" cy="299"/>
          </a:xfrm>
        </p:grpSpPr>
        <p:sp>
          <p:nvSpPr>
            <p:cNvPr id="26" name="Text Box 24"/>
            <p:cNvSpPr txBox="1">
              <a:spLocks noChangeArrowheads="1"/>
            </p:cNvSpPr>
            <p:nvPr/>
          </p:nvSpPr>
          <p:spPr bwMode="auto">
            <a:xfrm>
              <a:off x="334" y="912"/>
              <a:ext cx="6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解</a:t>
              </a:r>
            </a:p>
          </p:txBody>
        </p:sp>
        <p:sp>
          <p:nvSpPr>
            <p:cNvPr id="27" name="Rectangle 71"/>
            <p:cNvSpPr>
              <a:spLocks noChangeArrowheads="1"/>
            </p:cNvSpPr>
            <p:nvPr/>
          </p:nvSpPr>
          <p:spPr bwMode="auto">
            <a:xfrm>
              <a:off x="657" y="923"/>
              <a:ext cx="29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Wingdings" panose="05000000000000000000" pitchFamily="2" charset="2"/>
                </a:rPr>
                <a:t>(1)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Wingdings" panose="05000000000000000000" pitchFamily="2" charset="2"/>
                </a:rPr>
                <a:t>将复平面分为若干个</a:t>
              </a:r>
              <a:r>
                <a:rPr kumimoji="1" lang="zh-CN" altLang="en-US" sz="2400" b="1" i="0" u="sng" strike="noStrike" kern="0" cap="none" spc="0" normalizeH="0" baseline="0" noProof="0" dirty="0">
                  <a:ln>
                    <a:noFill/>
                  </a:ln>
                  <a:solidFill>
                    <a:srgbClr val="1217E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Wingdings" panose="05000000000000000000" pitchFamily="2" charset="2"/>
                </a:rPr>
                <a:t>解析环</a:t>
              </a:r>
            </a:p>
          </p:txBody>
        </p:sp>
      </p:grpSp>
      <p:grpSp>
        <p:nvGrpSpPr>
          <p:cNvPr id="28" name="Group 82"/>
          <p:cNvGrpSpPr>
            <a:grpSpLocks/>
          </p:cNvGrpSpPr>
          <p:nvPr/>
        </p:nvGrpSpPr>
        <p:grpSpPr bwMode="auto">
          <a:xfrm>
            <a:off x="3088183" y="4618612"/>
            <a:ext cx="6248400" cy="457200"/>
            <a:chOff x="1126" y="2688"/>
            <a:chExt cx="3936" cy="288"/>
          </a:xfrm>
        </p:grpSpPr>
        <p:graphicFrame>
          <p:nvGraphicFramePr>
            <p:cNvPr id="29" name="Object 6"/>
            <p:cNvGraphicFramePr>
              <a:graphicFrameLocks/>
            </p:cNvGraphicFramePr>
            <p:nvPr/>
          </p:nvGraphicFramePr>
          <p:xfrm>
            <a:off x="1441" y="2760"/>
            <a:ext cx="83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1320480" imgH="342720" progId="Equation.3">
                    <p:embed/>
                  </p:oleObj>
                </mc:Choice>
                <mc:Fallback>
                  <p:oleObj name="公式" r:id="rId9" imgW="1320480" imgH="342720" progId="Equation.3">
                    <p:embed/>
                    <p:pic>
                      <p:nvPicPr>
                        <p:cNvPr id="29" name="Object 6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1" y="2760"/>
                          <a:ext cx="830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Rectangle 66"/>
            <p:cNvSpPr>
              <a:spLocks noChangeArrowheads="1"/>
            </p:cNvSpPr>
            <p:nvPr/>
          </p:nvSpPr>
          <p:spPr bwMode="auto">
            <a:xfrm>
              <a:off x="1126" y="2688"/>
              <a:ext cx="30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Wingdings" panose="05000000000000000000" pitchFamily="2" charset="2"/>
                </a:rPr>
                <a:t>①</a:t>
              </a:r>
              <a:endParaRPr kumimoji="1" lang="en-US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endParaRPr>
            </a:p>
          </p:txBody>
        </p:sp>
        <p:graphicFrame>
          <p:nvGraphicFramePr>
            <p:cNvPr id="32" name="Object 7"/>
            <p:cNvGraphicFramePr>
              <a:graphicFrameLocks/>
            </p:cNvGraphicFramePr>
            <p:nvPr/>
          </p:nvGraphicFramePr>
          <p:xfrm>
            <a:off x="2726" y="2760"/>
            <a:ext cx="838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1333440" imgH="342720" progId="Equation.3">
                    <p:embed/>
                  </p:oleObj>
                </mc:Choice>
                <mc:Fallback>
                  <p:oleObj name="公式" r:id="rId11" imgW="1333440" imgH="342720" progId="Equation.3">
                    <p:embed/>
                    <p:pic>
                      <p:nvPicPr>
                        <p:cNvPr id="32" name="Object 7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6" y="2760"/>
                          <a:ext cx="838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Object 8"/>
            <p:cNvGraphicFramePr>
              <a:graphicFrameLocks/>
            </p:cNvGraphicFramePr>
            <p:nvPr/>
          </p:nvGraphicFramePr>
          <p:xfrm>
            <a:off x="4024" y="2760"/>
            <a:ext cx="1038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1650960" imgH="342720" progId="Equation.3">
                    <p:embed/>
                  </p:oleObj>
                </mc:Choice>
                <mc:Fallback>
                  <p:oleObj name="公式" r:id="rId13" imgW="1650960" imgH="342720" progId="Equation.3">
                    <p:embed/>
                    <p:pic>
                      <p:nvPicPr>
                        <p:cNvPr id="33" name="Object 8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24" y="2760"/>
                          <a:ext cx="1038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" name="Rectangle 73"/>
            <p:cNvSpPr>
              <a:spLocks noChangeArrowheads="1"/>
            </p:cNvSpPr>
            <p:nvPr/>
          </p:nvSpPr>
          <p:spPr bwMode="auto">
            <a:xfrm>
              <a:off x="2409" y="2688"/>
              <a:ext cx="30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Wingdings" panose="05000000000000000000" pitchFamily="2" charset="2"/>
                </a:rPr>
                <a:t>②</a:t>
              </a:r>
              <a:endParaRPr kumimoji="1" lang="en-US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endParaRPr>
            </a:p>
          </p:txBody>
        </p:sp>
        <p:sp>
          <p:nvSpPr>
            <p:cNvPr id="35" name="Rectangle 74"/>
            <p:cNvSpPr>
              <a:spLocks noChangeArrowheads="1"/>
            </p:cNvSpPr>
            <p:nvPr/>
          </p:nvSpPr>
          <p:spPr bwMode="auto">
            <a:xfrm>
              <a:off x="3710" y="2688"/>
              <a:ext cx="30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Wingdings" panose="05000000000000000000" pitchFamily="2" charset="2"/>
                </a:rPr>
                <a:t>③</a:t>
              </a:r>
              <a:endParaRPr kumimoji="1" lang="en-US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endParaRPr>
            </a:p>
          </p:txBody>
        </p:sp>
      </p:grpSp>
      <p:sp>
        <p:nvSpPr>
          <p:cNvPr id="36" name="Rectangle 75"/>
          <p:cNvSpPr>
            <a:spLocks noChangeArrowheads="1"/>
          </p:cNvSpPr>
          <p:nvPr/>
        </p:nvSpPr>
        <p:spPr bwMode="auto">
          <a:xfrm>
            <a:off x="2351584" y="5358387"/>
            <a:ext cx="4735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(2)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将函数进行</a:t>
            </a:r>
            <a:r>
              <a:rPr kumimoji="1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部分分式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分解</a:t>
            </a:r>
          </a:p>
        </p:txBody>
      </p:sp>
      <p:graphicFrame>
        <p:nvGraphicFramePr>
          <p:cNvPr id="37" name="Object 3"/>
          <p:cNvGraphicFramePr>
            <a:graphicFrameLocks/>
          </p:cNvGraphicFramePr>
          <p:nvPr/>
        </p:nvGraphicFramePr>
        <p:xfrm>
          <a:off x="3196134" y="5928300"/>
          <a:ext cx="2652713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2654280" imgH="787320" progId="Equation.3">
                  <p:embed/>
                </p:oleObj>
              </mc:Choice>
              <mc:Fallback>
                <p:oleObj name="公式" r:id="rId15" imgW="2654280" imgH="787320" progId="Equation.3">
                  <p:embed/>
                  <p:pic>
                    <p:nvPicPr>
                      <p:cNvPr id="37" name="Object 3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6134" y="5928300"/>
                        <a:ext cx="2652713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4"/>
          <p:cNvGraphicFramePr>
            <a:graphicFrameLocks/>
          </p:cNvGraphicFramePr>
          <p:nvPr/>
        </p:nvGraphicFramePr>
        <p:xfrm>
          <a:off x="5929808" y="5957510"/>
          <a:ext cx="2057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2057400" imgH="787320" progId="Equation.3">
                  <p:embed/>
                </p:oleObj>
              </mc:Choice>
              <mc:Fallback>
                <p:oleObj name="公式" r:id="rId17" imgW="2057400" imgH="787320" progId="Equation.3">
                  <p:embed/>
                  <p:pic>
                    <p:nvPicPr>
                      <p:cNvPr id="39" name="Object 4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9808" y="5957510"/>
                        <a:ext cx="20574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7556466"/>
              </p:ext>
            </p:extLst>
          </p:nvPr>
        </p:nvGraphicFramePr>
        <p:xfrm>
          <a:off x="1452563" y="984250"/>
          <a:ext cx="571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400" imgH="190440" progId="Equation.DSMT4">
                  <p:embed/>
                </p:oleObj>
              </mc:Choice>
              <mc:Fallback>
                <p:oleObj name="Equation" r:id="rId19" imgW="266400" imgH="190440" progId="Equation.DSMT4">
                  <p:embed/>
                  <p:pic>
                    <p:nvPicPr>
                      <p:cNvPr id="41" name="对象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2563" y="984250"/>
                        <a:ext cx="5715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5460280"/>
              </p:ext>
            </p:extLst>
          </p:nvPr>
        </p:nvGraphicFramePr>
        <p:xfrm>
          <a:off x="2189881" y="758396"/>
          <a:ext cx="7727950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3619440" imgH="431640" progId="Equation.DSMT4">
                  <p:embed/>
                </p:oleObj>
              </mc:Choice>
              <mc:Fallback>
                <p:oleObj name="Equation" r:id="rId21" imgW="3619440" imgH="431640" progId="Equation.DSMT4">
                  <p:embed/>
                  <p:pic>
                    <p:nvPicPr>
                      <p:cNvPr id="42" name="对象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9881" y="758396"/>
                        <a:ext cx="7727950" cy="922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 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解析函数的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洛朗展式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94588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1703512" y="1688256"/>
            <a:ext cx="958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</a:p>
        </p:txBody>
      </p:sp>
      <p:grpSp>
        <p:nvGrpSpPr>
          <p:cNvPr id="7" name="Group 43"/>
          <p:cNvGrpSpPr>
            <a:grpSpLocks/>
          </p:cNvGrpSpPr>
          <p:nvPr/>
        </p:nvGrpSpPr>
        <p:grpSpPr bwMode="auto">
          <a:xfrm>
            <a:off x="2646488" y="2261642"/>
            <a:ext cx="3186113" cy="457200"/>
            <a:chOff x="928" y="1315"/>
            <a:chExt cx="2007" cy="288"/>
          </a:xfrm>
        </p:grpSpPr>
        <p:sp>
          <p:nvSpPr>
            <p:cNvPr id="8" name="Rectangle 24"/>
            <p:cNvSpPr>
              <a:spLocks noChangeArrowheads="1"/>
            </p:cNvSpPr>
            <p:nvPr/>
          </p:nvSpPr>
          <p:spPr bwMode="auto">
            <a:xfrm>
              <a:off x="928" y="1315"/>
              <a:ext cx="200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990033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Wingdings" panose="05000000000000000000" pitchFamily="2" charset="2"/>
                </a:rPr>
                <a:t>① </a:t>
              </a: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990033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Wingdings" panose="05000000000000000000" pitchFamily="2" charset="2"/>
                </a:rPr>
                <a:t>当                 时，</a:t>
              </a:r>
              <a:endParaRPr kumimoji="1" lang="en-US" altLang="en-US" sz="2400" b="1" i="0" u="none" strike="noStrike" kern="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endParaRPr>
            </a:p>
          </p:txBody>
        </p:sp>
        <p:graphicFrame>
          <p:nvGraphicFramePr>
            <p:cNvPr id="9" name="Object 8"/>
            <p:cNvGraphicFramePr>
              <a:graphicFrameLocks/>
            </p:cNvGraphicFramePr>
            <p:nvPr/>
          </p:nvGraphicFramePr>
          <p:xfrm>
            <a:off x="1455" y="1374"/>
            <a:ext cx="766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1218960" imgH="342720" progId="Equation.3">
                    <p:embed/>
                  </p:oleObj>
                </mc:Choice>
                <mc:Fallback>
                  <p:oleObj name="公式" r:id="rId3" imgW="1218960" imgH="342720" progId="Equation.3">
                    <p:embed/>
                    <p:pic>
                      <p:nvPicPr>
                        <p:cNvPr id="9" name="Object 8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5" y="1374"/>
                          <a:ext cx="766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Rectangle 27"/>
          <p:cNvSpPr>
            <a:spLocks noChangeArrowheads="1"/>
          </p:cNvSpPr>
          <p:nvPr/>
        </p:nvSpPr>
        <p:spPr bwMode="auto">
          <a:xfrm>
            <a:off x="2216276" y="1705719"/>
            <a:ext cx="5368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(3)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将函数在每个</a:t>
            </a:r>
            <a:r>
              <a:rPr kumimoji="1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解析环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内分别展开</a:t>
            </a:r>
          </a:p>
        </p:txBody>
      </p:sp>
      <p:graphicFrame>
        <p:nvGraphicFramePr>
          <p:cNvPr id="11" name="Object 2"/>
          <p:cNvGraphicFramePr>
            <a:graphicFrameLocks/>
          </p:cNvGraphicFramePr>
          <p:nvPr/>
        </p:nvGraphicFramePr>
        <p:xfrm>
          <a:off x="3141787" y="2872829"/>
          <a:ext cx="2616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616120" imgH="787320" progId="Equation.3">
                  <p:embed/>
                </p:oleObj>
              </mc:Choice>
              <mc:Fallback>
                <p:oleObj name="公式" r:id="rId5" imgW="2616120" imgH="787320" progId="Equation.3">
                  <p:embed/>
                  <p:pic>
                    <p:nvPicPr>
                      <p:cNvPr id="11" name="Object 2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1787" y="2872829"/>
                        <a:ext cx="26162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44"/>
          <p:cNvGrpSpPr>
            <a:grpSpLocks/>
          </p:cNvGrpSpPr>
          <p:nvPr/>
        </p:nvGrpSpPr>
        <p:grpSpPr bwMode="auto">
          <a:xfrm>
            <a:off x="3787900" y="3925346"/>
            <a:ext cx="2508250" cy="1119188"/>
            <a:chOff x="1647" y="2363"/>
            <a:chExt cx="1580" cy="705"/>
          </a:xfrm>
        </p:grpSpPr>
        <p:graphicFrame>
          <p:nvGraphicFramePr>
            <p:cNvPr id="13" name="Object 6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016653322"/>
                </p:ext>
              </p:extLst>
            </p:nvPr>
          </p:nvGraphicFramePr>
          <p:xfrm>
            <a:off x="2261" y="2372"/>
            <a:ext cx="966" cy="6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536480" imgH="1104840" progId="Equation.DSMT4">
                    <p:embed/>
                  </p:oleObj>
                </mc:Choice>
                <mc:Fallback>
                  <p:oleObj name="Equation" r:id="rId7" imgW="1536480" imgH="1104840" progId="Equation.DSMT4">
                    <p:embed/>
                    <p:pic>
                      <p:nvPicPr>
                        <p:cNvPr id="13" name="Object 6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1" y="2372"/>
                          <a:ext cx="966" cy="69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7"/>
            <p:cNvGraphicFramePr>
              <a:graphicFrameLocks/>
            </p:cNvGraphicFramePr>
            <p:nvPr/>
          </p:nvGraphicFramePr>
          <p:xfrm>
            <a:off x="1647" y="2363"/>
            <a:ext cx="608" cy="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965160" imgH="787320" progId="Equation.DSMT4">
                    <p:embed/>
                  </p:oleObj>
                </mc:Choice>
                <mc:Fallback>
                  <p:oleObj name="Equation" r:id="rId9" imgW="965160" imgH="787320" progId="Equation.DSMT4">
                    <p:embed/>
                    <p:pic>
                      <p:nvPicPr>
                        <p:cNvPr id="14" name="Object 7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47" y="2363"/>
                          <a:ext cx="608" cy="49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" name="Object 3"/>
          <p:cNvGraphicFramePr>
            <a:graphicFrameLocks/>
          </p:cNvGraphicFramePr>
          <p:nvPr/>
        </p:nvGraphicFramePr>
        <p:xfrm>
          <a:off x="6300912" y="5347742"/>
          <a:ext cx="23876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2387520" imgH="812520" progId="Equation.3">
                  <p:embed/>
                </p:oleObj>
              </mc:Choice>
              <mc:Fallback>
                <p:oleObj name="公式" r:id="rId11" imgW="2387520" imgH="812520" progId="Equation.3">
                  <p:embed/>
                  <p:pic>
                    <p:nvPicPr>
                      <p:cNvPr id="15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912" y="5347742"/>
                        <a:ext cx="2387600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Group 45"/>
          <p:cNvGrpSpPr>
            <a:grpSpLocks/>
          </p:cNvGrpSpPr>
          <p:nvPr/>
        </p:nvGrpSpPr>
        <p:grpSpPr bwMode="auto">
          <a:xfrm>
            <a:off x="3792662" y="5301704"/>
            <a:ext cx="2381250" cy="863600"/>
            <a:chOff x="1650" y="3230"/>
            <a:chExt cx="1500" cy="544"/>
          </a:xfrm>
        </p:grpSpPr>
        <p:graphicFrame>
          <p:nvGraphicFramePr>
            <p:cNvPr id="17" name="Object 4"/>
            <p:cNvGraphicFramePr>
              <a:graphicFrameLocks/>
            </p:cNvGraphicFramePr>
            <p:nvPr/>
          </p:nvGraphicFramePr>
          <p:xfrm>
            <a:off x="2246" y="3230"/>
            <a:ext cx="904" cy="5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1434960" imgH="863280" progId="Equation.3">
                    <p:embed/>
                  </p:oleObj>
                </mc:Choice>
                <mc:Fallback>
                  <p:oleObj name="公式" r:id="rId13" imgW="1434960" imgH="863280" progId="Equation.3">
                    <p:embed/>
                    <p:pic>
                      <p:nvPicPr>
                        <p:cNvPr id="17" name="Object 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46" y="3230"/>
                          <a:ext cx="904" cy="5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5"/>
            <p:cNvGraphicFramePr>
              <a:graphicFrameLocks/>
            </p:cNvGraphicFramePr>
            <p:nvPr/>
          </p:nvGraphicFramePr>
          <p:xfrm>
            <a:off x="1650" y="3264"/>
            <a:ext cx="584" cy="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927000" imgH="774360" progId="Equation.3">
                    <p:embed/>
                  </p:oleObj>
                </mc:Choice>
                <mc:Fallback>
                  <p:oleObj name="公式" r:id="rId15" imgW="927000" imgH="774360" progId="Equation.3">
                    <p:embed/>
                    <p:pic>
                      <p:nvPicPr>
                        <p:cNvPr id="18" name="Object 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0" y="3264"/>
                          <a:ext cx="584" cy="4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" name="Group 72"/>
          <p:cNvGrpSpPr>
            <a:grpSpLocks/>
          </p:cNvGrpSpPr>
          <p:nvPr/>
        </p:nvGrpSpPr>
        <p:grpSpPr bwMode="auto">
          <a:xfrm>
            <a:off x="7594726" y="1423046"/>
            <a:ext cx="3598863" cy="3598863"/>
            <a:chOff x="3464" y="552"/>
            <a:chExt cx="2267" cy="2267"/>
          </a:xfrm>
        </p:grpSpPr>
        <p:sp>
          <p:nvSpPr>
            <p:cNvPr id="21" name="Oval 40"/>
            <p:cNvSpPr>
              <a:spLocks noChangeArrowheads="1"/>
            </p:cNvSpPr>
            <p:nvPr/>
          </p:nvSpPr>
          <p:spPr bwMode="auto">
            <a:xfrm>
              <a:off x="3464" y="552"/>
              <a:ext cx="2267" cy="2267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FFFF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Oval 51"/>
            <p:cNvSpPr>
              <a:spLocks noChangeArrowheads="1"/>
            </p:cNvSpPr>
            <p:nvPr/>
          </p:nvSpPr>
          <p:spPr bwMode="auto">
            <a:xfrm>
              <a:off x="4148" y="1231"/>
              <a:ext cx="907" cy="907"/>
            </a:xfrm>
            <a:prstGeom prst="ellipse">
              <a:avLst/>
            </a:prstGeom>
            <a:gradFill rotWithShape="1">
              <a:gsLst>
                <a:gs pos="0">
                  <a:srgbClr val="C8ADFF"/>
                </a:gs>
                <a:gs pos="100000">
                  <a:srgbClr val="A48ED1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FF6600"/>
              </a:solidFill>
              <a:prstDash val="sysDot"/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" name="Oval 41"/>
            <p:cNvSpPr>
              <a:spLocks noChangeArrowheads="1"/>
            </p:cNvSpPr>
            <p:nvPr/>
          </p:nvSpPr>
          <p:spPr bwMode="auto">
            <a:xfrm>
              <a:off x="4377" y="1460"/>
              <a:ext cx="453" cy="453"/>
            </a:xfrm>
            <a:prstGeom prst="ellipse">
              <a:avLst/>
            </a:prstGeom>
            <a:gradFill rotWithShape="1">
              <a:gsLst>
                <a:gs pos="0">
                  <a:srgbClr val="1187C1"/>
                </a:gs>
                <a:gs pos="100000">
                  <a:srgbClr val="17B2FF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339933"/>
              </a:solidFill>
              <a:prstDash val="sysDot"/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" name="Line 55"/>
            <p:cNvSpPr>
              <a:spLocks noChangeAspect="1" noChangeShapeType="1"/>
            </p:cNvSpPr>
            <p:nvPr/>
          </p:nvSpPr>
          <p:spPr bwMode="auto">
            <a:xfrm flipV="1">
              <a:off x="3762" y="1688"/>
              <a:ext cx="1700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" name="Line 56"/>
            <p:cNvSpPr>
              <a:spLocks noChangeAspect="1" noChangeShapeType="1"/>
            </p:cNvSpPr>
            <p:nvPr/>
          </p:nvSpPr>
          <p:spPr bwMode="auto">
            <a:xfrm>
              <a:off x="4606" y="833"/>
              <a:ext cx="1" cy="17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stealth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Oval 52"/>
            <p:cNvSpPr>
              <a:spLocks noChangeArrowheads="1"/>
            </p:cNvSpPr>
            <p:nvPr/>
          </p:nvSpPr>
          <p:spPr bwMode="auto">
            <a:xfrm>
              <a:off x="5029" y="1662"/>
              <a:ext cx="45" cy="45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Oval 53"/>
            <p:cNvSpPr>
              <a:spLocks noChangeArrowheads="1"/>
            </p:cNvSpPr>
            <p:nvPr/>
          </p:nvSpPr>
          <p:spPr bwMode="auto">
            <a:xfrm>
              <a:off x="4590" y="1667"/>
              <a:ext cx="34" cy="34"/>
            </a:xfrm>
            <a:prstGeom prst="ellipse">
              <a:avLst/>
            </a:prstGeom>
            <a:solidFill>
              <a:srgbClr val="FF0000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" name="Oval 54"/>
            <p:cNvSpPr>
              <a:spLocks noChangeArrowheads="1"/>
            </p:cNvSpPr>
            <p:nvPr/>
          </p:nvSpPr>
          <p:spPr bwMode="auto">
            <a:xfrm>
              <a:off x="4800" y="1661"/>
              <a:ext cx="45" cy="45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" name="Text Box 45"/>
            <p:cNvSpPr txBox="1">
              <a:spLocks noChangeArrowheads="1"/>
            </p:cNvSpPr>
            <p:nvPr/>
          </p:nvSpPr>
          <p:spPr bwMode="auto">
            <a:xfrm>
              <a:off x="4775" y="1652"/>
              <a:ext cx="35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30" name="Text Box 46"/>
            <p:cNvSpPr txBox="1">
              <a:spLocks noChangeArrowheads="1"/>
            </p:cNvSpPr>
            <p:nvPr/>
          </p:nvSpPr>
          <p:spPr bwMode="auto">
            <a:xfrm>
              <a:off x="5016" y="1647"/>
              <a:ext cx="37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</p:grpSp>
      <p:graphicFrame>
        <p:nvGraphicFramePr>
          <p:cNvPr id="35" name="对象 34"/>
          <p:cNvGraphicFramePr>
            <a:graphicFrameLocks noChangeAspect="1"/>
          </p:cNvGraphicFramePr>
          <p:nvPr/>
        </p:nvGraphicFramePr>
        <p:xfrm>
          <a:off x="2189881" y="692696"/>
          <a:ext cx="7727950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619440" imgH="431640" progId="Equation.DSMT4">
                  <p:embed/>
                </p:oleObj>
              </mc:Choice>
              <mc:Fallback>
                <p:oleObj name="Equation" r:id="rId17" imgW="3619440" imgH="431640" progId="Equation.DSMT4">
                  <p:embed/>
                  <p:pic>
                    <p:nvPicPr>
                      <p:cNvPr id="35" name="对象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9881" y="692696"/>
                        <a:ext cx="7727950" cy="922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 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解析函数的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洛朗展式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1452563" y="908720"/>
          <a:ext cx="571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400" imgH="190440" progId="Equation.DSMT4">
                  <p:embed/>
                </p:oleObj>
              </mc:Choice>
              <mc:Fallback>
                <p:oleObj name="Equation" r:id="rId19" imgW="266400" imgH="190440" progId="Equation.DSMT4">
                  <p:embed/>
                  <p:pic>
                    <p:nvPicPr>
                      <p:cNvPr id="33" name="对象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2563" y="908720"/>
                        <a:ext cx="5715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420D1564-3881-24A1-2A7E-1BC4A909CB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6783764"/>
              </p:ext>
            </p:extLst>
          </p:nvPr>
        </p:nvGraphicFramePr>
        <p:xfrm>
          <a:off x="5231904" y="2071452"/>
          <a:ext cx="2109821" cy="85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091880" imgH="444240" progId="Equation.DSMT4">
                  <p:embed/>
                </p:oleObj>
              </mc:Choice>
              <mc:Fallback>
                <p:oleObj name="Equation" r:id="rId21" imgW="109188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231904" y="2071452"/>
                        <a:ext cx="2109821" cy="859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F19E42C3-76CD-BF67-A8D9-4868B0AEA7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40119538"/>
              </p:ext>
            </p:extLst>
          </p:nvPr>
        </p:nvGraphicFramePr>
        <p:xfrm>
          <a:off x="10002119" y="890295"/>
          <a:ext cx="1772868" cy="5991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244520" imgH="419040" progId="Equation.DSMT4">
                  <p:embed/>
                </p:oleObj>
              </mc:Choice>
              <mc:Fallback>
                <p:oleObj name="Equation" r:id="rId23" imgW="1244520" imgH="419040" progId="Equation.DSMT4">
                  <p:embed/>
                  <p:pic>
                    <p:nvPicPr>
                      <p:cNvPr id="39" name="Object 4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2119" y="890295"/>
                        <a:ext cx="1772868" cy="59914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413641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Text Box 2"/>
          <p:cNvSpPr txBox="1">
            <a:spLocks noChangeArrowheads="1"/>
          </p:cNvSpPr>
          <p:nvPr/>
        </p:nvSpPr>
        <p:spPr bwMode="auto">
          <a:xfrm>
            <a:off x="2054225" y="1658357"/>
            <a:ext cx="958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</a:p>
        </p:txBody>
      </p:sp>
      <p:sp>
        <p:nvSpPr>
          <p:cNvPr id="23" name="Rectangle 27"/>
          <p:cNvSpPr>
            <a:spLocks noChangeArrowheads="1"/>
          </p:cNvSpPr>
          <p:nvPr/>
        </p:nvSpPr>
        <p:spPr bwMode="auto">
          <a:xfrm>
            <a:off x="2566989" y="1675820"/>
            <a:ext cx="5368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(3)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将函数在每个</a:t>
            </a:r>
            <a:r>
              <a:rPr kumimoji="1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解析环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内分别展开</a:t>
            </a:r>
          </a:p>
        </p:txBody>
      </p:sp>
      <p:grpSp>
        <p:nvGrpSpPr>
          <p:cNvPr id="24" name="Group 72"/>
          <p:cNvGrpSpPr>
            <a:grpSpLocks/>
          </p:cNvGrpSpPr>
          <p:nvPr/>
        </p:nvGrpSpPr>
        <p:grpSpPr bwMode="auto">
          <a:xfrm>
            <a:off x="7836618" y="1447882"/>
            <a:ext cx="3598863" cy="3598863"/>
            <a:chOff x="3464" y="552"/>
            <a:chExt cx="2267" cy="2267"/>
          </a:xfrm>
        </p:grpSpPr>
        <p:sp>
          <p:nvSpPr>
            <p:cNvPr id="25" name="Oval 40"/>
            <p:cNvSpPr>
              <a:spLocks noChangeArrowheads="1"/>
            </p:cNvSpPr>
            <p:nvPr/>
          </p:nvSpPr>
          <p:spPr bwMode="auto">
            <a:xfrm>
              <a:off x="3464" y="552"/>
              <a:ext cx="2267" cy="2267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FFFF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Oval 51"/>
            <p:cNvSpPr>
              <a:spLocks noChangeArrowheads="1"/>
            </p:cNvSpPr>
            <p:nvPr/>
          </p:nvSpPr>
          <p:spPr bwMode="auto">
            <a:xfrm>
              <a:off x="4148" y="1231"/>
              <a:ext cx="907" cy="907"/>
            </a:xfrm>
            <a:prstGeom prst="ellipse">
              <a:avLst/>
            </a:prstGeom>
            <a:gradFill rotWithShape="1">
              <a:gsLst>
                <a:gs pos="0">
                  <a:srgbClr val="C8ADFF"/>
                </a:gs>
                <a:gs pos="100000">
                  <a:srgbClr val="A48ED1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FF6600"/>
              </a:solidFill>
              <a:prstDash val="sysDot"/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Oval 41"/>
            <p:cNvSpPr>
              <a:spLocks noChangeArrowheads="1"/>
            </p:cNvSpPr>
            <p:nvPr/>
          </p:nvSpPr>
          <p:spPr bwMode="auto">
            <a:xfrm>
              <a:off x="4377" y="1460"/>
              <a:ext cx="453" cy="453"/>
            </a:xfrm>
            <a:prstGeom prst="ellipse">
              <a:avLst/>
            </a:prstGeom>
            <a:gradFill rotWithShape="1">
              <a:gsLst>
                <a:gs pos="0">
                  <a:srgbClr val="1187C1"/>
                </a:gs>
                <a:gs pos="100000">
                  <a:srgbClr val="17B2FF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339933"/>
              </a:solidFill>
              <a:prstDash val="sysDot"/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" name="Line 55"/>
            <p:cNvSpPr>
              <a:spLocks noChangeAspect="1" noChangeShapeType="1"/>
            </p:cNvSpPr>
            <p:nvPr/>
          </p:nvSpPr>
          <p:spPr bwMode="auto">
            <a:xfrm flipV="1">
              <a:off x="3762" y="1688"/>
              <a:ext cx="1700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" name="Line 56"/>
            <p:cNvSpPr>
              <a:spLocks noChangeAspect="1" noChangeShapeType="1"/>
            </p:cNvSpPr>
            <p:nvPr/>
          </p:nvSpPr>
          <p:spPr bwMode="auto">
            <a:xfrm>
              <a:off x="4606" y="833"/>
              <a:ext cx="1" cy="17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stealth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" name="Oval 52"/>
            <p:cNvSpPr>
              <a:spLocks noChangeArrowheads="1"/>
            </p:cNvSpPr>
            <p:nvPr/>
          </p:nvSpPr>
          <p:spPr bwMode="auto">
            <a:xfrm>
              <a:off x="5029" y="1662"/>
              <a:ext cx="45" cy="45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" name="Oval 53"/>
            <p:cNvSpPr>
              <a:spLocks noChangeArrowheads="1"/>
            </p:cNvSpPr>
            <p:nvPr/>
          </p:nvSpPr>
          <p:spPr bwMode="auto">
            <a:xfrm>
              <a:off x="4590" y="1667"/>
              <a:ext cx="34" cy="34"/>
            </a:xfrm>
            <a:prstGeom prst="ellipse">
              <a:avLst/>
            </a:prstGeom>
            <a:solidFill>
              <a:srgbClr val="FF0000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" name="Oval 54"/>
            <p:cNvSpPr>
              <a:spLocks noChangeArrowheads="1"/>
            </p:cNvSpPr>
            <p:nvPr/>
          </p:nvSpPr>
          <p:spPr bwMode="auto">
            <a:xfrm>
              <a:off x="4800" y="1661"/>
              <a:ext cx="45" cy="45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" name="Text Box 45"/>
            <p:cNvSpPr txBox="1">
              <a:spLocks noChangeArrowheads="1"/>
            </p:cNvSpPr>
            <p:nvPr/>
          </p:nvSpPr>
          <p:spPr bwMode="auto">
            <a:xfrm>
              <a:off x="4775" y="1652"/>
              <a:ext cx="35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35" name="Text Box 46"/>
            <p:cNvSpPr txBox="1">
              <a:spLocks noChangeArrowheads="1"/>
            </p:cNvSpPr>
            <p:nvPr/>
          </p:nvSpPr>
          <p:spPr bwMode="auto">
            <a:xfrm>
              <a:off x="5016" y="1647"/>
              <a:ext cx="37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</p:grpSp>
      <p:grpSp>
        <p:nvGrpSpPr>
          <p:cNvPr id="36" name="Group 34"/>
          <p:cNvGrpSpPr>
            <a:grpSpLocks/>
          </p:cNvGrpSpPr>
          <p:nvPr/>
        </p:nvGrpSpPr>
        <p:grpSpPr bwMode="auto">
          <a:xfrm>
            <a:off x="2152216" y="2327300"/>
            <a:ext cx="3206750" cy="457200"/>
            <a:chOff x="928" y="1315"/>
            <a:chExt cx="2020" cy="288"/>
          </a:xfrm>
        </p:grpSpPr>
        <p:sp>
          <p:nvSpPr>
            <p:cNvPr id="37" name="Rectangle 2"/>
            <p:cNvSpPr>
              <a:spLocks noChangeArrowheads="1"/>
            </p:cNvSpPr>
            <p:nvPr/>
          </p:nvSpPr>
          <p:spPr bwMode="auto">
            <a:xfrm>
              <a:off x="928" y="1315"/>
              <a:ext cx="20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990033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Wingdings" panose="05000000000000000000" pitchFamily="2" charset="2"/>
                </a:rPr>
                <a:t>②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990033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Wingdings" panose="05000000000000000000" pitchFamily="2" charset="2"/>
                </a:rPr>
                <a:t>当                 时，</a:t>
              </a:r>
              <a:endParaRPr kumimoji="1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endParaRPr>
            </a:p>
          </p:txBody>
        </p:sp>
        <p:graphicFrame>
          <p:nvGraphicFramePr>
            <p:cNvPr id="38" name="Object 8"/>
            <p:cNvGraphicFramePr>
              <a:graphicFrameLocks/>
            </p:cNvGraphicFramePr>
            <p:nvPr/>
          </p:nvGraphicFramePr>
          <p:xfrm>
            <a:off x="1449" y="1374"/>
            <a:ext cx="766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1218960" imgH="342720" progId="Equation.3">
                    <p:embed/>
                  </p:oleObj>
                </mc:Choice>
                <mc:Fallback>
                  <p:oleObj name="公式" r:id="rId3" imgW="1218960" imgH="342720" progId="Equation.3">
                    <p:embed/>
                    <p:pic>
                      <p:nvPicPr>
                        <p:cNvPr id="38" name="Object 8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9" y="1374"/>
                          <a:ext cx="766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9" name="Object 2"/>
          <p:cNvGraphicFramePr>
            <a:graphicFrameLocks/>
          </p:cNvGraphicFramePr>
          <p:nvPr/>
        </p:nvGraphicFramePr>
        <p:xfrm>
          <a:off x="2647516" y="2938487"/>
          <a:ext cx="2616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616120" imgH="787320" progId="Equation.3">
                  <p:embed/>
                </p:oleObj>
              </mc:Choice>
              <mc:Fallback>
                <p:oleObj name="公式" r:id="rId5" imgW="2616120" imgH="787320" progId="Equation.3">
                  <p:embed/>
                  <p:pic>
                    <p:nvPicPr>
                      <p:cNvPr id="39" name="Object 2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7516" y="2938487"/>
                        <a:ext cx="26162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" name="Group 32"/>
          <p:cNvGrpSpPr>
            <a:grpSpLocks/>
          </p:cNvGrpSpPr>
          <p:nvPr/>
        </p:nvGrpSpPr>
        <p:grpSpPr bwMode="auto">
          <a:xfrm>
            <a:off x="3293630" y="3997350"/>
            <a:ext cx="3222625" cy="1117600"/>
            <a:chOff x="1647" y="2367"/>
            <a:chExt cx="2030" cy="704"/>
          </a:xfrm>
        </p:grpSpPr>
        <p:graphicFrame>
          <p:nvGraphicFramePr>
            <p:cNvPr id="41" name="Object 6"/>
            <p:cNvGraphicFramePr>
              <a:graphicFrameLocks/>
            </p:cNvGraphicFramePr>
            <p:nvPr/>
          </p:nvGraphicFramePr>
          <p:xfrm>
            <a:off x="2711" y="2372"/>
            <a:ext cx="966" cy="6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1536480" imgH="1104840" progId="Equation.3">
                    <p:embed/>
                  </p:oleObj>
                </mc:Choice>
                <mc:Fallback>
                  <p:oleObj name="公式" r:id="rId7" imgW="1536480" imgH="1104840" progId="Equation.3">
                    <p:embed/>
                    <p:pic>
                      <p:nvPicPr>
                        <p:cNvPr id="41" name="Object 6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1" y="2372"/>
                          <a:ext cx="966" cy="69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" name="Object 7"/>
            <p:cNvGraphicFramePr>
              <a:graphicFrameLocks/>
            </p:cNvGraphicFramePr>
            <p:nvPr/>
          </p:nvGraphicFramePr>
          <p:xfrm>
            <a:off x="1647" y="2367"/>
            <a:ext cx="1040" cy="7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1650960" imgH="1117440" progId="Equation.3">
                    <p:embed/>
                  </p:oleObj>
                </mc:Choice>
                <mc:Fallback>
                  <p:oleObj name="公式" r:id="rId9" imgW="1650960" imgH="1117440" progId="Equation.3">
                    <p:embed/>
                    <p:pic>
                      <p:nvPicPr>
                        <p:cNvPr id="42" name="Object 7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47" y="2367"/>
                          <a:ext cx="1040" cy="70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3" name="Group 33"/>
          <p:cNvGrpSpPr>
            <a:grpSpLocks/>
          </p:cNvGrpSpPr>
          <p:nvPr/>
        </p:nvGrpSpPr>
        <p:grpSpPr bwMode="auto">
          <a:xfrm>
            <a:off x="3299980" y="5367362"/>
            <a:ext cx="3113087" cy="869950"/>
            <a:chOff x="1651" y="3230"/>
            <a:chExt cx="1961" cy="548"/>
          </a:xfrm>
        </p:grpSpPr>
        <p:graphicFrame>
          <p:nvGraphicFramePr>
            <p:cNvPr id="44" name="Object 4"/>
            <p:cNvGraphicFramePr>
              <a:graphicFrameLocks/>
            </p:cNvGraphicFramePr>
            <p:nvPr/>
          </p:nvGraphicFramePr>
          <p:xfrm>
            <a:off x="1651" y="3266"/>
            <a:ext cx="1040" cy="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1650960" imgH="812520" progId="Equation.3">
                    <p:embed/>
                  </p:oleObj>
                </mc:Choice>
                <mc:Fallback>
                  <p:oleObj name="公式" r:id="rId11" imgW="1650960" imgH="812520" progId="Equation.3">
                    <p:embed/>
                    <p:pic>
                      <p:nvPicPr>
                        <p:cNvPr id="44" name="Object 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1" y="3266"/>
                          <a:ext cx="1040" cy="5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" name="Object 5"/>
            <p:cNvGraphicFramePr>
              <a:graphicFrameLocks/>
            </p:cNvGraphicFramePr>
            <p:nvPr/>
          </p:nvGraphicFramePr>
          <p:xfrm>
            <a:off x="2708" y="3230"/>
            <a:ext cx="904" cy="5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1434960" imgH="863280" progId="Equation.3">
                    <p:embed/>
                  </p:oleObj>
                </mc:Choice>
                <mc:Fallback>
                  <p:oleObj name="公式" r:id="rId13" imgW="1434960" imgH="863280" progId="Equation.3">
                    <p:embed/>
                    <p:pic>
                      <p:nvPicPr>
                        <p:cNvPr id="45" name="Object 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08" y="3230"/>
                          <a:ext cx="904" cy="5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6" name="Object 3"/>
          <p:cNvGraphicFramePr>
            <a:graphicFrameLocks/>
          </p:cNvGraphicFramePr>
          <p:nvPr/>
        </p:nvGraphicFramePr>
        <p:xfrm>
          <a:off x="6486091" y="5368950"/>
          <a:ext cx="29464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2946240" imgH="863280" progId="Equation.3">
                  <p:embed/>
                </p:oleObj>
              </mc:Choice>
              <mc:Fallback>
                <p:oleObj name="公式" r:id="rId15" imgW="2946240" imgH="863280" progId="Equation.3">
                  <p:embed/>
                  <p:pic>
                    <p:nvPicPr>
                      <p:cNvPr id="46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6091" y="5368950"/>
                        <a:ext cx="2946400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对象 48"/>
          <p:cNvGraphicFramePr>
            <a:graphicFrameLocks noChangeAspect="1"/>
          </p:cNvGraphicFramePr>
          <p:nvPr/>
        </p:nvGraphicFramePr>
        <p:xfrm>
          <a:off x="2327497" y="697649"/>
          <a:ext cx="7727950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619440" imgH="431640" progId="Equation.DSMT4">
                  <p:embed/>
                </p:oleObj>
              </mc:Choice>
              <mc:Fallback>
                <p:oleObj name="Equation" r:id="rId17" imgW="3619440" imgH="431640" progId="Equation.DSMT4">
                  <p:embed/>
                  <p:pic>
                    <p:nvPicPr>
                      <p:cNvPr id="49" name="对象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7497" y="697649"/>
                        <a:ext cx="7727950" cy="922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 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解析函数的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洛朗展式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7" name="对象 46"/>
          <p:cNvGraphicFramePr>
            <a:graphicFrameLocks noChangeAspect="1"/>
          </p:cNvGraphicFramePr>
          <p:nvPr/>
        </p:nvGraphicFramePr>
        <p:xfrm>
          <a:off x="1624685" y="901560"/>
          <a:ext cx="571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400" imgH="190440" progId="Equation.DSMT4">
                  <p:embed/>
                </p:oleObj>
              </mc:Choice>
              <mc:Fallback>
                <p:oleObj name="Equation" r:id="rId19" imgW="266400" imgH="190440" progId="Equation.DSMT4">
                  <p:embed/>
                  <p:pic>
                    <p:nvPicPr>
                      <p:cNvPr id="47" name="对象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4685" y="901560"/>
                        <a:ext cx="5715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BB769D78-45F5-6271-6CF8-9A0C48A0CC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2865452"/>
              </p:ext>
            </p:extLst>
          </p:nvPr>
        </p:nvGraphicFramePr>
        <p:xfrm>
          <a:off x="4733925" y="2133600"/>
          <a:ext cx="2133600" cy="85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104840" imgH="444240" progId="Equation.DSMT4">
                  <p:embed/>
                </p:oleObj>
              </mc:Choice>
              <mc:Fallback>
                <p:oleObj name="Equation" r:id="rId21" imgW="1104840" imgH="44424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420D1564-3881-24A1-2A7E-1BC4A909CB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733925" y="2133600"/>
                        <a:ext cx="2133600" cy="8588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C5316151-785E-C780-598B-F9EACB27A8D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054380"/>
              </p:ext>
            </p:extLst>
          </p:nvPr>
        </p:nvGraphicFramePr>
        <p:xfrm>
          <a:off x="10002119" y="890295"/>
          <a:ext cx="1772868" cy="5991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244520" imgH="419040" progId="Equation.DSMT4">
                  <p:embed/>
                </p:oleObj>
              </mc:Choice>
              <mc:Fallback>
                <p:oleObj name="Equation" r:id="rId23" imgW="1244520" imgH="419040" progId="Equation.DSMT4">
                  <p:embed/>
                  <p:pic>
                    <p:nvPicPr>
                      <p:cNvPr id="4" name="Object 4">
                        <a:extLst>
                          <a:ext uri="{FF2B5EF4-FFF2-40B4-BE49-F238E27FC236}">
                            <a16:creationId xmlns:a16="http://schemas.microsoft.com/office/drawing/2014/main" id="{F19E42C3-76CD-BF67-A8D9-4868B0AEA7DF}"/>
                          </a:ext>
                        </a:extLst>
                      </p:cNvPr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2119" y="890295"/>
                        <a:ext cx="1772868" cy="59914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427533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" name="Group 27"/>
          <p:cNvGrpSpPr>
            <a:grpSpLocks/>
          </p:cNvGrpSpPr>
          <p:nvPr/>
        </p:nvGrpSpPr>
        <p:grpSpPr bwMode="auto">
          <a:xfrm>
            <a:off x="2355948" y="2399308"/>
            <a:ext cx="3386138" cy="457200"/>
            <a:chOff x="928" y="1315"/>
            <a:chExt cx="2133" cy="288"/>
          </a:xfrm>
        </p:grpSpPr>
        <p:sp>
          <p:nvSpPr>
            <p:cNvPr id="6" name="Rectangle 2"/>
            <p:cNvSpPr>
              <a:spLocks noChangeArrowheads="1"/>
            </p:cNvSpPr>
            <p:nvPr/>
          </p:nvSpPr>
          <p:spPr bwMode="auto">
            <a:xfrm>
              <a:off x="928" y="1315"/>
              <a:ext cx="213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990033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Wingdings" panose="05000000000000000000" pitchFamily="2" charset="2"/>
                </a:rPr>
                <a:t>③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990033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Wingdings" panose="05000000000000000000" pitchFamily="2" charset="2"/>
                </a:rPr>
                <a:t>当                      时，</a:t>
              </a:r>
              <a:endParaRPr kumimoji="1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endParaRPr>
            </a:p>
          </p:txBody>
        </p:sp>
        <p:graphicFrame>
          <p:nvGraphicFramePr>
            <p:cNvPr id="7" name="Object 8"/>
            <p:cNvGraphicFramePr>
              <a:graphicFrameLocks/>
            </p:cNvGraphicFramePr>
            <p:nvPr/>
          </p:nvGraphicFramePr>
          <p:xfrm>
            <a:off x="1460" y="1374"/>
            <a:ext cx="973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1549080" imgH="342720" progId="Equation.3">
                    <p:embed/>
                  </p:oleObj>
                </mc:Choice>
                <mc:Fallback>
                  <p:oleObj name="公式" r:id="rId3" imgW="1549080" imgH="342720" progId="Equation.3">
                    <p:embed/>
                    <p:pic>
                      <p:nvPicPr>
                        <p:cNvPr id="7" name="Object 8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60" y="1374"/>
                          <a:ext cx="973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Object 2"/>
          <p:cNvGraphicFramePr>
            <a:graphicFrameLocks/>
          </p:cNvGraphicFramePr>
          <p:nvPr/>
        </p:nvGraphicFramePr>
        <p:xfrm>
          <a:off x="2851248" y="3010495"/>
          <a:ext cx="2616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616120" imgH="787320" progId="Equation.3">
                  <p:embed/>
                </p:oleObj>
              </mc:Choice>
              <mc:Fallback>
                <p:oleObj name="公式" r:id="rId5" imgW="2616120" imgH="787320" progId="Equation.3">
                  <p:embed/>
                  <p:pic>
                    <p:nvPicPr>
                      <p:cNvPr id="8" name="Object 2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1248" y="3010495"/>
                        <a:ext cx="26162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28"/>
          <p:cNvGrpSpPr>
            <a:grpSpLocks/>
          </p:cNvGrpSpPr>
          <p:nvPr/>
        </p:nvGrpSpPr>
        <p:grpSpPr bwMode="auto">
          <a:xfrm>
            <a:off x="3497362" y="4069359"/>
            <a:ext cx="3222625" cy="1119187"/>
            <a:chOff x="1647" y="2367"/>
            <a:chExt cx="2030" cy="705"/>
          </a:xfrm>
        </p:grpSpPr>
        <p:graphicFrame>
          <p:nvGraphicFramePr>
            <p:cNvPr id="10" name="Object 6"/>
            <p:cNvGraphicFramePr>
              <a:graphicFrameLocks/>
            </p:cNvGraphicFramePr>
            <p:nvPr/>
          </p:nvGraphicFramePr>
          <p:xfrm>
            <a:off x="2711" y="2368"/>
            <a:ext cx="966" cy="7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1536480" imgH="1117440" progId="Equation.3">
                    <p:embed/>
                  </p:oleObj>
                </mc:Choice>
                <mc:Fallback>
                  <p:oleObj name="公式" r:id="rId7" imgW="1536480" imgH="1117440" progId="Equation.3">
                    <p:embed/>
                    <p:pic>
                      <p:nvPicPr>
                        <p:cNvPr id="10" name="Object 6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1" y="2368"/>
                          <a:ext cx="966" cy="70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7"/>
            <p:cNvGraphicFramePr>
              <a:graphicFrameLocks/>
            </p:cNvGraphicFramePr>
            <p:nvPr/>
          </p:nvGraphicFramePr>
          <p:xfrm>
            <a:off x="1647" y="2367"/>
            <a:ext cx="1040" cy="7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1650960" imgH="1117440" progId="Equation.3">
                    <p:embed/>
                  </p:oleObj>
                </mc:Choice>
                <mc:Fallback>
                  <p:oleObj name="公式" r:id="rId9" imgW="1650960" imgH="1117440" progId="Equation.3">
                    <p:embed/>
                    <p:pic>
                      <p:nvPicPr>
                        <p:cNvPr id="11" name="Object 7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47" y="2367"/>
                          <a:ext cx="1040" cy="70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Group 29"/>
          <p:cNvGrpSpPr>
            <a:grpSpLocks/>
          </p:cNvGrpSpPr>
          <p:nvPr/>
        </p:nvGrpSpPr>
        <p:grpSpPr bwMode="auto">
          <a:xfrm>
            <a:off x="3503712" y="5439370"/>
            <a:ext cx="3106737" cy="869950"/>
            <a:chOff x="1651" y="3230"/>
            <a:chExt cx="1957" cy="548"/>
          </a:xfrm>
        </p:grpSpPr>
        <p:graphicFrame>
          <p:nvGraphicFramePr>
            <p:cNvPr id="13" name="Object 4"/>
            <p:cNvGraphicFramePr>
              <a:graphicFrameLocks/>
            </p:cNvGraphicFramePr>
            <p:nvPr/>
          </p:nvGraphicFramePr>
          <p:xfrm>
            <a:off x="1651" y="3266"/>
            <a:ext cx="1040" cy="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1650960" imgH="812520" progId="Equation.3">
                    <p:embed/>
                  </p:oleObj>
                </mc:Choice>
                <mc:Fallback>
                  <p:oleObj name="公式" r:id="rId11" imgW="1650960" imgH="812520" progId="Equation.3">
                    <p:embed/>
                    <p:pic>
                      <p:nvPicPr>
                        <p:cNvPr id="13" name="Object 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1" y="3266"/>
                          <a:ext cx="1040" cy="5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5"/>
            <p:cNvGraphicFramePr>
              <a:graphicFrameLocks/>
            </p:cNvGraphicFramePr>
            <p:nvPr/>
          </p:nvGraphicFramePr>
          <p:xfrm>
            <a:off x="2712" y="3230"/>
            <a:ext cx="896" cy="5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1422360" imgH="863280" progId="Equation.3">
                    <p:embed/>
                  </p:oleObj>
                </mc:Choice>
                <mc:Fallback>
                  <p:oleObj name="公式" r:id="rId13" imgW="1422360" imgH="863280" progId="Equation.3">
                    <p:embed/>
                    <p:pic>
                      <p:nvPicPr>
                        <p:cNvPr id="14" name="Object 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2" y="3230"/>
                          <a:ext cx="896" cy="5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" name="Object 3"/>
          <p:cNvGraphicFramePr>
            <a:graphicFrameLocks/>
          </p:cNvGraphicFramePr>
          <p:nvPr/>
        </p:nvGraphicFramePr>
        <p:xfrm>
          <a:off x="6781898" y="5440958"/>
          <a:ext cx="16383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1638000" imgH="863280" progId="Equation.3">
                  <p:embed/>
                </p:oleObj>
              </mc:Choice>
              <mc:Fallback>
                <p:oleObj name="公式" r:id="rId15" imgW="1638000" imgH="863280" progId="Equation.3">
                  <p:embed/>
                  <p:pic>
                    <p:nvPicPr>
                      <p:cNvPr id="15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98" y="5440958"/>
                        <a:ext cx="1638300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2"/>
          <p:cNvSpPr txBox="1">
            <a:spLocks noChangeArrowheads="1"/>
          </p:cNvSpPr>
          <p:nvPr/>
        </p:nvSpPr>
        <p:spPr bwMode="auto">
          <a:xfrm>
            <a:off x="1847528" y="1796355"/>
            <a:ext cx="958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</a:p>
        </p:txBody>
      </p:sp>
      <p:sp>
        <p:nvSpPr>
          <p:cNvPr id="18" name="Rectangle 27"/>
          <p:cNvSpPr>
            <a:spLocks noChangeArrowheads="1"/>
          </p:cNvSpPr>
          <p:nvPr/>
        </p:nvSpPr>
        <p:spPr bwMode="auto">
          <a:xfrm>
            <a:off x="2360292" y="1813818"/>
            <a:ext cx="5368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(3)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将函数在每个</a:t>
            </a:r>
            <a:r>
              <a:rPr kumimoji="1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解析环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内分别展开</a:t>
            </a:r>
          </a:p>
        </p:txBody>
      </p:sp>
      <p:grpSp>
        <p:nvGrpSpPr>
          <p:cNvPr id="20" name="Group 72"/>
          <p:cNvGrpSpPr>
            <a:grpSpLocks/>
          </p:cNvGrpSpPr>
          <p:nvPr/>
        </p:nvGrpSpPr>
        <p:grpSpPr bwMode="auto">
          <a:xfrm>
            <a:off x="7752184" y="1486321"/>
            <a:ext cx="3598863" cy="3598863"/>
            <a:chOff x="3464" y="552"/>
            <a:chExt cx="2267" cy="2267"/>
          </a:xfrm>
        </p:grpSpPr>
        <p:sp>
          <p:nvSpPr>
            <p:cNvPr id="21" name="Oval 40"/>
            <p:cNvSpPr>
              <a:spLocks noChangeArrowheads="1"/>
            </p:cNvSpPr>
            <p:nvPr/>
          </p:nvSpPr>
          <p:spPr bwMode="auto">
            <a:xfrm>
              <a:off x="3464" y="552"/>
              <a:ext cx="2267" cy="2267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FFFF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Oval 51"/>
            <p:cNvSpPr>
              <a:spLocks noChangeArrowheads="1"/>
            </p:cNvSpPr>
            <p:nvPr/>
          </p:nvSpPr>
          <p:spPr bwMode="auto">
            <a:xfrm>
              <a:off x="4148" y="1231"/>
              <a:ext cx="907" cy="907"/>
            </a:xfrm>
            <a:prstGeom prst="ellipse">
              <a:avLst/>
            </a:prstGeom>
            <a:gradFill rotWithShape="1">
              <a:gsLst>
                <a:gs pos="0">
                  <a:srgbClr val="C8ADFF"/>
                </a:gs>
                <a:gs pos="100000">
                  <a:srgbClr val="A48ED1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FF6600"/>
              </a:solidFill>
              <a:prstDash val="sysDot"/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" name="Oval 41"/>
            <p:cNvSpPr>
              <a:spLocks noChangeArrowheads="1"/>
            </p:cNvSpPr>
            <p:nvPr/>
          </p:nvSpPr>
          <p:spPr bwMode="auto">
            <a:xfrm>
              <a:off x="4377" y="1460"/>
              <a:ext cx="453" cy="453"/>
            </a:xfrm>
            <a:prstGeom prst="ellipse">
              <a:avLst/>
            </a:prstGeom>
            <a:gradFill rotWithShape="1">
              <a:gsLst>
                <a:gs pos="0">
                  <a:srgbClr val="1187C1"/>
                </a:gs>
                <a:gs pos="100000">
                  <a:srgbClr val="17B2FF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339933"/>
              </a:solidFill>
              <a:prstDash val="sysDot"/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" name="Line 55"/>
            <p:cNvSpPr>
              <a:spLocks noChangeAspect="1" noChangeShapeType="1"/>
            </p:cNvSpPr>
            <p:nvPr/>
          </p:nvSpPr>
          <p:spPr bwMode="auto">
            <a:xfrm flipV="1">
              <a:off x="3762" y="1688"/>
              <a:ext cx="1700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" name="Line 56"/>
            <p:cNvSpPr>
              <a:spLocks noChangeAspect="1" noChangeShapeType="1"/>
            </p:cNvSpPr>
            <p:nvPr/>
          </p:nvSpPr>
          <p:spPr bwMode="auto">
            <a:xfrm>
              <a:off x="4606" y="833"/>
              <a:ext cx="1" cy="17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stealth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Oval 52"/>
            <p:cNvSpPr>
              <a:spLocks noChangeArrowheads="1"/>
            </p:cNvSpPr>
            <p:nvPr/>
          </p:nvSpPr>
          <p:spPr bwMode="auto">
            <a:xfrm>
              <a:off x="5029" y="1662"/>
              <a:ext cx="45" cy="45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Oval 53"/>
            <p:cNvSpPr>
              <a:spLocks noChangeArrowheads="1"/>
            </p:cNvSpPr>
            <p:nvPr/>
          </p:nvSpPr>
          <p:spPr bwMode="auto">
            <a:xfrm>
              <a:off x="4590" y="1667"/>
              <a:ext cx="34" cy="34"/>
            </a:xfrm>
            <a:prstGeom prst="ellipse">
              <a:avLst/>
            </a:prstGeom>
            <a:solidFill>
              <a:srgbClr val="FF0000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" name="Oval 54"/>
            <p:cNvSpPr>
              <a:spLocks noChangeArrowheads="1"/>
            </p:cNvSpPr>
            <p:nvPr/>
          </p:nvSpPr>
          <p:spPr bwMode="auto">
            <a:xfrm>
              <a:off x="4800" y="1661"/>
              <a:ext cx="45" cy="45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" name="Text Box 45"/>
            <p:cNvSpPr txBox="1">
              <a:spLocks noChangeArrowheads="1"/>
            </p:cNvSpPr>
            <p:nvPr/>
          </p:nvSpPr>
          <p:spPr bwMode="auto">
            <a:xfrm>
              <a:off x="4775" y="1652"/>
              <a:ext cx="35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30" name="Text Box 46"/>
            <p:cNvSpPr txBox="1">
              <a:spLocks noChangeArrowheads="1"/>
            </p:cNvSpPr>
            <p:nvPr/>
          </p:nvSpPr>
          <p:spPr bwMode="auto">
            <a:xfrm>
              <a:off x="5016" y="1647"/>
              <a:ext cx="37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</p:grpSp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2189881" y="758396"/>
          <a:ext cx="7727950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619440" imgH="431640" progId="Equation.DSMT4">
                  <p:embed/>
                </p:oleObj>
              </mc:Choice>
              <mc:Fallback>
                <p:oleObj name="Equation" r:id="rId17" imgW="3619440" imgH="431640" progId="Equation.DSMT4">
                  <p:embed/>
                  <p:pic>
                    <p:nvPicPr>
                      <p:cNvPr id="34" name="对象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9881" y="758396"/>
                        <a:ext cx="7727950" cy="922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 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解析函数的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洛朗展式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1456127" y="962043"/>
          <a:ext cx="571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400" imgH="190440" progId="Equation.DSMT4">
                  <p:embed/>
                </p:oleObj>
              </mc:Choice>
              <mc:Fallback>
                <p:oleObj name="Equation" r:id="rId19" imgW="266400" imgH="190440" progId="Equation.DSMT4">
                  <p:embed/>
                  <p:pic>
                    <p:nvPicPr>
                      <p:cNvPr id="32" name="对象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6127" y="962043"/>
                        <a:ext cx="5715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99BE8311-9A0F-226A-E8D0-FE53DD6B81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8937710"/>
              </p:ext>
            </p:extLst>
          </p:nvPr>
        </p:nvGraphicFramePr>
        <p:xfrm>
          <a:off x="5357911" y="2199582"/>
          <a:ext cx="2288716" cy="9207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104840" imgH="444240" progId="Equation.DSMT4">
                  <p:embed/>
                </p:oleObj>
              </mc:Choice>
              <mc:Fallback>
                <p:oleObj name="Equation" r:id="rId21" imgW="110484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357911" y="2199582"/>
                        <a:ext cx="2288716" cy="9207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B25BDF67-0160-595E-A4A7-A5C4C79EE4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054380"/>
              </p:ext>
            </p:extLst>
          </p:nvPr>
        </p:nvGraphicFramePr>
        <p:xfrm>
          <a:off x="10002119" y="890295"/>
          <a:ext cx="1772868" cy="5991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244520" imgH="419040" progId="Equation.DSMT4">
                  <p:embed/>
                </p:oleObj>
              </mc:Choice>
              <mc:Fallback>
                <p:oleObj name="Equation" r:id="rId23" imgW="1244520" imgH="419040" progId="Equation.DSMT4">
                  <p:embed/>
                  <p:pic>
                    <p:nvPicPr>
                      <p:cNvPr id="4" name="Object 4">
                        <a:extLst>
                          <a:ext uri="{FF2B5EF4-FFF2-40B4-BE49-F238E27FC236}">
                            <a16:creationId xmlns:a16="http://schemas.microsoft.com/office/drawing/2014/main" id="{F19E42C3-76CD-BF67-A8D9-4868B0AEA7DF}"/>
                          </a:ext>
                        </a:extLst>
                      </p:cNvPr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2119" y="890295"/>
                        <a:ext cx="1772868" cy="59914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886644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7B2D4-5052-AEC8-2156-4005677D2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0CE9D3F7-1ABB-8EAD-289B-7494FD1D1378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E828E5BF-837F-4C2C-CB50-33FA2E7C109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Text Box 2">
            <a:extLst>
              <a:ext uri="{FF2B5EF4-FFF2-40B4-BE49-F238E27FC236}">
                <a16:creationId xmlns:a16="http://schemas.microsoft.com/office/drawing/2014/main" id="{8AD1D96D-3483-2C24-C59D-C7913FE551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528" y="1796355"/>
            <a:ext cx="958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</a:p>
        </p:txBody>
      </p:sp>
      <p:grpSp>
        <p:nvGrpSpPr>
          <p:cNvPr id="20" name="Group 72">
            <a:extLst>
              <a:ext uri="{FF2B5EF4-FFF2-40B4-BE49-F238E27FC236}">
                <a16:creationId xmlns:a16="http://schemas.microsoft.com/office/drawing/2014/main" id="{CB36A9E5-0D1F-4D7F-46E3-D30199063D6B}"/>
              </a:ext>
            </a:extLst>
          </p:cNvPr>
          <p:cNvGrpSpPr>
            <a:grpSpLocks/>
          </p:cNvGrpSpPr>
          <p:nvPr/>
        </p:nvGrpSpPr>
        <p:grpSpPr bwMode="auto">
          <a:xfrm>
            <a:off x="7752184" y="1486321"/>
            <a:ext cx="3598863" cy="3598863"/>
            <a:chOff x="3464" y="552"/>
            <a:chExt cx="2267" cy="2267"/>
          </a:xfrm>
        </p:grpSpPr>
        <p:sp>
          <p:nvSpPr>
            <p:cNvPr id="21" name="Oval 40">
              <a:extLst>
                <a:ext uri="{FF2B5EF4-FFF2-40B4-BE49-F238E27FC236}">
                  <a16:creationId xmlns:a16="http://schemas.microsoft.com/office/drawing/2014/main" id="{CC4ACA96-0548-D0D8-74B4-58BF55578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4" y="552"/>
              <a:ext cx="2267" cy="2267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FFFF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Oval 51">
              <a:extLst>
                <a:ext uri="{FF2B5EF4-FFF2-40B4-BE49-F238E27FC236}">
                  <a16:creationId xmlns:a16="http://schemas.microsoft.com/office/drawing/2014/main" id="{7BFA7DE7-937B-2C51-D84C-9052795267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8" y="1231"/>
              <a:ext cx="907" cy="907"/>
            </a:xfrm>
            <a:prstGeom prst="ellipse">
              <a:avLst/>
            </a:prstGeom>
            <a:gradFill rotWithShape="1">
              <a:gsLst>
                <a:gs pos="0">
                  <a:srgbClr val="C8ADFF"/>
                </a:gs>
                <a:gs pos="100000">
                  <a:srgbClr val="A48ED1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FF6600"/>
              </a:solidFill>
              <a:prstDash val="sysDot"/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" name="Oval 41">
              <a:extLst>
                <a:ext uri="{FF2B5EF4-FFF2-40B4-BE49-F238E27FC236}">
                  <a16:creationId xmlns:a16="http://schemas.microsoft.com/office/drawing/2014/main" id="{2F041AC8-81C2-85B8-78B6-6BA20DBA12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7" y="1460"/>
              <a:ext cx="453" cy="453"/>
            </a:xfrm>
            <a:prstGeom prst="ellipse">
              <a:avLst/>
            </a:prstGeom>
            <a:gradFill rotWithShape="1">
              <a:gsLst>
                <a:gs pos="0">
                  <a:srgbClr val="1187C1"/>
                </a:gs>
                <a:gs pos="100000">
                  <a:srgbClr val="17B2FF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339933"/>
              </a:solidFill>
              <a:prstDash val="sysDot"/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" name="Line 55">
              <a:extLst>
                <a:ext uri="{FF2B5EF4-FFF2-40B4-BE49-F238E27FC236}">
                  <a16:creationId xmlns:a16="http://schemas.microsoft.com/office/drawing/2014/main" id="{5B05AFBF-857E-B965-BA66-903A0BC222E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762" y="1688"/>
              <a:ext cx="1700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" name="Line 56">
              <a:extLst>
                <a:ext uri="{FF2B5EF4-FFF2-40B4-BE49-F238E27FC236}">
                  <a16:creationId xmlns:a16="http://schemas.microsoft.com/office/drawing/2014/main" id="{2E204083-488F-A325-D038-A96FD82E71C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606" y="833"/>
              <a:ext cx="1" cy="17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stealth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Oval 52">
              <a:extLst>
                <a:ext uri="{FF2B5EF4-FFF2-40B4-BE49-F238E27FC236}">
                  <a16:creationId xmlns:a16="http://schemas.microsoft.com/office/drawing/2014/main" id="{8C5A0F9B-0AB5-46E1-EC9C-C45B4FF870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9" y="1662"/>
              <a:ext cx="45" cy="45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Oval 53">
              <a:extLst>
                <a:ext uri="{FF2B5EF4-FFF2-40B4-BE49-F238E27FC236}">
                  <a16:creationId xmlns:a16="http://schemas.microsoft.com/office/drawing/2014/main" id="{81281D6C-12B5-5AC4-0E24-5777AE30D9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0" y="1667"/>
              <a:ext cx="34" cy="34"/>
            </a:xfrm>
            <a:prstGeom prst="ellipse">
              <a:avLst/>
            </a:prstGeom>
            <a:solidFill>
              <a:srgbClr val="FF0000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" name="Oval 54">
              <a:extLst>
                <a:ext uri="{FF2B5EF4-FFF2-40B4-BE49-F238E27FC236}">
                  <a16:creationId xmlns:a16="http://schemas.microsoft.com/office/drawing/2014/main" id="{57FFF785-4485-FC2C-53F5-C092359D2B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1661"/>
              <a:ext cx="45" cy="45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" name="Text Box 45">
              <a:extLst>
                <a:ext uri="{FF2B5EF4-FFF2-40B4-BE49-F238E27FC236}">
                  <a16:creationId xmlns:a16="http://schemas.microsoft.com/office/drawing/2014/main" id="{3C28E47C-5D27-28B5-DEEA-439FC4ABDA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75" y="1652"/>
              <a:ext cx="35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30" name="Text Box 46">
              <a:extLst>
                <a:ext uri="{FF2B5EF4-FFF2-40B4-BE49-F238E27FC236}">
                  <a16:creationId xmlns:a16="http://schemas.microsoft.com/office/drawing/2014/main" id="{4472CB44-101D-D0BC-6B4D-858A160A3F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6" y="1647"/>
              <a:ext cx="37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</p:grpSp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6649136E-3EA4-2BF9-B796-6013EB2786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89881" y="758396"/>
          <a:ext cx="7727950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619440" imgH="431640" progId="Equation.DSMT4">
                  <p:embed/>
                </p:oleObj>
              </mc:Choice>
              <mc:Fallback>
                <p:oleObj name="Equation" r:id="rId3" imgW="3619440" imgH="431640" progId="Equation.DSMT4">
                  <p:embed/>
                  <p:pic>
                    <p:nvPicPr>
                      <p:cNvPr id="34" name="对象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9881" y="758396"/>
                        <a:ext cx="7727950" cy="922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内容占位符 3">
            <a:extLst>
              <a:ext uri="{FF2B5EF4-FFF2-40B4-BE49-F238E27FC236}">
                <a16:creationId xmlns:a16="http://schemas.microsoft.com/office/drawing/2014/main" id="{A7A66FA8-FD5C-D44E-AD38-90F7426C172E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 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解析函数的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洛朗展式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4D57F483-6AE4-B15A-CD9D-9E75759CFC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56127" y="962043"/>
          <a:ext cx="571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6400" imgH="190440" progId="Equation.DSMT4">
                  <p:embed/>
                </p:oleObj>
              </mc:Choice>
              <mc:Fallback>
                <p:oleObj name="Equation" r:id="rId5" imgW="266400" imgH="190440" progId="Equation.DSMT4">
                  <p:embed/>
                  <p:pic>
                    <p:nvPicPr>
                      <p:cNvPr id="32" name="对象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6127" y="962043"/>
                        <a:ext cx="5715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F9C17849-58A8-DD51-AA66-AF959BCD77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5008752"/>
              </p:ext>
            </p:extLst>
          </p:nvPr>
        </p:nvGraphicFramePr>
        <p:xfrm>
          <a:off x="2492558" y="2108644"/>
          <a:ext cx="5386438" cy="29170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324234" imgH="1800447" progId="Equation.DSMT4">
                  <p:embed/>
                </p:oleObj>
              </mc:Choice>
              <mc:Fallback>
                <p:oleObj name="Equation" r:id="rId7" imgW="3324234" imgH="1800447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92558" y="2108644"/>
                        <a:ext cx="5386438" cy="29170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464920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" name="Group 79"/>
          <p:cNvGrpSpPr>
            <a:grpSpLocks/>
          </p:cNvGrpSpPr>
          <p:nvPr/>
        </p:nvGrpSpPr>
        <p:grpSpPr bwMode="auto">
          <a:xfrm>
            <a:off x="2856209" y="2358930"/>
            <a:ext cx="4830762" cy="457200"/>
            <a:chOff x="931" y="1273"/>
            <a:chExt cx="3043" cy="288"/>
          </a:xfrm>
        </p:grpSpPr>
        <p:sp>
          <p:nvSpPr>
            <p:cNvPr id="6" name="Rectangle 17"/>
            <p:cNvSpPr>
              <a:spLocks noChangeArrowheads="1"/>
            </p:cNvSpPr>
            <p:nvPr/>
          </p:nvSpPr>
          <p:spPr bwMode="auto">
            <a:xfrm>
              <a:off x="931" y="1273"/>
              <a:ext cx="239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函数         有两个奇点：</a:t>
              </a:r>
            </a:p>
          </p:txBody>
        </p:sp>
        <p:graphicFrame>
          <p:nvGraphicFramePr>
            <p:cNvPr id="7" name="Object 7"/>
            <p:cNvGraphicFramePr>
              <a:graphicFrameLocks/>
            </p:cNvGraphicFramePr>
            <p:nvPr/>
          </p:nvGraphicFramePr>
          <p:xfrm>
            <a:off x="1391" y="1313"/>
            <a:ext cx="40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634680" imgH="342720" progId="Equation.3">
                    <p:embed/>
                  </p:oleObj>
                </mc:Choice>
                <mc:Fallback>
                  <p:oleObj name="公式" r:id="rId3" imgW="634680" imgH="342720" progId="Equation.3">
                    <p:embed/>
                    <p:pic>
                      <p:nvPicPr>
                        <p:cNvPr id="7" name="Object 7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1" y="1313"/>
                          <a:ext cx="400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8"/>
            <p:cNvGraphicFramePr>
              <a:graphicFrameLocks/>
            </p:cNvGraphicFramePr>
            <p:nvPr/>
          </p:nvGraphicFramePr>
          <p:xfrm>
            <a:off x="2950" y="1324"/>
            <a:ext cx="1024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1625400" imgH="342720" progId="Equation.3">
                    <p:embed/>
                  </p:oleObj>
                </mc:Choice>
                <mc:Fallback>
                  <p:oleObj name="公式" r:id="rId5" imgW="1625400" imgH="342720" progId="Equation.3">
                    <p:embed/>
                    <p:pic>
                      <p:nvPicPr>
                        <p:cNvPr id="8" name="Object 8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0" y="1324"/>
                          <a:ext cx="1024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80"/>
          <p:cNvGrpSpPr>
            <a:grpSpLocks/>
          </p:cNvGrpSpPr>
          <p:nvPr/>
        </p:nvGrpSpPr>
        <p:grpSpPr bwMode="auto">
          <a:xfrm>
            <a:off x="2857797" y="2949480"/>
            <a:ext cx="3794125" cy="457200"/>
            <a:chOff x="932" y="1645"/>
            <a:chExt cx="2390" cy="288"/>
          </a:xfrm>
        </p:grpSpPr>
        <p:sp>
          <p:nvSpPr>
            <p:cNvPr id="10" name="Rectangle 20"/>
            <p:cNvSpPr>
              <a:spLocks noChangeArrowheads="1"/>
            </p:cNvSpPr>
            <p:nvPr/>
          </p:nvSpPr>
          <p:spPr bwMode="auto">
            <a:xfrm>
              <a:off x="932" y="1645"/>
              <a:ext cx="239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以展开点         为中心，</a:t>
              </a:r>
            </a:p>
          </p:txBody>
        </p:sp>
        <p:graphicFrame>
          <p:nvGraphicFramePr>
            <p:cNvPr id="11" name="Object 6"/>
            <p:cNvGraphicFramePr>
              <a:graphicFrameLocks/>
            </p:cNvGraphicFramePr>
            <p:nvPr/>
          </p:nvGraphicFramePr>
          <p:xfrm>
            <a:off x="1796" y="1685"/>
            <a:ext cx="377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622080" imgH="291960" progId="Equation.3">
                    <p:embed/>
                  </p:oleObj>
                </mc:Choice>
                <mc:Fallback>
                  <p:oleObj name="公式" r:id="rId7" imgW="622080" imgH="291960" progId="Equation.3">
                    <p:embed/>
                    <p:pic>
                      <p:nvPicPr>
                        <p:cNvPr id="11" name="Object 6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6" y="1685"/>
                          <a:ext cx="377" cy="1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Group 78"/>
          <p:cNvGrpSpPr>
            <a:grpSpLocks/>
          </p:cNvGrpSpPr>
          <p:nvPr/>
        </p:nvGrpSpPr>
        <p:grpSpPr bwMode="auto">
          <a:xfrm>
            <a:off x="1908471" y="1785843"/>
            <a:ext cx="5664200" cy="474663"/>
            <a:chOff x="334" y="912"/>
            <a:chExt cx="3568" cy="299"/>
          </a:xfrm>
        </p:grpSpPr>
        <p:sp>
          <p:nvSpPr>
            <p:cNvPr id="13" name="Text Box 2"/>
            <p:cNvSpPr txBox="1">
              <a:spLocks noChangeArrowheads="1"/>
            </p:cNvSpPr>
            <p:nvPr/>
          </p:nvSpPr>
          <p:spPr bwMode="auto">
            <a:xfrm>
              <a:off x="334" y="912"/>
              <a:ext cx="6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解</a:t>
              </a:r>
            </a:p>
          </p:txBody>
        </p:sp>
        <p:sp>
          <p:nvSpPr>
            <p:cNvPr id="14" name="Rectangle 27"/>
            <p:cNvSpPr>
              <a:spLocks noChangeArrowheads="1"/>
            </p:cNvSpPr>
            <p:nvPr/>
          </p:nvSpPr>
          <p:spPr bwMode="auto">
            <a:xfrm>
              <a:off x="657" y="923"/>
              <a:ext cx="324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Wingdings" panose="05000000000000000000" pitchFamily="2" charset="2"/>
                </a:rPr>
                <a:t>(1)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Wingdings" panose="05000000000000000000" pitchFamily="2" charset="2"/>
                </a:rPr>
                <a:t>将复平面分为若干个</a:t>
              </a:r>
              <a:r>
                <a:rPr kumimoji="1" lang="zh-CN" altLang="en-US" sz="2400" b="1" i="0" u="sng" strike="noStrike" kern="0" cap="none" spc="0" normalizeH="0" baseline="0" noProof="0" dirty="0">
                  <a:ln>
                    <a:noFill/>
                  </a:ln>
                  <a:solidFill>
                    <a:srgbClr val="1217E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Wingdings" panose="05000000000000000000" pitchFamily="2" charset="2"/>
                </a:rPr>
                <a:t>解析环</a:t>
              </a:r>
            </a:p>
          </p:txBody>
        </p:sp>
      </p:grpSp>
      <p:sp>
        <p:nvSpPr>
          <p:cNvPr id="15" name="Rectangle 39"/>
          <p:cNvSpPr>
            <a:spLocks noChangeArrowheads="1"/>
          </p:cNvSpPr>
          <p:nvPr/>
        </p:nvSpPr>
        <p:spPr bwMode="auto">
          <a:xfrm>
            <a:off x="1914822" y="5548217"/>
            <a:ext cx="66341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Wingdings" panose="05000000000000000000" pitchFamily="2" charset="2"/>
              </a:rPr>
              <a:t>注意：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Wingdings" panose="05000000000000000000" pitchFamily="2" charset="2"/>
              </a:rPr>
              <a:t>不需要将函数进行</a:t>
            </a:r>
            <a:r>
              <a:rPr kumimoji="1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Wingdings" panose="05000000000000000000" pitchFamily="2" charset="2"/>
              </a:rPr>
              <a:t>部分分式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Wingdings" panose="05000000000000000000" pitchFamily="2" charset="2"/>
              </a:rPr>
              <a:t>分解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Wingdings" panose="05000000000000000000" pitchFamily="2" charset="2"/>
              </a:rPr>
              <a:t>.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Wingdings" panose="05000000000000000000" pitchFamily="2" charset="2"/>
            </a:endParaRPr>
          </a:p>
        </p:txBody>
      </p:sp>
      <p:grpSp>
        <p:nvGrpSpPr>
          <p:cNvPr id="16" name="Group 81"/>
          <p:cNvGrpSpPr>
            <a:grpSpLocks/>
          </p:cNvGrpSpPr>
          <p:nvPr/>
        </p:nvGrpSpPr>
        <p:grpSpPr bwMode="auto">
          <a:xfrm>
            <a:off x="3232447" y="4138517"/>
            <a:ext cx="2536825" cy="1104900"/>
            <a:chOff x="1168" y="2394"/>
            <a:chExt cx="1598" cy="696"/>
          </a:xfrm>
        </p:grpSpPr>
        <p:graphicFrame>
          <p:nvGraphicFramePr>
            <p:cNvPr id="17" name="Object 3"/>
            <p:cNvGraphicFramePr>
              <a:graphicFrameLocks/>
            </p:cNvGraphicFramePr>
            <p:nvPr/>
          </p:nvGraphicFramePr>
          <p:xfrm>
            <a:off x="1490" y="2466"/>
            <a:ext cx="1093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1739880" imgH="342720" progId="Equation.3">
                    <p:embed/>
                  </p:oleObj>
                </mc:Choice>
                <mc:Fallback>
                  <p:oleObj name="公式" r:id="rId9" imgW="1739880" imgH="342720" progId="Equation.3">
                    <p:embed/>
                    <p:pic>
                      <p:nvPicPr>
                        <p:cNvPr id="17" name="Object 3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90" y="2466"/>
                          <a:ext cx="1093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Rectangle 36"/>
            <p:cNvSpPr>
              <a:spLocks noChangeArrowheads="1"/>
            </p:cNvSpPr>
            <p:nvPr/>
          </p:nvSpPr>
          <p:spPr bwMode="auto">
            <a:xfrm>
              <a:off x="1168" y="2394"/>
              <a:ext cx="5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Wingdings" panose="05000000000000000000" pitchFamily="2" charset="2"/>
                </a:rPr>
                <a:t>①</a:t>
              </a:r>
              <a:endParaRPr kumimoji="1" lang="en-US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endParaRPr>
            </a:p>
          </p:txBody>
        </p:sp>
        <p:graphicFrame>
          <p:nvGraphicFramePr>
            <p:cNvPr id="20" name="Object 4"/>
            <p:cNvGraphicFramePr>
              <a:graphicFrameLocks/>
            </p:cNvGraphicFramePr>
            <p:nvPr/>
          </p:nvGraphicFramePr>
          <p:xfrm>
            <a:off x="1497" y="2874"/>
            <a:ext cx="1269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2019240" imgH="342720" progId="Equation.3">
                    <p:embed/>
                  </p:oleObj>
                </mc:Choice>
                <mc:Fallback>
                  <p:oleObj name="公式" r:id="rId11" imgW="2019240" imgH="342720" progId="Equation.3">
                    <p:embed/>
                    <p:pic>
                      <p:nvPicPr>
                        <p:cNvPr id="20" name="Object 4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97" y="2874"/>
                          <a:ext cx="1269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Rectangle 38"/>
            <p:cNvSpPr>
              <a:spLocks noChangeArrowheads="1"/>
            </p:cNvSpPr>
            <p:nvPr/>
          </p:nvSpPr>
          <p:spPr bwMode="auto">
            <a:xfrm>
              <a:off x="1173" y="2802"/>
              <a:ext cx="5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Wingdings" panose="05000000000000000000" pitchFamily="2" charset="2"/>
                </a:rPr>
                <a:t>②</a:t>
              </a:r>
              <a:endParaRPr kumimoji="1" lang="en-US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endParaRPr>
            </a:p>
          </p:txBody>
        </p:sp>
        <p:graphicFrame>
          <p:nvGraphicFramePr>
            <p:cNvPr id="22" name="Object 5"/>
            <p:cNvGraphicFramePr>
              <a:graphicFrameLocks/>
            </p:cNvGraphicFramePr>
            <p:nvPr/>
          </p:nvGraphicFramePr>
          <p:xfrm>
            <a:off x="1472" y="2465"/>
            <a:ext cx="311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495000" imgH="342720" progId="Equation.3">
                    <p:embed/>
                  </p:oleObj>
                </mc:Choice>
                <mc:Fallback>
                  <p:oleObj name="公式" r:id="rId13" imgW="495000" imgH="342720" progId="Equation.3">
                    <p:embed/>
                    <p:pic>
                      <p:nvPicPr>
                        <p:cNvPr id="22" name="Object 5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2" y="2465"/>
                          <a:ext cx="311" cy="216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2856210" y="3517805"/>
            <a:ext cx="4179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将复平面分为两个解析环：</a:t>
            </a:r>
          </a:p>
        </p:txBody>
      </p:sp>
      <p:grpSp>
        <p:nvGrpSpPr>
          <p:cNvPr id="24" name="Group 67"/>
          <p:cNvGrpSpPr>
            <a:grpSpLocks/>
          </p:cNvGrpSpPr>
          <p:nvPr/>
        </p:nvGrpSpPr>
        <p:grpSpPr bwMode="auto">
          <a:xfrm>
            <a:off x="7313909" y="3224118"/>
            <a:ext cx="2589212" cy="2589213"/>
            <a:chOff x="3805" y="1770"/>
            <a:chExt cx="1631" cy="1631"/>
          </a:xfrm>
        </p:grpSpPr>
        <p:sp>
          <p:nvSpPr>
            <p:cNvPr id="25" name="Oval 68"/>
            <p:cNvSpPr>
              <a:spLocks noChangeAspect="1" noChangeArrowheads="1"/>
            </p:cNvSpPr>
            <p:nvPr/>
          </p:nvSpPr>
          <p:spPr bwMode="auto">
            <a:xfrm>
              <a:off x="3805" y="1770"/>
              <a:ext cx="1631" cy="1631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FFFF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6" name="Group 69"/>
            <p:cNvGrpSpPr>
              <a:grpSpLocks/>
            </p:cNvGrpSpPr>
            <p:nvPr/>
          </p:nvGrpSpPr>
          <p:grpSpPr bwMode="auto">
            <a:xfrm>
              <a:off x="4038" y="1955"/>
              <a:ext cx="1274" cy="1238"/>
              <a:chOff x="4038" y="1871"/>
              <a:chExt cx="1274" cy="1238"/>
            </a:xfrm>
          </p:grpSpPr>
          <p:sp>
            <p:nvSpPr>
              <p:cNvPr id="27" name="Oval 70"/>
              <p:cNvSpPr>
                <a:spLocks noChangeArrowheads="1"/>
              </p:cNvSpPr>
              <p:nvPr/>
            </p:nvSpPr>
            <p:spPr bwMode="auto">
              <a:xfrm>
                <a:off x="4395" y="2270"/>
                <a:ext cx="453" cy="453"/>
              </a:xfrm>
              <a:prstGeom prst="ellipse">
                <a:avLst/>
              </a:prstGeom>
              <a:gradFill rotWithShape="1">
                <a:gsLst>
                  <a:gs pos="0">
                    <a:srgbClr val="1187C1"/>
                  </a:gs>
                  <a:gs pos="100000">
                    <a:srgbClr val="17B2FF"/>
                  </a:gs>
                </a:gsLst>
                <a:path path="shape">
                  <a:fillToRect l="50000" t="50000" r="50000" b="50000"/>
                </a:path>
              </a:gradFill>
              <a:ln w="12700">
                <a:solidFill>
                  <a:srgbClr val="339933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" name="Line 71"/>
              <p:cNvSpPr>
                <a:spLocks noChangeAspect="1" noChangeShapeType="1"/>
              </p:cNvSpPr>
              <p:nvPr/>
            </p:nvSpPr>
            <p:spPr bwMode="auto">
              <a:xfrm flipV="1">
                <a:off x="4038" y="2498"/>
                <a:ext cx="1274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" name="Line 72"/>
              <p:cNvSpPr>
                <a:spLocks noChangeAspect="1" noChangeShapeType="1"/>
              </p:cNvSpPr>
              <p:nvPr/>
            </p:nvSpPr>
            <p:spPr bwMode="auto">
              <a:xfrm>
                <a:off x="4390" y="1871"/>
                <a:ext cx="1" cy="123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stealth" w="med" len="lg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0" name="Oval 73"/>
              <p:cNvSpPr>
                <a:spLocks noChangeArrowheads="1"/>
              </p:cNvSpPr>
              <p:nvPr/>
            </p:nvSpPr>
            <p:spPr bwMode="auto">
              <a:xfrm>
                <a:off x="4831" y="2472"/>
                <a:ext cx="45" cy="45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2" name="Oval 74"/>
              <p:cNvSpPr>
                <a:spLocks noChangeArrowheads="1"/>
              </p:cNvSpPr>
              <p:nvPr/>
            </p:nvSpPr>
            <p:spPr bwMode="auto">
              <a:xfrm>
                <a:off x="4602" y="2477"/>
                <a:ext cx="45" cy="45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" name="Text Box 75"/>
              <p:cNvSpPr txBox="1">
                <a:spLocks noChangeArrowheads="1"/>
              </p:cNvSpPr>
              <p:nvPr/>
            </p:nvSpPr>
            <p:spPr bwMode="auto">
              <a:xfrm>
                <a:off x="4541" y="2486"/>
                <a:ext cx="35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34" name="Text Box 76"/>
              <p:cNvSpPr txBox="1">
                <a:spLocks noChangeArrowheads="1"/>
              </p:cNvSpPr>
              <p:nvPr/>
            </p:nvSpPr>
            <p:spPr bwMode="auto">
              <a:xfrm>
                <a:off x="4806" y="2481"/>
                <a:ext cx="37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</a:t>
                </a:r>
              </a:p>
            </p:txBody>
          </p:sp>
        </p:grpSp>
      </p:grpSp>
      <p:graphicFrame>
        <p:nvGraphicFramePr>
          <p:cNvPr id="37" name="对象 36"/>
          <p:cNvGraphicFramePr>
            <a:graphicFrameLocks noChangeAspect="1"/>
          </p:cNvGraphicFramePr>
          <p:nvPr/>
        </p:nvGraphicFramePr>
        <p:xfrm>
          <a:off x="1461590" y="985589"/>
          <a:ext cx="56991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66400" imgH="190440" progId="Equation.DSMT4">
                  <p:embed/>
                </p:oleObj>
              </mc:Choice>
              <mc:Fallback>
                <p:oleObj name="Equation" r:id="rId15" imgW="266400" imgH="190440" progId="Equation.DSMT4">
                  <p:embed/>
                  <p:pic>
                    <p:nvPicPr>
                      <p:cNvPr id="37" name="对象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1590" y="985589"/>
                        <a:ext cx="569912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2142627" y="760164"/>
          <a:ext cx="7837488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670200" imgH="431640" progId="Equation.DSMT4">
                  <p:embed/>
                </p:oleObj>
              </mc:Choice>
              <mc:Fallback>
                <p:oleObj name="Equation" r:id="rId17" imgW="3670200" imgH="431640" progId="Equation.DSMT4">
                  <p:embed/>
                  <p:pic>
                    <p:nvPicPr>
                      <p:cNvPr id="38" name="对象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2627" y="760164"/>
                        <a:ext cx="7837488" cy="922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 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解析函数的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洛朗展式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06522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" name="Group 67"/>
          <p:cNvGrpSpPr>
            <a:grpSpLocks/>
          </p:cNvGrpSpPr>
          <p:nvPr/>
        </p:nvGrpSpPr>
        <p:grpSpPr bwMode="auto">
          <a:xfrm>
            <a:off x="8005683" y="3065611"/>
            <a:ext cx="2589212" cy="2589213"/>
            <a:chOff x="3805" y="1770"/>
            <a:chExt cx="1631" cy="1631"/>
          </a:xfrm>
        </p:grpSpPr>
        <p:sp>
          <p:nvSpPr>
            <p:cNvPr id="6" name="Oval 68"/>
            <p:cNvSpPr>
              <a:spLocks noChangeAspect="1" noChangeArrowheads="1"/>
            </p:cNvSpPr>
            <p:nvPr/>
          </p:nvSpPr>
          <p:spPr bwMode="auto">
            <a:xfrm>
              <a:off x="3805" y="1770"/>
              <a:ext cx="1631" cy="1631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FFFF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7" name="Group 69"/>
            <p:cNvGrpSpPr>
              <a:grpSpLocks/>
            </p:cNvGrpSpPr>
            <p:nvPr/>
          </p:nvGrpSpPr>
          <p:grpSpPr bwMode="auto">
            <a:xfrm>
              <a:off x="4038" y="1955"/>
              <a:ext cx="1274" cy="1238"/>
              <a:chOff x="4038" y="1871"/>
              <a:chExt cx="1274" cy="1238"/>
            </a:xfrm>
          </p:grpSpPr>
          <p:sp>
            <p:nvSpPr>
              <p:cNvPr id="8" name="Oval 70"/>
              <p:cNvSpPr>
                <a:spLocks noChangeArrowheads="1"/>
              </p:cNvSpPr>
              <p:nvPr/>
            </p:nvSpPr>
            <p:spPr bwMode="auto">
              <a:xfrm>
                <a:off x="4395" y="2270"/>
                <a:ext cx="453" cy="453"/>
              </a:xfrm>
              <a:prstGeom prst="ellipse">
                <a:avLst/>
              </a:prstGeom>
              <a:gradFill rotWithShape="1">
                <a:gsLst>
                  <a:gs pos="0">
                    <a:srgbClr val="1187C1"/>
                  </a:gs>
                  <a:gs pos="100000">
                    <a:srgbClr val="17B2FF"/>
                  </a:gs>
                </a:gsLst>
                <a:path path="shape">
                  <a:fillToRect l="50000" t="50000" r="50000" b="50000"/>
                </a:path>
              </a:gradFill>
              <a:ln w="12700">
                <a:solidFill>
                  <a:srgbClr val="339933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Line 71"/>
              <p:cNvSpPr>
                <a:spLocks noChangeAspect="1" noChangeShapeType="1"/>
              </p:cNvSpPr>
              <p:nvPr/>
            </p:nvSpPr>
            <p:spPr bwMode="auto">
              <a:xfrm flipV="1">
                <a:off x="4038" y="2498"/>
                <a:ext cx="1274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" name="Line 72"/>
              <p:cNvSpPr>
                <a:spLocks noChangeAspect="1" noChangeShapeType="1"/>
              </p:cNvSpPr>
              <p:nvPr/>
            </p:nvSpPr>
            <p:spPr bwMode="auto">
              <a:xfrm>
                <a:off x="4390" y="1871"/>
                <a:ext cx="1" cy="123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stealth" w="med" len="lg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" name="Oval 73"/>
              <p:cNvSpPr>
                <a:spLocks noChangeArrowheads="1"/>
              </p:cNvSpPr>
              <p:nvPr/>
            </p:nvSpPr>
            <p:spPr bwMode="auto">
              <a:xfrm>
                <a:off x="4831" y="2472"/>
                <a:ext cx="45" cy="45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" name="Oval 74"/>
              <p:cNvSpPr>
                <a:spLocks noChangeArrowheads="1"/>
              </p:cNvSpPr>
              <p:nvPr/>
            </p:nvSpPr>
            <p:spPr bwMode="auto">
              <a:xfrm>
                <a:off x="4602" y="2477"/>
                <a:ext cx="45" cy="45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Text Box 75"/>
              <p:cNvSpPr txBox="1">
                <a:spLocks noChangeArrowheads="1"/>
              </p:cNvSpPr>
              <p:nvPr/>
            </p:nvSpPr>
            <p:spPr bwMode="auto">
              <a:xfrm>
                <a:off x="4541" y="2486"/>
                <a:ext cx="35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14" name="Text Box 76"/>
              <p:cNvSpPr txBox="1">
                <a:spLocks noChangeArrowheads="1"/>
              </p:cNvSpPr>
              <p:nvPr/>
            </p:nvSpPr>
            <p:spPr bwMode="auto">
              <a:xfrm>
                <a:off x="4806" y="2481"/>
                <a:ext cx="37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</a:t>
                </a:r>
              </a:p>
            </p:txBody>
          </p:sp>
        </p:grpSp>
      </p:grpSp>
      <p:sp>
        <p:nvSpPr>
          <p:cNvPr id="16" name="Text Box 6"/>
          <p:cNvSpPr txBox="1">
            <a:spLocks noChangeArrowheads="1"/>
          </p:cNvSpPr>
          <p:nvPr/>
        </p:nvSpPr>
        <p:spPr bwMode="auto">
          <a:xfrm>
            <a:off x="1923970" y="1640036"/>
            <a:ext cx="958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</a:p>
        </p:txBody>
      </p:sp>
      <p:grpSp>
        <p:nvGrpSpPr>
          <p:cNvPr id="17" name="Group 56"/>
          <p:cNvGrpSpPr>
            <a:grpSpLocks/>
          </p:cNvGrpSpPr>
          <p:nvPr/>
        </p:nvGrpSpPr>
        <p:grpSpPr bwMode="auto">
          <a:xfrm>
            <a:off x="2695495" y="3251349"/>
            <a:ext cx="3727450" cy="457200"/>
            <a:chOff x="820" y="1927"/>
            <a:chExt cx="2348" cy="288"/>
          </a:xfrm>
        </p:grpSpPr>
        <p:sp>
          <p:nvSpPr>
            <p:cNvPr id="18" name="Rectangle 5"/>
            <p:cNvSpPr>
              <a:spLocks noChangeArrowheads="1"/>
            </p:cNvSpPr>
            <p:nvPr/>
          </p:nvSpPr>
          <p:spPr bwMode="auto">
            <a:xfrm>
              <a:off x="820" y="1927"/>
              <a:ext cx="234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990033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Wingdings" panose="05000000000000000000" pitchFamily="2" charset="2"/>
                </a:rPr>
                <a:t>① </a:t>
              </a: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990033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Wingdings" panose="05000000000000000000" pitchFamily="2" charset="2"/>
                </a:rPr>
                <a:t>当                       时，</a:t>
              </a:r>
              <a:endParaRPr kumimoji="1" lang="en-US" altLang="en-US" sz="2400" b="1" i="0" u="none" strike="noStrike" kern="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endParaRPr>
            </a:p>
          </p:txBody>
        </p:sp>
        <p:graphicFrame>
          <p:nvGraphicFramePr>
            <p:cNvPr id="20" name="Object 7"/>
            <p:cNvGraphicFramePr>
              <a:graphicFrameLocks/>
            </p:cNvGraphicFramePr>
            <p:nvPr/>
          </p:nvGraphicFramePr>
          <p:xfrm>
            <a:off x="1356" y="1986"/>
            <a:ext cx="1013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1612800" imgH="342720" progId="Equation.3">
                    <p:embed/>
                  </p:oleObj>
                </mc:Choice>
                <mc:Fallback>
                  <p:oleObj name="公式" r:id="rId3" imgW="1612800" imgH="342720" progId="Equation.3">
                    <p:embed/>
                    <p:pic>
                      <p:nvPicPr>
                        <p:cNvPr id="20" name="Object 7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56" y="1986"/>
                          <a:ext cx="1013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Rectangle 17"/>
          <p:cNvSpPr>
            <a:spLocks noChangeArrowheads="1"/>
          </p:cNvSpPr>
          <p:nvPr/>
        </p:nvSpPr>
        <p:spPr bwMode="auto">
          <a:xfrm>
            <a:off x="2436733" y="1657499"/>
            <a:ext cx="556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(2)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将函数在每个</a:t>
            </a:r>
            <a:r>
              <a:rPr kumimoji="1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解析环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内分别展开</a:t>
            </a:r>
          </a:p>
        </p:txBody>
      </p:sp>
      <p:graphicFrame>
        <p:nvGraphicFramePr>
          <p:cNvPr id="22" name="Object 2"/>
          <p:cNvGraphicFramePr>
            <a:graphicFrameLocks/>
          </p:cNvGraphicFramePr>
          <p:nvPr/>
        </p:nvGraphicFramePr>
        <p:xfrm>
          <a:off x="2987596" y="2267099"/>
          <a:ext cx="2855913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857320" imgH="799920" progId="Equation.3">
                  <p:embed/>
                </p:oleObj>
              </mc:Choice>
              <mc:Fallback>
                <p:oleObj name="公式" r:id="rId5" imgW="2857320" imgH="799920" progId="Equation.3">
                  <p:embed/>
                  <p:pic>
                    <p:nvPicPr>
                      <p:cNvPr id="22" name="Object 2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596" y="2267099"/>
                        <a:ext cx="2855913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3"/>
          <p:cNvGraphicFramePr>
            <a:graphicFrameLocks/>
          </p:cNvGraphicFramePr>
          <p:nvPr/>
        </p:nvGraphicFramePr>
        <p:xfrm>
          <a:off x="5883196" y="2265511"/>
          <a:ext cx="4073525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4076640" imgH="799920" progId="Equation.3">
                  <p:embed/>
                </p:oleObj>
              </mc:Choice>
              <mc:Fallback>
                <p:oleObj name="公式" r:id="rId7" imgW="4076640" imgH="799920" progId="Equation.3">
                  <p:embed/>
                  <p:pic>
                    <p:nvPicPr>
                      <p:cNvPr id="23" name="Object 3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3196" y="2265511"/>
                        <a:ext cx="4073525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4"/>
          <p:cNvGraphicFramePr>
            <a:graphicFrameLocks/>
          </p:cNvGraphicFramePr>
          <p:nvPr/>
        </p:nvGraphicFramePr>
        <p:xfrm>
          <a:off x="3186034" y="4848374"/>
          <a:ext cx="4302125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4305240" imgH="774360" progId="Equation.3">
                  <p:embed/>
                </p:oleObj>
              </mc:Choice>
              <mc:Fallback>
                <p:oleObj name="公式" r:id="rId9" imgW="4305240" imgH="774360" progId="Equation.3">
                  <p:embed/>
                  <p:pic>
                    <p:nvPicPr>
                      <p:cNvPr id="24" name="Object 4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6034" y="4848374"/>
                        <a:ext cx="4302125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5"/>
          <p:cNvGraphicFramePr>
            <a:graphicFrameLocks/>
          </p:cNvGraphicFramePr>
          <p:nvPr/>
        </p:nvGraphicFramePr>
        <p:xfrm>
          <a:off x="3240009" y="3864124"/>
          <a:ext cx="3032125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3035160" imgH="799920" progId="Equation.3">
                  <p:embed/>
                </p:oleObj>
              </mc:Choice>
              <mc:Fallback>
                <p:oleObj name="公式" r:id="rId11" imgW="3035160" imgH="799920" progId="Equation.3">
                  <p:embed/>
                  <p:pic>
                    <p:nvPicPr>
                      <p:cNvPr id="25" name="Object 5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0009" y="3864124"/>
                        <a:ext cx="3032125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6"/>
          <p:cNvGraphicFramePr>
            <a:graphicFrameLocks/>
          </p:cNvGraphicFramePr>
          <p:nvPr/>
        </p:nvGraphicFramePr>
        <p:xfrm>
          <a:off x="3843258" y="5818336"/>
          <a:ext cx="3249612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3251160" imgH="812520" progId="Equation.3">
                  <p:embed/>
                </p:oleObj>
              </mc:Choice>
              <mc:Fallback>
                <p:oleObj name="公式" r:id="rId13" imgW="3251160" imgH="812520" progId="Equation.3">
                  <p:embed/>
                  <p:pic>
                    <p:nvPicPr>
                      <p:cNvPr id="26" name="Object 6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3258" y="5818336"/>
                        <a:ext cx="3249612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2142627" y="732171"/>
          <a:ext cx="7837488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670200" imgH="431640" progId="Equation.DSMT4">
                  <p:embed/>
                </p:oleObj>
              </mc:Choice>
              <mc:Fallback>
                <p:oleObj name="Equation" r:id="rId15" imgW="3670200" imgH="431640" progId="Equation.DSMT4">
                  <p:embed/>
                  <p:pic>
                    <p:nvPicPr>
                      <p:cNvPr id="29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2627" y="732171"/>
                        <a:ext cx="7837488" cy="922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 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解析函数的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洛朗展式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1461590" y="957596"/>
          <a:ext cx="56991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6400" imgH="190440" progId="Equation.DSMT4">
                  <p:embed/>
                </p:oleObj>
              </mc:Choice>
              <mc:Fallback>
                <p:oleObj name="Equation" r:id="rId17" imgW="266400" imgH="190440" progId="Equation.DSMT4">
                  <p:embed/>
                  <p:pic>
                    <p:nvPicPr>
                      <p:cNvPr id="27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1590" y="957596"/>
                        <a:ext cx="569912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738675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" name="Group 67"/>
          <p:cNvGrpSpPr>
            <a:grpSpLocks/>
          </p:cNvGrpSpPr>
          <p:nvPr/>
        </p:nvGrpSpPr>
        <p:grpSpPr bwMode="auto">
          <a:xfrm>
            <a:off x="8005683" y="3065611"/>
            <a:ext cx="2589212" cy="2589213"/>
            <a:chOff x="3805" y="1770"/>
            <a:chExt cx="1631" cy="1631"/>
          </a:xfrm>
        </p:grpSpPr>
        <p:sp>
          <p:nvSpPr>
            <p:cNvPr id="6" name="Oval 68"/>
            <p:cNvSpPr>
              <a:spLocks noChangeAspect="1" noChangeArrowheads="1"/>
            </p:cNvSpPr>
            <p:nvPr/>
          </p:nvSpPr>
          <p:spPr bwMode="auto">
            <a:xfrm>
              <a:off x="3805" y="1770"/>
              <a:ext cx="1631" cy="1631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FFFF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7" name="Group 69"/>
            <p:cNvGrpSpPr>
              <a:grpSpLocks/>
            </p:cNvGrpSpPr>
            <p:nvPr/>
          </p:nvGrpSpPr>
          <p:grpSpPr bwMode="auto">
            <a:xfrm>
              <a:off x="4038" y="1955"/>
              <a:ext cx="1274" cy="1238"/>
              <a:chOff x="4038" y="1871"/>
              <a:chExt cx="1274" cy="1238"/>
            </a:xfrm>
          </p:grpSpPr>
          <p:sp>
            <p:nvSpPr>
              <p:cNvPr id="8" name="Oval 70"/>
              <p:cNvSpPr>
                <a:spLocks noChangeArrowheads="1"/>
              </p:cNvSpPr>
              <p:nvPr/>
            </p:nvSpPr>
            <p:spPr bwMode="auto">
              <a:xfrm>
                <a:off x="4395" y="2270"/>
                <a:ext cx="453" cy="453"/>
              </a:xfrm>
              <a:prstGeom prst="ellipse">
                <a:avLst/>
              </a:prstGeom>
              <a:gradFill rotWithShape="1">
                <a:gsLst>
                  <a:gs pos="0">
                    <a:srgbClr val="1187C1"/>
                  </a:gs>
                  <a:gs pos="100000">
                    <a:srgbClr val="17B2FF"/>
                  </a:gs>
                </a:gsLst>
                <a:path path="shape">
                  <a:fillToRect l="50000" t="50000" r="50000" b="50000"/>
                </a:path>
              </a:gradFill>
              <a:ln w="12700">
                <a:solidFill>
                  <a:srgbClr val="339933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Line 71"/>
              <p:cNvSpPr>
                <a:spLocks noChangeAspect="1" noChangeShapeType="1"/>
              </p:cNvSpPr>
              <p:nvPr/>
            </p:nvSpPr>
            <p:spPr bwMode="auto">
              <a:xfrm flipV="1">
                <a:off x="4038" y="2498"/>
                <a:ext cx="1274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" name="Line 72"/>
              <p:cNvSpPr>
                <a:spLocks noChangeAspect="1" noChangeShapeType="1"/>
              </p:cNvSpPr>
              <p:nvPr/>
            </p:nvSpPr>
            <p:spPr bwMode="auto">
              <a:xfrm>
                <a:off x="4390" y="1871"/>
                <a:ext cx="1" cy="123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stealth" w="med" len="lg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" name="Oval 73"/>
              <p:cNvSpPr>
                <a:spLocks noChangeArrowheads="1"/>
              </p:cNvSpPr>
              <p:nvPr/>
            </p:nvSpPr>
            <p:spPr bwMode="auto">
              <a:xfrm>
                <a:off x="4831" y="2472"/>
                <a:ext cx="45" cy="45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" name="Oval 74"/>
              <p:cNvSpPr>
                <a:spLocks noChangeArrowheads="1"/>
              </p:cNvSpPr>
              <p:nvPr/>
            </p:nvSpPr>
            <p:spPr bwMode="auto">
              <a:xfrm>
                <a:off x="4602" y="2477"/>
                <a:ext cx="45" cy="45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Text Box 75"/>
              <p:cNvSpPr txBox="1">
                <a:spLocks noChangeArrowheads="1"/>
              </p:cNvSpPr>
              <p:nvPr/>
            </p:nvSpPr>
            <p:spPr bwMode="auto">
              <a:xfrm>
                <a:off x="4541" y="2486"/>
                <a:ext cx="35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14" name="Text Box 76"/>
              <p:cNvSpPr txBox="1">
                <a:spLocks noChangeArrowheads="1"/>
              </p:cNvSpPr>
              <p:nvPr/>
            </p:nvSpPr>
            <p:spPr bwMode="auto">
              <a:xfrm>
                <a:off x="4806" y="2481"/>
                <a:ext cx="37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</a:t>
                </a:r>
              </a:p>
            </p:txBody>
          </p:sp>
        </p:grpSp>
      </p:grpSp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1850945" y="1619716"/>
            <a:ext cx="958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</a:p>
        </p:txBody>
      </p:sp>
      <p:grpSp>
        <p:nvGrpSpPr>
          <p:cNvPr id="17" name="Group 26"/>
          <p:cNvGrpSpPr>
            <a:grpSpLocks/>
          </p:cNvGrpSpPr>
          <p:nvPr/>
        </p:nvGrpSpPr>
        <p:grpSpPr bwMode="auto">
          <a:xfrm>
            <a:off x="2622471" y="3231029"/>
            <a:ext cx="4086225" cy="457200"/>
            <a:chOff x="820" y="1927"/>
            <a:chExt cx="2574" cy="288"/>
          </a:xfrm>
        </p:grpSpPr>
        <p:sp>
          <p:nvSpPr>
            <p:cNvPr id="18" name="Rectangle 2"/>
            <p:cNvSpPr>
              <a:spLocks noChangeArrowheads="1"/>
            </p:cNvSpPr>
            <p:nvPr/>
          </p:nvSpPr>
          <p:spPr bwMode="auto">
            <a:xfrm>
              <a:off x="820" y="1927"/>
              <a:ext cx="257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990033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Wingdings" panose="05000000000000000000" pitchFamily="2" charset="2"/>
                </a:rPr>
                <a:t>② </a:t>
              </a: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990033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Wingdings" panose="05000000000000000000" pitchFamily="2" charset="2"/>
                </a:rPr>
                <a:t>当                           时，</a:t>
              </a:r>
              <a:endParaRPr kumimoji="1" lang="en-US" altLang="en-US" sz="2400" b="1" i="0" u="none" strike="noStrike" kern="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endParaRPr>
            </a:p>
          </p:txBody>
        </p:sp>
        <p:graphicFrame>
          <p:nvGraphicFramePr>
            <p:cNvPr id="20" name="Object 7"/>
            <p:cNvGraphicFramePr>
              <a:graphicFrameLocks/>
            </p:cNvGraphicFramePr>
            <p:nvPr/>
          </p:nvGraphicFramePr>
          <p:xfrm>
            <a:off x="1350" y="1986"/>
            <a:ext cx="1205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1917360" imgH="342720" progId="Equation.3">
                    <p:embed/>
                  </p:oleObj>
                </mc:Choice>
                <mc:Fallback>
                  <p:oleObj name="公式" r:id="rId3" imgW="1917360" imgH="342720" progId="Equation.3">
                    <p:embed/>
                    <p:pic>
                      <p:nvPicPr>
                        <p:cNvPr id="20" name="Object 7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50" y="1986"/>
                          <a:ext cx="1205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Rectangle 8"/>
          <p:cNvSpPr>
            <a:spLocks noChangeArrowheads="1"/>
          </p:cNvSpPr>
          <p:nvPr/>
        </p:nvSpPr>
        <p:spPr bwMode="auto">
          <a:xfrm>
            <a:off x="2363709" y="1637179"/>
            <a:ext cx="51768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(2)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将函数在每个</a:t>
            </a:r>
            <a:r>
              <a:rPr kumimoji="1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解析环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内分别展开</a:t>
            </a:r>
          </a:p>
        </p:txBody>
      </p:sp>
      <p:graphicFrame>
        <p:nvGraphicFramePr>
          <p:cNvPr id="22" name="Object 2"/>
          <p:cNvGraphicFramePr>
            <a:graphicFrameLocks/>
          </p:cNvGraphicFramePr>
          <p:nvPr/>
        </p:nvGraphicFramePr>
        <p:xfrm>
          <a:off x="2914571" y="2246779"/>
          <a:ext cx="2855913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857320" imgH="799920" progId="Equation.3">
                  <p:embed/>
                </p:oleObj>
              </mc:Choice>
              <mc:Fallback>
                <p:oleObj name="公式" r:id="rId5" imgW="2857320" imgH="799920" progId="Equation.3">
                  <p:embed/>
                  <p:pic>
                    <p:nvPicPr>
                      <p:cNvPr id="22" name="Object 2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4571" y="2246779"/>
                        <a:ext cx="2855913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3"/>
          <p:cNvGraphicFramePr>
            <a:graphicFrameLocks/>
          </p:cNvGraphicFramePr>
          <p:nvPr/>
        </p:nvGraphicFramePr>
        <p:xfrm>
          <a:off x="5810171" y="2245191"/>
          <a:ext cx="4073525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4076640" imgH="799920" progId="Equation.3">
                  <p:embed/>
                </p:oleObj>
              </mc:Choice>
              <mc:Fallback>
                <p:oleObj name="公式" r:id="rId7" imgW="4076640" imgH="799920" progId="Equation.3">
                  <p:embed/>
                  <p:pic>
                    <p:nvPicPr>
                      <p:cNvPr id="23" name="Object 3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0171" y="2245191"/>
                        <a:ext cx="4073525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4"/>
          <p:cNvGraphicFramePr>
            <a:graphicFrameLocks/>
          </p:cNvGraphicFramePr>
          <p:nvPr/>
        </p:nvGraphicFramePr>
        <p:xfrm>
          <a:off x="3113009" y="4828054"/>
          <a:ext cx="4645025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4647960" imgH="812520" progId="Equation.3">
                  <p:embed/>
                </p:oleObj>
              </mc:Choice>
              <mc:Fallback>
                <p:oleObj name="公式" r:id="rId9" imgW="4647960" imgH="812520" progId="Equation.3">
                  <p:embed/>
                  <p:pic>
                    <p:nvPicPr>
                      <p:cNvPr id="24" name="Object 4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3009" y="4828054"/>
                        <a:ext cx="4645025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5"/>
          <p:cNvGraphicFramePr>
            <a:graphicFrameLocks/>
          </p:cNvGraphicFramePr>
          <p:nvPr/>
        </p:nvGraphicFramePr>
        <p:xfrm>
          <a:off x="3170159" y="3837454"/>
          <a:ext cx="3387725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3390840" imgH="812520" progId="Equation.3">
                  <p:embed/>
                </p:oleObj>
              </mc:Choice>
              <mc:Fallback>
                <p:oleObj name="公式" r:id="rId11" imgW="3390840" imgH="812520" progId="Equation.3">
                  <p:embed/>
                  <p:pic>
                    <p:nvPicPr>
                      <p:cNvPr id="25" name="Object 5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0159" y="3837454"/>
                        <a:ext cx="3387725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6"/>
          <p:cNvGraphicFramePr>
            <a:graphicFrameLocks/>
          </p:cNvGraphicFramePr>
          <p:nvPr/>
        </p:nvGraphicFramePr>
        <p:xfrm>
          <a:off x="3770233" y="5807541"/>
          <a:ext cx="3363912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3365280" imgH="812520" progId="Equation.3">
                  <p:embed/>
                </p:oleObj>
              </mc:Choice>
              <mc:Fallback>
                <p:oleObj name="公式" r:id="rId13" imgW="3365280" imgH="812520" progId="Equation.3">
                  <p:embed/>
                  <p:pic>
                    <p:nvPicPr>
                      <p:cNvPr id="26" name="Object 6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0233" y="5807541"/>
                        <a:ext cx="3363912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2142627" y="676185"/>
          <a:ext cx="7837488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670200" imgH="431640" progId="Equation.DSMT4">
                  <p:embed/>
                </p:oleObj>
              </mc:Choice>
              <mc:Fallback>
                <p:oleObj name="Equation" r:id="rId15" imgW="3670200" imgH="431640" progId="Equation.DSMT4">
                  <p:embed/>
                  <p:pic>
                    <p:nvPicPr>
                      <p:cNvPr id="29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2627" y="676185"/>
                        <a:ext cx="7837488" cy="922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 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解析函数的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洛朗展式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1461590" y="901610"/>
          <a:ext cx="56991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6400" imgH="190440" progId="Equation.DSMT4">
                  <p:embed/>
                </p:oleObj>
              </mc:Choice>
              <mc:Fallback>
                <p:oleObj name="Equation" r:id="rId17" imgW="266400" imgH="190440" progId="Equation.DSMT4">
                  <p:embed/>
                  <p:pic>
                    <p:nvPicPr>
                      <p:cNvPr id="27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1590" y="901610"/>
                        <a:ext cx="569912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962462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" name="Group 54"/>
          <p:cNvGrpSpPr>
            <a:grpSpLocks/>
          </p:cNvGrpSpPr>
          <p:nvPr/>
        </p:nvGrpSpPr>
        <p:grpSpPr bwMode="auto">
          <a:xfrm>
            <a:off x="1991543" y="1693863"/>
            <a:ext cx="6273800" cy="927100"/>
            <a:chOff x="336" y="859"/>
            <a:chExt cx="3952" cy="584"/>
          </a:xfrm>
        </p:grpSpPr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36" y="997"/>
              <a:ext cx="520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解</a:t>
              </a:r>
            </a:p>
          </p:txBody>
        </p:sp>
        <p:graphicFrame>
          <p:nvGraphicFramePr>
            <p:cNvPr id="7" name="Object 11"/>
            <p:cNvGraphicFramePr>
              <a:graphicFrameLocks/>
            </p:cNvGraphicFramePr>
            <p:nvPr/>
          </p:nvGraphicFramePr>
          <p:xfrm>
            <a:off x="745" y="859"/>
            <a:ext cx="3543" cy="5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5626080" imgH="927000" progId="Equation.3">
                    <p:embed/>
                  </p:oleObj>
                </mc:Choice>
                <mc:Fallback>
                  <p:oleObj name="公式" r:id="rId3" imgW="5626080" imgH="927000" progId="Equation.3">
                    <p:embed/>
                    <p:pic>
                      <p:nvPicPr>
                        <p:cNvPr id="7" name="Object 11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5" y="859"/>
                          <a:ext cx="3543" cy="5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Object 2"/>
          <p:cNvGraphicFramePr>
            <a:graphicFrameLocks/>
          </p:cNvGraphicFramePr>
          <p:nvPr/>
        </p:nvGraphicFramePr>
        <p:xfrm>
          <a:off x="3310756" y="2847975"/>
          <a:ext cx="38989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3898800" imgH="787320" progId="Equation.3">
                  <p:embed/>
                </p:oleObj>
              </mc:Choice>
              <mc:Fallback>
                <p:oleObj name="公式" r:id="rId5" imgW="3898800" imgH="787320" progId="Equation.3">
                  <p:embed/>
                  <p:pic>
                    <p:nvPicPr>
                      <p:cNvPr id="8" name="Object 2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0756" y="2847975"/>
                        <a:ext cx="38989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53"/>
          <p:cNvGrpSpPr>
            <a:grpSpLocks/>
          </p:cNvGrpSpPr>
          <p:nvPr/>
        </p:nvGrpSpPr>
        <p:grpSpPr bwMode="auto">
          <a:xfrm>
            <a:off x="1847082" y="836613"/>
            <a:ext cx="8415338" cy="723900"/>
            <a:chOff x="245" y="319"/>
            <a:chExt cx="5301" cy="456"/>
          </a:xfrm>
        </p:grpSpPr>
        <p:sp>
          <p:nvSpPr>
            <p:cNvPr id="10" name="Rectangle 39"/>
            <p:cNvSpPr>
              <a:spLocks noChangeArrowheads="1"/>
            </p:cNvSpPr>
            <p:nvPr/>
          </p:nvSpPr>
          <p:spPr bwMode="auto">
            <a:xfrm>
              <a:off x="2285" y="487"/>
              <a:ext cx="326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在                     内展开成洛朗级数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.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" name="Rectangle 4"/>
            <p:cNvSpPr>
              <a:spLocks noChangeArrowheads="1"/>
            </p:cNvSpPr>
            <p:nvPr/>
          </p:nvSpPr>
          <p:spPr bwMode="auto">
            <a:xfrm>
              <a:off x="245" y="466"/>
              <a:ext cx="520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例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662" y="466"/>
              <a:ext cx="961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把函数</a:t>
              </a:r>
            </a:p>
          </p:txBody>
        </p:sp>
        <p:graphicFrame>
          <p:nvGraphicFramePr>
            <p:cNvPr id="13" name="Object 9"/>
            <p:cNvGraphicFramePr>
              <a:graphicFrameLocks/>
            </p:cNvGraphicFramePr>
            <p:nvPr/>
          </p:nvGraphicFramePr>
          <p:xfrm>
            <a:off x="1318" y="319"/>
            <a:ext cx="1015" cy="4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1612800" imgH="685800" progId="Equation.3">
                    <p:embed/>
                  </p:oleObj>
                </mc:Choice>
                <mc:Fallback>
                  <p:oleObj name="公式" r:id="rId7" imgW="1612800" imgH="685800" progId="Equation.3">
                    <p:embed/>
                    <p:pic>
                      <p:nvPicPr>
                        <p:cNvPr id="13" name="Object 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8" y="319"/>
                          <a:ext cx="1015" cy="43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10"/>
            <p:cNvGraphicFramePr>
              <a:graphicFrameLocks/>
            </p:cNvGraphicFramePr>
            <p:nvPr/>
          </p:nvGraphicFramePr>
          <p:xfrm>
            <a:off x="2567" y="540"/>
            <a:ext cx="975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1549080" imgH="342720" progId="Equation.3">
                    <p:embed/>
                  </p:oleObj>
                </mc:Choice>
                <mc:Fallback>
                  <p:oleObj name="公式" r:id="rId9" imgW="1549080" imgH="342720" progId="Equation.3">
                    <p:embed/>
                    <p:pic>
                      <p:nvPicPr>
                        <p:cNvPr id="14" name="Object 1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7" y="540"/>
                          <a:ext cx="975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" name="Object 3"/>
          <p:cNvGraphicFramePr>
            <a:graphicFrameLocks/>
          </p:cNvGraphicFramePr>
          <p:nvPr/>
        </p:nvGraphicFramePr>
        <p:xfrm>
          <a:off x="7462069" y="3090863"/>
          <a:ext cx="1649413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650960" imgH="342720" progId="Equation.3">
                  <p:embed/>
                </p:oleObj>
              </mc:Choice>
              <mc:Fallback>
                <p:oleObj name="公式" r:id="rId11" imgW="1650960" imgH="342720" progId="Equation.3">
                  <p:embed/>
                  <p:pic>
                    <p:nvPicPr>
                      <p:cNvPr id="15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2069" y="3090863"/>
                        <a:ext cx="1649413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4"/>
          <p:cNvGraphicFramePr>
            <a:graphicFrameLocks/>
          </p:cNvGraphicFramePr>
          <p:nvPr/>
        </p:nvGraphicFramePr>
        <p:xfrm>
          <a:off x="7917318" y="5871513"/>
          <a:ext cx="1649412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1650960" imgH="342720" progId="Equation.3">
                  <p:embed/>
                </p:oleObj>
              </mc:Choice>
              <mc:Fallback>
                <p:oleObj name="公式" r:id="rId13" imgW="1650960" imgH="342720" progId="Equation.3">
                  <p:embed/>
                  <p:pic>
                    <p:nvPicPr>
                      <p:cNvPr id="16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7318" y="5871513"/>
                        <a:ext cx="1649412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Group 56"/>
          <p:cNvGrpSpPr>
            <a:grpSpLocks/>
          </p:cNvGrpSpPr>
          <p:nvPr/>
        </p:nvGrpSpPr>
        <p:grpSpPr bwMode="auto">
          <a:xfrm>
            <a:off x="1970543" y="4577701"/>
            <a:ext cx="5319712" cy="863600"/>
            <a:chOff x="335" y="2861"/>
            <a:chExt cx="3351" cy="544"/>
          </a:xfrm>
        </p:grpSpPr>
        <p:sp>
          <p:nvSpPr>
            <p:cNvPr id="18" name="Rectangle 44"/>
            <p:cNvSpPr>
              <a:spLocks noChangeArrowheads="1"/>
            </p:cNvSpPr>
            <p:nvPr/>
          </p:nvSpPr>
          <p:spPr bwMode="auto">
            <a:xfrm>
              <a:off x="335" y="2976"/>
              <a:ext cx="520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解</a:t>
              </a:r>
            </a:p>
          </p:txBody>
        </p:sp>
        <p:graphicFrame>
          <p:nvGraphicFramePr>
            <p:cNvPr id="20" name="Object 8"/>
            <p:cNvGraphicFramePr>
              <a:graphicFrameLocks/>
            </p:cNvGraphicFramePr>
            <p:nvPr/>
          </p:nvGraphicFramePr>
          <p:xfrm>
            <a:off x="720" y="2861"/>
            <a:ext cx="2966" cy="5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4711680" imgH="863280" progId="Equation.3">
                    <p:embed/>
                  </p:oleObj>
                </mc:Choice>
                <mc:Fallback>
                  <p:oleObj name="公式" r:id="rId15" imgW="4711680" imgH="863280" progId="Equation.3">
                    <p:embed/>
                    <p:pic>
                      <p:nvPicPr>
                        <p:cNvPr id="20" name="Object 8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2861"/>
                          <a:ext cx="2966" cy="5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" name="Group 55"/>
          <p:cNvGrpSpPr>
            <a:grpSpLocks/>
          </p:cNvGrpSpPr>
          <p:nvPr/>
        </p:nvGrpSpPr>
        <p:grpSpPr bwMode="auto">
          <a:xfrm>
            <a:off x="1848307" y="3664888"/>
            <a:ext cx="7783513" cy="800100"/>
            <a:chOff x="258" y="2286"/>
            <a:chExt cx="4903" cy="504"/>
          </a:xfrm>
        </p:grpSpPr>
        <p:sp>
          <p:nvSpPr>
            <p:cNvPr id="22" name="Rectangle 41"/>
            <p:cNvSpPr>
              <a:spLocks noChangeArrowheads="1"/>
            </p:cNvSpPr>
            <p:nvPr/>
          </p:nvSpPr>
          <p:spPr bwMode="auto">
            <a:xfrm>
              <a:off x="1786" y="2376"/>
              <a:ext cx="337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在                     内展开成洛朗级数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.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3" name="Rectangle 42"/>
            <p:cNvSpPr>
              <a:spLocks noChangeArrowheads="1"/>
            </p:cNvSpPr>
            <p:nvPr/>
          </p:nvSpPr>
          <p:spPr bwMode="auto">
            <a:xfrm>
              <a:off x="258" y="2355"/>
              <a:ext cx="520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例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6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4" name="Rectangle 43"/>
            <p:cNvSpPr>
              <a:spLocks noChangeArrowheads="1"/>
            </p:cNvSpPr>
            <p:nvPr/>
          </p:nvSpPr>
          <p:spPr bwMode="auto">
            <a:xfrm>
              <a:off x="661" y="2355"/>
              <a:ext cx="1015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把函数</a:t>
              </a:r>
            </a:p>
          </p:txBody>
        </p:sp>
        <p:graphicFrame>
          <p:nvGraphicFramePr>
            <p:cNvPr id="25" name="Object 6"/>
            <p:cNvGraphicFramePr>
              <a:graphicFrameLocks/>
            </p:cNvGraphicFramePr>
            <p:nvPr/>
          </p:nvGraphicFramePr>
          <p:xfrm>
            <a:off x="2068" y="2429"/>
            <a:ext cx="975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7" imgW="1549080" imgH="342720" progId="Equation.3">
                    <p:embed/>
                  </p:oleObj>
                </mc:Choice>
                <mc:Fallback>
                  <p:oleObj name="公式" r:id="rId17" imgW="1549080" imgH="342720" progId="Equation.3">
                    <p:embed/>
                    <p:pic>
                      <p:nvPicPr>
                        <p:cNvPr id="25" name="Object 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8" y="2429"/>
                          <a:ext cx="975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Object 7"/>
            <p:cNvGraphicFramePr>
              <a:graphicFrameLocks/>
            </p:cNvGraphicFramePr>
            <p:nvPr/>
          </p:nvGraphicFramePr>
          <p:xfrm>
            <a:off x="1347" y="2286"/>
            <a:ext cx="472" cy="5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749160" imgH="799920" progId="Equation.3">
                    <p:embed/>
                  </p:oleObj>
                </mc:Choice>
                <mc:Fallback>
                  <p:oleObj name="公式" r:id="rId19" imgW="749160" imgH="799920" progId="Equation.3">
                    <p:embed/>
                    <p:pic>
                      <p:nvPicPr>
                        <p:cNvPr id="26" name="Object 7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7" y="2286"/>
                          <a:ext cx="472" cy="50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7" name="Object 5"/>
          <p:cNvGraphicFramePr>
            <a:graphicFrameLocks/>
          </p:cNvGraphicFramePr>
          <p:nvPr/>
        </p:nvGraphicFramePr>
        <p:xfrm>
          <a:off x="3378656" y="5627038"/>
          <a:ext cx="4367213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4368600" imgH="799920" progId="Equation.3">
                  <p:embed/>
                </p:oleObj>
              </mc:Choice>
              <mc:Fallback>
                <p:oleObj name="公式" r:id="rId21" imgW="4368600" imgH="799920" progId="Equation.3">
                  <p:embed/>
                  <p:pic>
                    <p:nvPicPr>
                      <p:cNvPr id="27" name="Object 5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8656" y="5627038"/>
                        <a:ext cx="4367213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 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解析函数的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洛朗展式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25756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EBD58-61B2-3C69-8198-0194A2A42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537C9686-8EEF-6277-DFDF-ABD3729233C7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9E145669-8437-449D-5448-44BFD33D2D38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" name="内容占位符 3">
            <a:extLst>
              <a:ext uri="{FF2B5EF4-FFF2-40B4-BE49-F238E27FC236}">
                <a16:creationId xmlns:a16="http://schemas.microsoft.com/office/drawing/2014/main" id="{04B17A26-DCC3-070C-42D8-85B6D2FFF67F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4752975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.1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作业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701AB0A-426F-901C-DA62-AA212A48D265}"/>
              </a:ext>
            </a:extLst>
          </p:cNvPr>
          <p:cNvSpPr txBox="1"/>
          <p:nvPr/>
        </p:nvSpPr>
        <p:spPr>
          <a:xfrm>
            <a:off x="862013" y="1455760"/>
            <a:ext cx="3179880" cy="908263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zh-CN" altLang="en-US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教材第五章习题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FA196F4-579A-77EB-9972-1338FE9F4EE3}"/>
              </a:ext>
            </a:extLst>
          </p:cNvPr>
          <p:cNvSpPr txBox="1"/>
          <p:nvPr/>
        </p:nvSpPr>
        <p:spPr>
          <a:xfrm>
            <a:off x="939236" y="2252920"/>
            <a:ext cx="7210873" cy="73025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（一）</a:t>
            </a:r>
            <a:r>
              <a:rPr lang="en-US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 (2)(3)</a:t>
            </a:r>
            <a:r>
              <a:rPr lang="zh-CN" altLang="en-US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；</a:t>
            </a:r>
            <a:r>
              <a:rPr lang="en-US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2.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436D589-3217-E815-0CBE-7B62D09E9D56}"/>
              </a:ext>
            </a:extLst>
          </p:cNvPr>
          <p:cNvSpPr txBox="1"/>
          <p:nvPr/>
        </p:nvSpPr>
        <p:spPr>
          <a:xfrm>
            <a:off x="2154891" y="3415205"/>
            <a:ext cx="7210873" cy="73025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其中 </a:t>
            </a:r>
            <a:r>
              <a:rPr lang="en-US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 </a:t>
            </a:r>
            <a:r>
              <a:rPr lang="zh-CN" altLang="en-US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题的</a:t>
            </a:r>
            <a:r>
              <a:rPr lang="en-US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(2)(3)</a:t>
            </a:r>
            <a:r>
              <a:rPr lang="zh-CN" altLang="en-US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不做   的那部分</a:t>
            </a:r>
            <a:r>
              <a:rPr lang="en-US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127D2F77-8971-FA4C-FC8B-CDEDBC4C48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2394578"/>
              </p:ext>
            </p:extLst>
          </p:nvPr>
        </p:nvGraphicFramePr>
        <p:xfrm>
          <a:off x="5513128" y="3631942"/>
          <a:ext cx="384397" cy="2967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5804" imgH="166340" progId="Equation.DSMT4">
                  <p:embed/>
                </p:oleObj>
              </mc:Choice>
              <mc:Fallback>
                <p:oleObj name="Equation" r:id="rId3" imgW="215804" imgH="1663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13128" y="3631942"/>
                        <a:ext cx="384397" cy="2967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98999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新媒体">
  <a:themeElements>
    <a:clrScheme name="魏斯曼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C3F98"/>
      </a:accent1>
      <a:accent2>
        <a:srgbClr val="54C4A7"/>
      </a:accent2>
      <a:accent3>
        <a:srgbClr val="3A7FA2"/>
      </a:accent3>
      <a:accent4>
        <a:srgbClr val="604C3F"/>
      </a:accent4>
      <a:accent5>
        <a:srgbClr val="F8B62D"/>
      </a:accent5>
      <a:accent6>
        <a:srgbClr val="D6D6D6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</a:spPr>
      <a:bodyPr wrap="none" rtlCol="0" anchor="ctr">
        <a:spAutoFit/>
      </a:bodyPr>
      <a:lstStyle>
        <a:defPPr algn="ctr">
          <a:defRPr sz="2400" kern="100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spDef>
    <a:txDef>
      <a:spPr/>
      <a:bodyPr vert="horz" wrap="square" lIns="91440" tIns="45720" rIns="91440" bIns="45720" rtlCol="0">
        <a:noAutofit/>
      </a:bodyPr>
      <a:lstStyle>
        <a:defPPr algn="ctr">
          <a:defRPr sz="2400" b="1" kern="100" dirty="0" smtClean="0">
            <a:latin typeface="Times New Roman" panose="02020603050405020304" pitchFamily="18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新媒体" id="{BAE83C62-4106-48E0-A95B-F9CDF60BF136}" vid="{36713D1B-FDED-4763-94C7-0BAE0371715C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788</Words>
  <Application>Microsoft Office PowerPoint</Application>
  <PresentationFormat>宽屏</PresentationFormat>
  <Paragraphs>146</Paragraphs>
  <Slides>17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等线</vt:lpstr>
      <vt:lpstr>等线 Light</vt:lpstr>
      <vt:lpstr>华文楷体</vt:lpstr>
      <vt:lpstr>楷体</vt:lpstr>
      <vt:lpstr>Arial</vt:lpstr>
      <vt:lpstr>Calibri</vt:lpstr>
      <vt:lpstr>Calibri Light</vt:lpstr>
      <vt:lpstr>Symbol</vt:lpstr>
      <vt:lpstr>Times New Roman</vt:lpstr>
      <vt:lpstr>Office 主题​​</vt:lpstr>
      <vt:lpstr>新媒体</vt:lpstr>
      <vt:lpstr>公式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Elvis</dc:creator>
  <cp:lastModifiedBy>Elvis</cp:lastModifiedBy>
  <cp:revision>38</cp:revision>
  <dcterms:created xsi:type="dcterms:W3CDTF">2025-08-03T09:00:30Z</dcterms:created>
  <dcterms:modified xsi:type="dcterms:W3CDTF">2025-10-29T02:38:02Z</dcterms:modified>
</cp:coreProperties>
</file>