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524" r:id="rId3"/>
    <p:sldId id="503" r:id="rId4"/>
    <p:sldId id="696" r:id="rId5"/>
    <p:sldId id="540" r:id="rId6"/>
    <p:sldId id="635" r:id="rId7"/>
    <p:sldId id="640" r:id="rId8"/>
    <p:sldId id="541" r:id="rId9"/>
    <p:sldId id="641" r:id="rId10"/>
    <p:sldId id="649" r:id="rId11"/>
    <p:sldId id="772" r:id="rId12"/>
    <p:sldId id="652" r:id="rId13"/>
    <p:sldId id="653" r:id="rId14"/>
    <p:sldId id="773" r:id="rId15"/>
    <p:sldId id="654" r:id="rId16"/>
    <p:sldId id="656" r:id="rId17"/>
    <p:sldId id="655" r:id="rId18"/>
    <p:sldId id="658" r:id="rId19"/>
    <p:sldId id="660" r:id="rId20"/>
    <p:sldId id="659" r:id="rId21"/>
    <p:sldId id="666" r:id="rId22"/>
    <p:sldId id="665" r:id="rId23"/>
    <p:sldId id="669" r:id="rId24"/>
    <p:sldId id="685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76A0C-8B99-4173-959B-0DB33335053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543FF-4844-4BDD-A339-6597BEBB6E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875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0659D-B7FE-0514-19A2-D2BE3DFDA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CFA07F-AF0E-B2F4-1134-F7B0F1012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AEB8FF-19AE-6F00-E1F8-AE0C936E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C56038-909F-E111-52B8-3F3CCCEC1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358C81-F52F-9A9C-A7A8-42D61E13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480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C3924-248E-3C79-53A5-39D78F55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1D7A9-B1B0-6EE7-2845-D89F9DA9E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B6645C-3862-3972-B3BF-B38E5EB4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B718B5-0D02-5676-B730-B945BEA92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21036E-E6CA-7DDC-4A4E-136485E84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74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6C634-3353-CAA6-3CBE-C041755F2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2C9E1E-277A-A45B-27B8-3F31193A9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DDC325-844F-57B0-A219-9EEC4514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33D2BE-503D-50CE-32CB-ABF064D3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D0D24C-0B2A-2602-BFAA-9E072FDC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47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7B058-C20B-173F-D00E-1441FAE2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DC4221-C6DF-204D-5973-24B31CE29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61B1EA-3CB6-81A6-5F4C-F1FF6F21F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11B4FF-C1C8-55CD-FBF3-211C951B1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7DBA08-6B90-0ED1-75D8-879C4CF5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6EBCC9-9E5A-03C1-E5B2-0F662B365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66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50D4E-BB41-67E3-EF66-8924A2056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700BC1-F28A-C3AF-C385-3823DC9C1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E2FD4D-EF2B-FF74-BB97-604BB3E14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4BA114-6223-A412-D0FB-0E24FAFBF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B149C0-7721-09B9-C6FC-63FE754F79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1AB615-C02A-BBAC-43B4-DCEF37EF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0994BB-BBE6-3634-269E-574CBEEE9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FA3CE9-2119-4CB0-A28E-B0E9CF5A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27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4F63C-7CFF-CAFC-48F2-9ADA3B7C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7F8E46-1826-3040-2674-655F87DA0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754E74-3B39-A1FA-E8A4-323837BF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F3C49A-1290-0C17-1DFE-9ED383B4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95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E5654B-5F05-46CB-E5DB-95024F0C3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EB9038-57A5-697C-40F1-2D0C619E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066166-3633-7511-6964-32B42928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51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BD723-9473-A04D-CED8-5349731F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B10065-F71C-1842-90D9-873D3342D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7262C8-6D87-8CC9-CAC6-39728DE36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C9C95A-10D7-DBD1-3FF4-3947C1C1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1C5809-1A7A-CD35-F9B0-C768C929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204E10-40F8-DAFE-0EEA-18D26B4D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845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2468F-9D2B-2B99-29B1-73F391DB8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FB1FA5-70A7-2C31-06B5-574452BF5C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EE7D8E-7440-64B3-0F51-D95F6752C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A48883-D360-3EEB-C7D5-52CCCAC4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95511F-337C-FFF2-19A5-937C5C44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7F1450-4C12-EEB8-F010-1A063BC5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70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BA035C-4540-C286-5C6A-4FB527EE8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003ADD-2B32-B36D-F766-C3DB31F27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2D3D36-4D00-4BA3-3CDB-616C03BE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FC21F6-D1FA-D09A-A263-02AA2035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973076-B85E-5820-666A-DBE08DAA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55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47DEAC-CB24-340E-F266-0A93199DD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C2B722-C15A-A43F-96B0-0C5A7E5E2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90156B-995D-8792-23E5-306B23AA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E7C2FA-B479-A046-1AD1-B8BE3EA00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0E45A0-81EC-6FC4-ED73-8D13C9B6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791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823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16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663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433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754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22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9899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5863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1128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6216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0310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03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4BD9EA-0FC3-A340-C083-C3BAA665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639550-B9F6-720E-86BF-931CA9AE6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5A7A7-83B3-377A-4FAE-7510B6576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A6E0B-8687-45AE-9C70-64406EEE414D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D3E1F3-935B-2C72-4425-BB7A94BEB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AFB7F4-543F-F746-FC6A-B77314833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43924-4A56-439F-BA24-C5815D84D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095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24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wmf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8.wmf"/><Relationship Id="rId1" Type="http://schemas.openxmlformats.org/officeDocument/2006/relationships/tags" Target="../tags/tag2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29.wmf"/><Relationship Id="rId26" Type="http://schemas.openxmlformats.org/officeDocument/2006/relationships/image" Target="../media/image33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7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5.bin"/><Relationship Id="rId25" Type="http://schemas.openxmlformats.org/officeDocument/2006/relationships/oleObject" Target="../embeddings/oleObject2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tags" Target="../tags/tag4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2.bin"/><Relationship Id="rId24" Type="http://schemas.openxmlformats.org/officeDocument/2006/relationships/image" Target="../media/image32.wmf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23" Type="http://schemas.openxmlformats.org/officeDocument/2006/relationships/oleObject" Target="../embeddings/oleObject28.bin"/><Relationship Id="rId28" Type="http://schemas.openxmlformats.org/officeDocument/2006/relationships/image" Target="../media/image19.wmf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7.wmf"/><Relationship Id="rId22" Type="http://schemas.openxmlformats.org/officeDocument/2006/relationships/image" Target="../media/image31.wmf"/><Relationship Id="rId27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2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8.wmf"/><Relationship Id="rId1" Type="http://schemas.openxmlformats.org/officeDocument/2006/relationships/tags" Target="../tags/tag5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5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6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1" Type="http://schemas.openxmlformats.org/officeDocument/2006/relationships/tags" Target="../tags/tag6.x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39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50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56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1.wmf"/><Relationship Id="rId1" Type="http://schemas.openxmlformats.org/officeDocument/2006/relationships/tags" Target="../tags/tag9.x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6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66.wmf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54.wmf"/><Relationship Id="rId2" Type="http://schemas.openxmlformats.org/officeDocument/2006/relationships/tags" Target="../tags/tag11.xml"/><Relationship Id="rId16" Type="http://schemas.openxmlformats.org/officeDocument/2006/relationships/oleObject" Target="../embeddings/oleObject50.bin"/><Relationship Id="rId1" Type="http://schemas.openxmlformats.org/officeDocument/2006/relationships/tags" Target="../tags/tag10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6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72.wmf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9.wmf"/><Relationship Id="rId12" Type="http://schemas.openxmlformats.org/officeDocument/2006/relationships/oleObject" Target="../embeddings/oleObject68.bin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5" Type="http://schemas.openxmlformats.org/officeDocument/2006/relationships/image" Target="../media/image73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70.wmf"/><Relationship Id="rId14" Type="http://schemas.openxmlformats.org/officeDocument/2006/relationships/oleObject" Target="../embeddings/oleObject6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77.wmf"/><Relationship Id="rId18" Type="http://schemas.openxmlformats.org/officeDocument/2006/relationships/oleObject" Target="../embeddings/oleObject76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79.wmf"/><Relationship Id="rId2" Type="http://schemas.openxmlformats.org/officeDocument/2006/relationships/tags" Target="../tags/tag15.xml"/><Relationship Id="rId16" Type="http://schemas.openxmlformats.org/officeDocument/2006/relationships/oleObject" Target="../embeddings/oleObject75.bin"/><Relationship Id="rId1" Type="http://schemas.openxmlformats.org/officeDocument/2006/relationships/tags" Target="../tags/tag14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76.wmf"/><Relationship Id="rId5" Type="http://schemas.openxmlformats.org/officeDocument/2006/relationships/image" Target="../media/image74.wmf"/><Relationship Id="rId15" Type="http://schemas.openxmlformats.org/officeDocument/2006/relationships/image" Target="../media/image78.wmf"/><Relationship Id="rId10" Type="http://schemas.openxmlformats.org/officeDocument/2006/relationships/oleObject" Target="../embeddings/oleObject72.bin"/><Relationship Id="rId19" Type="http://schemas.openxmlformats.org/officeDocument/2006/relationships/image" Target="../media/image80.e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5.wmf"/><Relationship Id="rId14" Type="http://schemas.openxmlformats.org/officeDocument/2006/relationships/oleObject" Target="../embeddings/oleObject7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5.wmf"/><Relationship Id="rId18" Type="http://schemas.openxmlformats.org/officeDocument/2006/relationships/oleObject" Target="../embeddings/oleObject84.bin"/><Relationship Id="rId3" Type="http://schemas.openxmlformats.org/officeDocument/2006/relationships/slideLayout" Target="../slideLayouts/slideLayout13.xml"/><Relationship Id="rId21" Type="http://schemas.openxmlformats.org/officeDocument/2006/relationships/image" Target="../media/image89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87.wmf"/><Relationship Id="rId2" Type="http://schemas.openxmlformats.org/officeDocument/2006/relationships/tags" Target="../tags/tag17.xml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5.bin"/><Relationship Id="rId1" Type="http://schemas.openxmlformats.org/officeDocument/2006/relationships/tags" Target="../tags/tag16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88.w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8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93.wmf"/><Relationship Id="rId18" Type="http://schemas.openxmlformats.org/officeDocument/2006/relationships/oleObject" Target="../embeddings/oleObject77.bin"/><Relationship Id="rId26" Type="http://schemas.openxmlformats.org/officeDocument/2006/relationships/oleObject" Target="../embeddings/oleObject85.bin"/><Relationship Id="rId3" Type="http://schemas.openxmlformats.org/officeDocument/2006/relationships/slideLayout" Target="../slideLayouts/slideLayout13.xml"/><Relationship Id="rId21" Type="http://schemas.openxmlformats.org/officeDocument/2006/relationships/image" Target="../media/image82.wmf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89.bin"/><Relationship Id="rId17" Type="http://schemas.openxmlformats.org/officeDocument/2006/relationships/image" Target="../media/image95.wmf"/><Relationship Id="rId25" Type="http://schemas.openxmlformats.org/officeDocument/2006/relationships/image" Target="../media/image96.emf"/><Relationship Id="rId2" Type="http://schemas.openxmlformats.org/officeDocument/2006/relationships/tags" Target="../tags/tag19.xml"/><Relationship Id="rId16" Type="http://schemas.openxmlformats.org/officeDocument/2006/relationships/oleObject" Target="../embeddings/oleObject91.bin"/><Relationship Id="rId20" Type="http://schemas.openxmlformats.org/officeDocument/2006/relationships/oleObject" Target="../embeddings/oleObject78.bin"/><Relationship Id="rId1" Type="http://schemas.openxmlformats.org/officeDocument/2006/relationships/tags" Target="../tags/tag18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92.wmf"/><Relationship Id="rId24" Type="http://schemas.openxmlformats.org/officeDocument/2006/relationships/oleObject" Target="../embeddings/oleObject92.bin"/><Relationship Id="rId5" Type="http://schemas.openxmlformats.org/officeDocument/2006/relationships/image" Target="../media/image90.wmf"/><Relationship Id="rId15" Type="http://schemas.openxmlformats.org/officeDocument/2006/relationships/image" Target="../media/image94.wmf"/><Relationship Id="rId23" Type="http://schemas.openxmlformats.org/officeDocument/2006/relationships/image" Target="../media/image87.wmf"/><Relationship Id="rId10" Type="http://schemas.openxmlformats.org/officeDocument/2006/relationships/oleObject" Target="../embeddings/oleObject88.bin"/><Relationship Id="rId19" Type="http://schemas.openxmlformats.org/officeDocument/2006/relationships/image" Target="../media/image81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91.wmf"/><Relationship Id="rId14" Type="http://schemas.openxmlformats.org/officeDocument/2006/relationships/oleObject" Target="../embeddings/oleObject90.bin"/><Relationship Id="rId22" Type="http://schemas.openxmlformats.org/officeDocument/2006/relationships/oleObject" Target="../embeddings/oleObject83.bin"/><Relationship Id="rId27" Type="http://schemas.openxmlformats.org/officeDocument/2006/relationships/image" Target="../media/image8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image" Target="../media/image100.wmf"/><Relationship Id="rId18" Type="http://schemas.openxmlformats.org/officeDocument/2006/relationships/oleObject" Target="../embeddings/oleObject99.bin"/><Relationship Id="rId26" Type="http://schemas.openxmlformats.org/officeDocument/2006/relationships/oleObject" Target="../embeddings/oleObject85.bin"/><Relationship Id="rId3" Type="http://schemas.openxmlformats.org/officeDocument/2006/relationships/slideLayout" Target="../slideLayouts/slideLayout13.xml"/><Relationship Id="rId21" Type="http://schemas.openxmlformats.org/officeDocument/2006/relationships/image" Target="../media/image81.wmf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96.bin"/><Relationship Id="rId17" Type="http://schemas.openxmlformats.org/officeDocument/2006/relationships/image" Target="../media/image102.wmf"/><Relationship Id="rId25" Type="http://schemas.openxmlformats.org/officeDocument/2006/relationships/image" Target="../media/image87.wmf"/><Relationship Id="rId2" Type="http://schemas.openxmlformats.org/officeDocument/2006/relationships/tags" Target="../tags/tag21.xml"/><Relationship Id="rId16" Type="http://schemas.openxmlformats.org/officeDocument/2006/relationships/oleObject" Target="../embeddings/oleObject98.bin"/><Relationship Id="rId20" Type="http://schemas.openxmlformats.org/officeDocument/2006/relationships/oleObject" Target="../embeddings/oleObject77.bin"/><Relationship Id="rId29" Type="http://schemas.openxmlformats.org/officeDocument/2006/relationships/image" Target="../media/image104.wmf"/><Relationship Id="rId1" Type="http://schemas.openxmlformats.org/officeDocument/2006/relationships/tags" Target="../tags/tag20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99.wmf"/><Relationship Id="rId24" Type="http://schemas.openxmlformats.org/officeDocument/2006/relationships/oleObject" Target="../embeddings/oleObject83.bin"/><Relationship Id="rId5" Type="http://schemas.openxmlformats.org/officeDocument/2006/relationships/image" Target="../media/image97.wmf"/><Relationship Id="rId15" Type="http://schemas.openxmlformats.org/officeDocument/2006/relationships/image" Target="../media/image101.wmf"/><Relationship Id="rId23" Type="http://schemas.openxmlformats.org/officeDocument/2006/relationships/image" Target="../media/image82.wmf"/><Relationship Id="rId28" Type="http://schemas.openxmlformats.org/officeDocument/2006/relationships/oleObject" Target="../embeddings/oleObject100.bin"/><Relationship Id="rId10" Type="http://schemas.openxmlformats.org/officeDocument/2006/relationships/oleObject" Target="../embeddings/oleObject95.bin"/><Relationship Id="rId19" Type="http://schemas.openxmlformats.org/officeDocument/2006/relationships/image" Target="../media/image103.wmf"/><Relationship Id="rId31" Type="http://schemas.openxmlformats.org/officeDocument/2006/relationships/image" Target="../media/image105.w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98.wmf"/><Relationship Id="rId14" Type="http://schemas.openxmlformats.org/officeDocument/2006/relationships/oleObject" Target="../embeddings/oleObject97.bin"/><Relationship Id="rId22" Type="http://schemas.openxmlformats.org/officeDocument/2006/relationships/oleObject" Target="../embeddings/oleObject78.bin"/><Relationship Id="rId27" Type="http://schemas.openxmlformats.org/officeDocument/2006/relationships/image" Target="../media/image89.wmf"/><Relationship Id="rId30" Type="http://schemas.openxmlformats.org/officeDocument/2006/relationships/oleObject" Target="../embeddings/oleObject10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109.wmf"/><Relationship Id="rId18" Type="http://schemas.openxmlformats.org/officeDocument/2006/relationships/oleObject" Target="../embeddings/oleObject108.bin"/><Relationship Id="rId26" Type="http://schemas.openxmlformats.org/officeDocument/2006/relationships/oleObject" Target="../embeddings/oleObject98.bin"/><Relationship Id="rId3" Type="http://schemas.openxmlformats.org/officeDocument/2006/relationships/slideLayout" Target="../slideLayouts/slideLayout13.xml"/><Relationship Id="rId21" Type="http://schemas.openxmlformats.org/officeDocument/2006/relationships/image" Target="../media/image113.wmf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111.wmf"/><Relationship Id="rId25" Type="http://schemas.openxmlformats.org/officeDocument/2006/relationships/image" Target="../media/image115.wmf"/><Relationship Id="rId2" Type="http://schemas.openxmlformats.org/officeDocument/2006/relationships/tags" Target="../tags/tag23.xml"/><Relationship Id="rId16" Type="http://schemas.openxmlformats.org/officeDocument/2006/relationships/oleObject" Target="../embeddings/oleObject107.bin"/><Relationship Id="rId20" Type="http://schemas.openxmlformats.org/officeDocument/2006/relationships/oleObject" Target="../embeddings/oleObject109.bin"/><Relationship Id="rId29" Type="http://schemas.openxmlformats.org/officeDocument/2006/relationships/image" Target="../media/image116.wmf"/><Relationship Id="rId1" Type="http://schemas.openxmlformats.org/officeDocument/2006/relationships/tags" Target="../tags/tag22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8.wmf"/><Relationship Id="rId24" Type="http://schemas.openxmlformats.org/officeDocument/2006/relationships/oleObject" Target="../embeddings/oleObject111.bin"/><Relationship Id="rId5" Type="http://schemas.openxmlformats.org/officeDocument/2006/relationships/image" Target="../media/image106.wmf"/><Relationship Id="rId15" Type="http://schemas.openxmlformats.org/officeDocument/2006/relationships/image" Target="../media/image110.wmf"/><Relationship Id="rId23" Type="http://schemas.openxmlformats.org/officeDocument/2006/relationships/image" Target="../media/image114.wmf"/><Relationship Id="rId28" Type="http://schemas.openxmlformats.org/officeDocument/2006/relationships/oleObject" Target="../embeddings/oleObject112.bin"/><Relationship Id="rId10" Type="http://schemas.openxmlformats.org/officeDocument/2006/relationships/oleObject" Target="../embeddings/oleObject104.bin"/><Relationship Id="rId19" Type="http://schemas.openxmlformats.org/officeDocument/2006/relationships/image" Target="../media/image112.wmf"/><Relationship Id="rId31" Type="http://schemas.openxmlformats.org/officeDocument/2006/relationships/image" Target="../media/image89.wmf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84.wmf"/><Relationship Id="rId14" Type="http://schemas.openxmlformats.org/officeDocument/2006/relationships/oleObject" Target="../embeddings/oleObject106.bin"/><Relationship Id="rId22" Type="http://schemas.openxmlformats.org/officeDocument/2006/relationships/oleObject" Target="../embeddings/oleObject110.bin"/><Relationship Id="rId27" Type="http://schemas.openxmlformats.org/officeDocument/2006/relationships/image" Target="../media/image102.wmf"/><Relationship Id="rId30" Type="http://schemas.openxmlformats.org/officeDocument/2006/relationships/oleObject" Target="../embeddings/oleObject8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89.wmf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oleObject" Target="../embeddings/oleObject85.bin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11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122.wmf"/><Relationship Id="rId18" Type="http://schemas.openxmlformats.org/officeDocument/2006/relationships/oleObject" Target="../embeddings/oleObject121.bin"/><Relationship Id="rId3" Type="http://schemas.openxmlformats.org/officeDocument/2006/relationships/slideLayout" Target="../slideLayouts/slideLayout13.xml"/><Relationship Id="rId21" Type="http://schemas.openxmlformats.org/officeDocument/2006/relationships/image" Target="../media/image89.wmf"/><Relationship Id="rId7" Type="http://schemas.openxmlformats.org/officeDocument/2006/relationships/image" Target="../media/image119.wmf"/><Relationship Id="rId12" Type="http://schemas.openxmlformats.org/officeDocument/2006/relationships/oleObject" Target="../embeddings/oleObject118.bin"/><Relationship Id="rId17" Type="http://schemas.openxmlformats.org/officeDocument/2006/relationships/image" Target="../media/image124.wmf"/><Relationship Id="rId2" Type="http://schemas.openxmlformats.org/officeDocument/2006/relationships/tags" Target="../tags/tag27.xml"/><Relationship Id="rId16" Type="http://schemas.openxmlformats.org/officeDocument/2006/relationships/oleObject" Target="../embeddings/oleObject120.bin"/><Relationship Id="rId20" Type="http://schemas.openxmlformats.org/officeDocument/2006/relationships/oleObject" Target="../embeddings/oleObject85.bin"/><Relationship Id="rId1" Type="http://schemas.openxmlformats.org/officeDocument/2006/relationships/tags" Target="../tags/tag26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21.wmf"/><Relationship Id="rId5" Type="http://schemas.openxmlformats.org/officeDocument/2006/relationships/image" Target="../media/image118.wmf"/><Relationship Id="rId15" Type="http://schemas.openxmlformats.org/officeDocument/2006/relationships/image" Target="../media/image123.wmf"/><Relationship Id="rId10" Type="http://schemas.openxmlformats.org/officeDocument/2006/relationships/oleObject" Target="../embeddings/oleObject117.bin"/><Relationship Id="rId19" Type="http://schemas.openxmlformats.org/officeDocument/2006/relationships/image" Target="../media/image125.wmf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120.wmf"/><Relationship Id="rId14" Type="http://schemas.openxmlformats.org/officeDocument/2006/relationships/oleObject" Target="../embeddings/oleObject11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13" Type="http://schemas.openxmlformats.org/officeDocument/2006/relationships/image" Target="../media/image130.wmf"/><Relationship Id="rId18" Type="http://schemas.openxmlformats.org/officeDocument/2006/relationships/oleObject" Target="../embeddings/oleObject129.bin"/><Relationship Id="rId3" Type="http://schemas.openxmlformats.org/officeDocument/2006/relationships/slideLayout" Target="../slideLayouts/slideLayout13.xml"/><Relationship Id="rId21" Type="http://schemas.openxmlformats.org/officeDocument/2006/relationships/image" Target="../media/image134.wmf"/><Relationship Id="rId7" Type="http://schemas.openxmlformats.org/officeDocument/2006/relationships/image" Target="../media/image127.wmf"/><Relationship Id="rId12" Type="http://schemas.openxmlformats.org/officeDocument/2006/relationships/oleObject" Target="../embeddings/oleObject126.bin"/><Relationship Id="rId17" Type="http://schemas.openxmlformats.org/officeDocument/2006/relationships/image" Target="../media/image132.wmf"/><Relationship Id="rId2" Type="http://schemas.openxmlformats.org/officeDocument/2006/relationships/tags" Target="../tags/tag29.xml"/><Relationship Id="rId16" Type="http://schemas.openxmlformats.org/officeDocument/2006/relationships/oleObject" Target="../embeddings/oleObject128.bin"/><Relationship Id="rId20" Type="http://schemas.openxmlformats.org/officeDocument/2006/relationships/oleObject" Target="../embeddings/oleObject130.bin"/><Relationship Id="rId1" Type="http://schemas.openxmlformats.org/officeDocument/2006/relationships/tags" Target="../tags/tag28.xml"/><Relationship Id="rId6" Type="http://schemas.openxmlformats.org/officeDocument/2006/relationships/oleObject" Target="../embeddings/oleObject123.bin"/><Relationship Id="rId11" Type="http://schemas.openxmlformats.org/officeDocument/2006/relationships/image" Target="../media/image129.wmf"/><Relationship Id="rId5" Type="http://schemas.openxmlformats.org/officeDocument/2006/relationships/image" Target="../media/image126.wmf"/><Relationship Id="rId15" Type="http://schemas.openxmlformats.org/officeDocument/2006/relationships/image" Target="../media/image131.wmf"/><Relationship Id="rId23" Type="http://schemas.openxmlformats.org/officeDocument/2006/relationships/image" Target="../media/image135.wmf"/><Relationship Id="rId10" Type="http://schemas.openxmlformats.org/officeDocument/2006/relationships/oleObject" Target="../embeddings/oleObject125.bin"/><Relationship Id="rId19" Type="http://schemas.openxmlformats.org/officeDocument/2006/relationships/image" Target="../media/image133.wmf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28.wmf"/><Relationship Id="rId14" Type="http://schemas.openxmlformats.org/officeDocument/2006/relationships/oleObject" Target="../embeddings/oleObject127.bin"/><Relationship Id="rId22" Type="http://schemas.openxmlformats.org/officeDocument/2006/relationships/oleObject" Target="../embeddings/oleObject13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140.wmf"/><Relationship Id="rId18" Type="http://schemas.openxmlformats.org/officeDocument/2006/relationships/oleObject" Target="../embeddings/oleObject139.bin"/><Relationship Id="rId3" Type="http://schemas.openxmlformats.org/officeDocument/2006/relationships/slideLayout" Target="../slideLayouts/slideLayout13.xml"/><Relationship Id="rId21" Type="http://schemas.openxmlformats.org/officeDocument/2006/relationships/image" Target="../media/image144.wmf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142.wmf"/><Relationship Id="rId25" Type="http://schemas.openxmlformats.org/officeDocument/2006/relationships/image" Target="../media/image146.wmf"/><Relationship Id="rId2" Type="http://schemas.openxmlformats.org/officeDocument/2006/relationships/tags" Target="../tags/tag31.xml"/><Relationship Id="rId16" Type="http://schemas.openxmlformats.org/officeDocument/2006/relationships/oleObject" Target="../embeddings/oleObject138.bin"/><Relationship Id="rId20" Type="http://schemas.openxmlformats.org/officeDocument/2006/relationships/oleObject" Target="../embeddings/oleObject140.bin"/><Relationship Id="rId1" Type="http://schemas.openxmlformats.org/officeDocument/2006/relationships/tags" Target="../tags/tag30.x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139.wmf"/><Relationship Id="rId24" Type="http://schemas.openxmlformats.org/officeDocument/2006/relationships/oleObject" Target="../embeddings/oleObject142.bin"/><Relationship Id="rId5" Type="http://schemas.openxmlformats.org/officeDocument/2006/relationships/image" Target="../media/image136.wmf"/><Relationship Id="rId15" Type="http://schemas.openxmlformats.org/officeDocument/2006/relationships/image" Target="../media/image141.wmf"/><Relationship Id="rId23" Type="http://schemas.openxmlformats.org/officeDocument/2006/relationships/image" Target="../media/image145.wmf"/><Relationship Id="rId10" Type="http://schemas.openxmlformats.org/officeDocument/2006/relationships/oleObject" Target="../embeddings/oleObject135.bin"/><Relationship Id="rId19" Type="http://schemas.openxmlformats.org/officeDocument/2006/relationships/image" Target="../media/image143.wmf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38.wmf"/><Relationship Id="rId14" Type="http://schemas.openxmlformats.org/officeDocument/2006/relationships/oleObject" Target="../embeddings/oleObject137.bin"/><Relationship Id="rId22" Type="http://schemas.openxmlformats.org/officeDocument/2006/relationships/oleObject" Target="../embeddings/oleObject14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150.wmf"/><Relationship Id="rId18" Type="http://schemas.openxmlformats.org/officeDocument/2006/relationships/oleObject" Target="../embeddings/oleObject149.bin"/><Relationship Id="rId26" Type="http://schemas.openxmlformats.org/officeDocument/2006/relationships/oleObject" Target="../embeddings/oleObject153.bin"/><Relationship Id="rId3" Type="http://schemas.openxmlformats.org/officeDocument/2006/relationships/slideLayout" Target="../slideLayouts/slideLayout13.xml"/><Relationship Id="rId21" Type="http://schemas.openxmlformats.org/officeDocument/2006/relationships/image" Target="../media/image154.wmf"/><Relationship Id="rId7" Type="http://schemas.openxmlformats.org/officeDocument/2006/relationships/image" Target="../media/image148.wmf"/><Relationship Id="rId12" Type="http://schemas.openxmlformats.org/officeDocument/2006/relationships/oleObject" Target="../embeddings/oleObject146.bin"/><Relationship Id="rId17" Type="http://schemas.openxmlformats.org/officeDocument/2006/relationships/image" Target="../media/image152.wmf"/><Relationship Id="rId25" Type="http://schemas.openxmlformats.org/officeDocument/2006/relationships/image" Target="../media/image156.wmf"/><Relationship Id="rId2" Type="http://schemas.openxmlformats.org/officeDocument/2006/relationships/tags" Target="../tags/tag33.xml"/><Relationship Id="rId16" Type="http://schemas.openxmlformats.org/officeDocument/2006/relationships/oleObject" Target="../embeddings/oleObject148.bin"/><Relationship Id="rId20" Type="http://schemas.openxmlformats.org/officeDocument/2006/relationships/oleObject" Target="../embeddings/oleObject150.bin"/><Relationship Id="rId1" Type="http://schemas.openxmlformats.org/officeDocument/2006/relationships/tags" Target="../tags/tag32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49.wmf"/><Relationship Id="rId24" Type="http://schemas.openxmlformats.org/officeDocument/2006/relationships/oleObject" Target="../embeddings/oleObject152.bin"/><Relationship Id="rId5" Type="http://schemas.openxmlformats.org/officeDocument/2006/relationships/image" Target="../media/image147.wmf"/><Relationship Id="rId15" Type="http://schemas.openxmlformats.org/officeDocument/2006/relationships/image" Target="../media/image151.wmf"/><Relationship Id="rId23" Type="http://schemas.openxmlformats.org/officeDocument/2006/relationships/image" Target="../media/image155.wmf"/><Relationship Id="rId10" Type="http://schemas.openxmlformats.org/officeDocument/2006/relationships/oleObject" Target="../embeddings/oleObject145.bin"/><Relationship Id="rId19" Type="http://schemas.openxmlformats.org/officeDocument/2006/relationships/image" Target="../media/image153.wmf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20.wmf"/><Relationship Id="rId14" Type="http://schemas.openxmlformats.org/officeDocument/2006/relationships/oleObject" Target="../embeddings/oleObject147.bin"/><Relationship Id="rId22" Type="http://schemas.openxmlformats.org/officeDocument/2006/relationships/oleObject" Target="../embeddings/oleObject151.bin"/><Relationship Id="rId27" Type="http://schemas.openxmlformats.org/officeDocument/2006/relationships/image" Target="../media/image157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739516" y="3034126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第二章 解析函数</a:t>
            </a:r>
            <a:endParaRPr kumimoji="0" lang="en-US" altLang="zh-CN" sz="42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/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4A29CD5-FDBE-221A-BFA4-1FD95E11D5AE}"/>
              </a:ext>
            </a:extLst>
          </p:cNvPr>
          <p:cNvSpPr txBox="1"/>
          <p:nvPr/>
        </p:nvSpPr>
        <p:spPr>
          <a:xfrm>
            <a:off x="3900602" y="3813690"/>
            <a:ext cx="4375619" cy="52322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2.1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解析函数与柯西</a:t>
            </a:r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-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黎曼方程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48032" y="1534901"/>
          <a:ext cx="77152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29600" imgH="10058400" progId="Equation.DSMT4">
                  <p:embed/>
                </p:oleObj>
              </mc:Choice>
              <mc:Fallback>
                <p:oleObj name="Equation" r:id="rId3" imgW="8229600" imgH="100584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8032" y="1534901"/>
                        <a:ext cx="771525" cy="9350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323410"/>
              </p:ext>
            </p:extLst>
          </p:nvPr>
        </p:nvGraphicFramePr>
        <p:xfrm>
          <a:off x="1970793" y="1561889"/>
          <a:ext cx="92360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30440" imgH="431640" progId="Equation.DSMT4">
                  <p:embed/>
                </p:oleObj>
              </mc:Choice>
              <mc:Fallback>
                <p:oleObj name="Equation" r:id="rId5" imgW="4330440" imgH="4316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793" y="1561889"/>
                        <a:ext cx="923607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719301"/>
              </p:ext>
            </p:extLst>
          </p:nvPr>
        </p:nvGraphicFramePr>
        <p:xfrm>
          <a:off x="1970793" y="3585766"/>
          <a:ext cx="9199676" cy="1047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3680" imgH="469800" progId="Equation.DSMT4">
                  <p:embed/>
                </p:oleObj>
              </mc:Choice>
              <mc:Fallback>
                <p:oleObj name="Equation" r:id="rId7" imgW="4063680" imgH="4698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793" y="3585766"/>
                        <a:ext cx="9199676" cy="1047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939247"/>
              </p:ext>
            </p:extLst>
          </p:nvPr>
        </p:nvGraphicFramePr>
        <p:xfrm>
          <a:off x="4242979" y="2550862"/>
          <a:ext cx="4655303" cy="921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08160" imgH="419040" progId="Equation.DSMT4">
                  <p:embed/>
                </p:oleObj>
              </mc:Choice>
              <mc:Fallback>
                <p:oleObj name="Equation" r:id="rId9" imgW="2108160" imgH="4190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979" y="2550862"/>
                        <a:ext cx="4655303" cy="921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内容占位符 3"/>
          <p:cNvSpPr txBox="1"/>
          <p:nvPr/>
        </p:nvSpPr>
        <p:spPr>
          <a:xfrm>
            <a:off x="1343025" y="106363"/>
            <a:ext cx="612112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解析函数的概念与柯西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黎曼方程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569913" y="848492"/>
          <a:ext cx="418465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5415200" imgH="4876800" progId="Equation.DSMT4">
                  <p:embed/>
                </p:oleObj>
              </mc:Choice>
              <mc:Fallback>
                <p:oleObj name="Equation" r:id="rId11" imgW="45415200" imgH="48768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848492"/>
                        <a:ext cx="418465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178712"/>
              </p:ext>
            </p:extLst>
          </p:nvPr>
        </p:nvGraphicFramePr>
        <p:xfrm>
          <a:off x="1877345" y="5067771"/>
          <a:ext cx="9183688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7840800" imgH="10972800" progId="Equation.DSMT4">
                  <p:embed/>
                </p:oleObj>
              </mc:Choice>
              <mc:Fallback>
                <p:oleObj name="Equation" r:id="rId13" imgW="97840800" imgH="1097280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7345" y="5067771"/>
                        <a:ext cx="9183688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40532" y="1803400"/>
          <a:ext cx="3429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57600" imgH="4267200" progId="Equation.DSMT4">
                  <p:embed/>
                </p:oleObj>
              </mc:Choice>
              <mc:Fallback>
                <p:oleObj name="Equation" r:id="rId15" imgW="3657600" imgH="42672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32" y="1803400"/>
                        <a:ext cx="3429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A7682-670B-6CEB-D841-EF6D17AC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5B910B2-E530-018F-E309-D45883D9786E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210ECBF1-E2C1-9345-FEC9-3C7F7C0E299B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95E91F7-5FC8-F19B-963A-5636E4298A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954732"/>
              </p:ext>
            </p:extLst>
          </p:nvPr>
        </p:nvGraphicFramePr>
        <p:xfrm>
          <a:off x="2940712" y="2483993"/>
          <a:ext cx="7063052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62240" imgH="203040" progId="Equation.DSMT4">
                  <p:embed/>
                </p:oleObj>
              </mc:Choice>
              <mc:Fallback>
                <p:oleObj name="Equation" r:id="rId3" imgW="3162240" imgH="2030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712" y="2483993"/>
                        <a:ext cx="7063052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6F534F6F-45F2-C7F0-D41B-8166BD2767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849397"/>
              </p:ext>
            </p:extLst>
          </p:nvPr>
        </p:nvGraphicFramePr>
        <p:xfrm>
          <a:off x="2009701" y="3148496"/>
          <a:ext cx="86248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78160" imgH="215640" progId="Equation.DSMT4">
                  <p:embed/>
                </p:oleObj>
              </mc:Choice>
              <mc:Fallback>
                <p:oleObj name="Equation" r:id="rId5" imgW="4178160" imgH="21564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01" y="3148496"/>
                        <a:ext cx="862488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034ACE61-D70F-D26C-A77D-BA1EB84DAC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51182"/>
              </p:ext>
            </p:extLst>
          </p:nvPr>
        </p:nvGraphicFramePr>
        <p:xfrm>
          <a:off x="2009701" y="3801886"/>
          <a:ext cx="5190870" cy="463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00120" imgH="215640" progId="Equation.DSMT4">
                  <p:embed/>
                </p:oleObj>
              </mc:Choice>
              <mc:Fallback>
                <p:oleObj name="Equation" r:id="rId7" imgW="2400120" imgH="21564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01" y="3801886"/>
                        <a:ext cx="5190870" cy="463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11601B3-95D1-9463-F7E6-054DD0E00B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335497"/>
              </p:ext>
            </p:extLst>
          </p:nvPr>
        </p:nvGraphicFramePr>
        <p:xfrm>
          <a:off x="1073523" y="1268001"/>
          <a:ext cx="8001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534400" imgH="10058400" progId="Equation.DSMT4">
                  <p:embed/>
                </p:oleObj>
              </mc:Choice>
              <mc:Fallback>
                <p:oleObj name="Equation" r:id="rId9" imgW="8534400" imgH="100584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523" y="1268001"/>
                        <a:ext cx="800100" cy="9350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A4CF92F-7653-EC94-FA38-CEFC5AE44F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145297"/>
              </p:ext>
            </p:extLst>
          </p:nvPr>
        </p:nvGraphicFramePr>
        <p:xfrm>
          <a:off x="1986128" y="1370037"/>
          <a:ext cx="858043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784320" imgH="431640" progId="Equation.DSMT4">
                  <p:embed/>
                </p:oleObj>
              </mc:Choice>
              <mc:Fallback>
                <p:oleObj name="Equation" r:id="rId11" imgW="3784320" imgH="4316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6128" y="1370037"/>
                        <a:ext cx="858043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BE44F1A-E687-1B7B-93D0-C1944DDA53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047811"/>
              </p:ext>
            </p:extLst>
          </p:nvPr>
        </p:nvGraphicFramePr>
        <p:xfrm>
          <a:off x="2009701" y="4495097"/>
          <a:ext cx="7871886" cy="463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632040" imgH="215640" progId="Equation.DSMT4">
                  <p:embed/>
                </p:oleObj>
              </mc:Choice>
              <mc:Fallback>
                <p:oleObj name="Equation" r:id="rId13" imgW="3632040" imgH="215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01" y="4495097"/>
                        <a:ext cx="7871886" cy="463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2DFA7FC-792A-7739-4175-61C0840245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918332"/>
              </p:ext>
            </p:extLst>
          </p:nvPr>
        </p:nvGraphicFramePr>
        <p:xfrm>
          <a:off x="687388" y="1559738"/>
          <a:ext cx="371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962400" imgH="4267200" progId="Equation.DSMT4">
                  <p:embed/>
                </p:oleObj>
              </mc:Choice>
              <mc:Fallback>
                <p:oleObj name="Equation" r:id="rId15" imgW="3962400" imgH="42672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1559738"/>
                        <a:ext cx="371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37A58590-3D8F-9BFD-A96F-EFD46E0A1FE0}"/>
              </a:ext>
            </a:extLst>
          </p:cNvPr>
          <p:cNvSpPr txBox="1"/>
          <p:nvPr/>
        </p:nvSpPr>
        <p:spPr>
          <a:xfrm>
            <a:off x="1343025" y="106363"/>
            <a:ext cx="612112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解析函数的概念与柯西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黎曼方程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31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60206"/>
              </p:ext>
            </p:extLst>
          </p:nvPr>
        </p:nvGraphicFramePr>
        <p:xfrm>
          <a:off x="953603" y="979488"/>
          <a:ext cx="5163557" cy="455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98600" imgH="203040" progId="Equation.DSMT4">
                  <p:embed/>
                </p:oleObj>
              </mc:Choice>
              <mc:Fallback>
                <p:oleObj name="Equation" r:id="rId3" imgW="2298600" imgH="2030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603" y="979488"/>
                        <a:ext cx="5163557" cy="45560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286678"/>
              </p:ext>
            </p:extLst>
          </p:nvPr>
        </p:nvGraphicFramePr>
        <p:xfrm>
          <a:off x="1103263" y="1550587"/>
          <a:ext cx="2441673" cy="4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41120" imgH="215640" progId="Equation.DSMT4">
                  <p:embed/>
                </p:oleObj>
              </mc:Choice>
              <mc:Fallback>
                <p:oleObj name="Equation" r:id="rId5" imgW="1041120" imgH="215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263" y="1550587"/>
                        <a:ext cx="2441673" cy="498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441862"/>
              </p:ext>
            </p:extLst>
          </p:nvPr>
        </p:nvGraphicFramePr>
        <p:xfrm>
          <a:off x="2720996" y="5668014"/>
          <a:ext cx="66071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11480" imgH="419040" progId="Equation.DSMT4">
                  <p:embed/>
                </p:oleObj>
              </mc:Choice>
              <mc:Fallback>
                <p:oleObj name="Equation" r:id="rId7" imgW="3111480" imgH="41904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96" y="5668014"/>
                        <a:ext cx="6607175" cy="8858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内容占位符 3"/>
          <p:cNvSpPr txBox="1"/>
          <p:nvPr/>
        </p:nvSpPr>
        <p:spPr>
          <a:xfrm>
            <a:off x="1343025" y="106363"/>
            <a:ext cx="612112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解析函数的概念与柯西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黎曼方程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098751" y="1557797"/>
          <a:ext cx="7731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29600" imgH="4572000" progId="Equation.DSMT4">
                  <p:embed/>
                </p:oleObj>
              </mc:Choice>
              <mc:Fallback>
                <p:oleObj name="Equation" r:id="rId3" imgW="8229600" imgH="45720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751" y="1557797"/>
                        <a:ext cx="77311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837750"/>
              </p:ext>
            </p:extLst>
          </p:nvPr>
        </p:nvGraphicFramePr>
        <p:xfrm>
          <a:off x="2611487" y="2292131"/>
          <a:ext cx="1462960" cy="454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60240" imgH="203040" progId="Equation.DSMT4">
                  <p:embed/>
                </p:oleObj>
              </mc:Choice>
              <mc:Fallback>
                <p:oleObj name="Equation" r:id="rId5" imgW="660240" imgH="2030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87" y="2292131"/>
                        <a:ext cx="1462960" cy="454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039855" y="2295737"/>
          <a:ext cx="35750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100000" imgH="4876800" progId="Equation.DSMT4">
                  <p:embed/>
                </p:oleObj>
              </mc:Choice>
              <mc:Fallback>
                <p:oleObj name="Equation" r:id="rId7" imgW="38100000" imgH="48768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9855" y="2295737"/>
                        <a:ext cx="35750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7646992" y="2270894"/>
          <a:ext cx="223043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774400" imgH="7010400" progId="Equation.DSMT4">
                  <p:embed/>
                </p:oleObj>
              </mc:Choice>
              <mc:Fallback>
                <p:oleObj name="Equation" r:id="rId9" imgW="23774400" imgH="70104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6992" y="2270894"/>
                        <a:ext cx="2230438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9971088" y="2261965"/>
          <a:ext cx="120173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801600" imgH="5181600" progId="Equation.DSMT4">
                  <p:embed/>
                </p:oleObj>
              </mc:Choice>
              <mc:Fallback>
                <p:oleObj name="Equation" r:id="rId11" imgW="12801600" imgH="51816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1088" y="2261965"/>
                        <a:ext cx="1201737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019175" y="1561878"/>
          <a:ext cx="23749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298400" imgH="5181600" progId="Equation.DSMT4">
                  <p:embed/>
                </p:oleObj>
              </mc:Choice>
              <mc:Fallback>
                <p:oleObj name="Equation" r:id="rId13" imgW="25298400" imgH="51816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1561878"/>
                        <a:ext cx="237490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3502943" y="1706782"/>
            <a:ext cx="504825" cy="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auto">
          <a:xfrm flipH="1">
            <a:off x="3491830" y="1819494"/>
            <a:ext cx="5048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3742655" y="1755994"/>
            <a:ext cx="57150" cy="133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983432" y="2943214"/>
          <a:ext cx="1685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983200" imgH="4876800" progId="Equation.DSMT4">
                  <p:embed/>
                </p:oleObj>
              </mc:Choice>
              <mc:Fallback>
                <p:oleObj name="Equation" r:id="rId15" imgW="17983200" imgH="487680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2943214"/>
                        <a:ext cx="1685925" cy="454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766050"/>
              </p:ext>
            </p:extLst>
          </p:nvPr>
        </p:nvGraphicFramePr>
        <p:xfrm>
          <a:off x="2996145" y="3079443"/>
          <a:ext cx="5745095" cy="949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54280" imgH="431640" progId="Equation.DSMT4">
                  <p:embed/>
                </p:oleObj>
              </mc:Choice>
              <mc:Fallback>
                <p:oleObj name="Equation" r:id="rId17" imgW="2654280" imgH="431640" progId="Equation.DSMT4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145" y="3079443"/>
                        <a:ext cx="5745095" cy="949409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045369" y="4219130"/>
          <a:ext cx="25177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822400" imgH="5181600" progId="Equation.DSMT4">
                  <p:embed/>
                </p:oleObj>
              </mc:Choice>
              <mc:Fallback>
                <p:oleObj name="Equation" r:id="rId19" imgW="26822400" imgH="5181600" progId="Equation.DSMT4">
                  <p:embed/>
                  <p:pic>
                    <p:nvPicPr>
                      <p:cNvPr id="34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4219130"/>
                        <a:ext cx="25177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1211749" y="4893595"/>
          <a:ext cx="4262437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5415200" imgH="4876800" progId="Equation.DSMT4">
                  <p:embed/>
                </p:oleObj>
              </mc:Choice>
              <mc:Fallback>
                <p:oleObj name="Equation" r:id="rId21" imgW="45415200" imgH="487680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749" y="4893595"/>
                        <a:ext cx="4262437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5965825" y="4920806"/>
          <a:ext cx="52070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5473600" imgH="4876800" progId="Equation.DSMT4">
                  <p:embed/>
                </p:oleObj>
              </mc:Choice>
              <mc:Fallback>
                <p:oleObj name="Equation" r:id="rId23" imgW="55473600" imgH="487680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825" y="4920806"/>
                        <a:ext cx="52070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1240030" y="5661572"/>
          <a:ext cx="640873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8275200" imgH="10363200" progId="Equation.DSMT4">
                  <p:embed/>
                </p:oleObj>
              </mc:Choice>
              <mc:Fallback>
                <p:oleObj name="Equation" r:id="rId25" imgW="68275200" imgH="1036320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030" y="5661572"/>
                        <a:ext cx="640873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内容占位符 3"/>
          <p:cNvSpPr txBox="1"/>
          <p:nvPr/>
        </p:nvSpPr>
        <p:spPr>
          <a:xfrm>
            <a:off x="1343025" y="106363"/>
            <a:ext cx="612112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解析函数的概念与柯西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黎曼方程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C024FCD-C5F6-AC17-3F36-5CCA90C066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672940"/>
              </p:ext>
            </p:extLst>
          </p:nvPr>
        </p:nvGraphicFramePr>
        <p:xfrm>
          <a:off x="953603" y="979488"/>
          <a:ext cx="5163557" cy="455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298600" imgH="203040" progId="Equation.DSMT4">
                  <p:embed/>
                </p:oleObj>
              </mc:Choice>
              <mc:Fallback>
                <p:oleObj name="Equation" r:id="rId27" imgW="2298600" imgH="2030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603" y="979488"/>
                        <a:ext cx="5163557" cy="45560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045369" y="913266"/>
          <a:ext cx="1685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983200" imgH="4876800" progId="Equation.DSMT4">
                  <p:embed/>
                </p:oleObj>
              </mc:Choice>
              <mc:Fallback>
                <p:oleObj name="Equation" r:id="rId3" imgW="17983200" imgH="487680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913266"/>
                        <a:ext cx="1685925" cy="454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325553" y="1437562"/>
          <a:ext cx="25177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822400" imgH="5181600" progId="Equation.DSMT4">
                  <p:embed/>
                </p:oleObj>
              </mc:Choice>
              <mc:Fallback>
                <p:oleObj name="Equation" r:id="rId5" imgW="26822400" imgH="5181600" progId="Equation.DSMT4">
                  <p:embed/>
                  <p:pic>
                    <p:nvPicPr>
                      <p:cNvPr id="34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53" y="1437562"/>
                        <a:ext cx="25177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1325553" y="2121600"/>
          <a:ext cx="35766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100000" imgH="5181600" progId="Equation.DSMT4">
                  <p:embed/>
                </p:oleObj>
              </mc:Choice>
              <mc:Fallback>
                <p:oleObj name="Equation" r:id="rId7" imgW="38100000" imgH="518160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53" y="2121600"/>
                        <a:ext cx="357663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063552" y="2805638"/>
          <a:ext cx="386238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148000" imgH="4876800" progId="Equation.DSMT4">
                  <p:embed/>
                </p:oleObj>
              </mc:Choice>
              <mc:Fallback>
                <p:oleObj name="Equation" r:id="rId9" imgW="41148000" imgH="487680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2805638"/>
                        <a:ext cx="386238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1991544" y="4145138"/>
          <a:ext cx="4862513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1816000" imgH="11887200" progId="Equation.DSMT4">
                  <p:embed/>
                </p:oleObj>
              </mc:Choice>
              <mc:Fallback>
                <p:oleObj name="Equation" r:id="rId11" imgW="51816000" imgH="1188720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4145138"/>
                        <a:ext cx="4862513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325553" y="3461101"/>
          <a:ext cx="32607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4747200" imgH="5181600" progId="Equation.DSMT4">
                  <p:embed/>
                </p:oleObj>
              </mc:Choice>
              <mc:Fallback>
                <p:oleObj name="Equation" r:id="rId13" imgW="34747200" imgH="51816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53" y="3461101"/>
                        <a:ext cx="32607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160264" y="5458366"/>
          <a:ext cx="100980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7594400" imgH="5181600" progId="Equation.DSMT4">
                  <p:embed/>
                </p:oleObj>
              </mc:Choice>
              <mc:Fallback>
                <p:oleObj name="Equation" r:id="rId15" imgW="107594400" imgH="5181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264" y="5458366"/>
                        <a:ext cx="10098087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/>
          <p:cNvSpPr txBox="1"/>
          <p:nvPr/>
        </p:nvSpPr>
        <p:spPr>
          <a:xfrm>
            <a:off x="1343025" y="106363"/>
            <a:ext cx="612112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解析函数的概念与柯西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黎曼方程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AF6CEF6-780D-9E3E-1BBB-3D6BC1A735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706466"/>
              </p:ext>
            </p:extLst>
          </p:nvPr>
        </p:nvGraphicFramePr>
        <p:xfrm>
          <a:off x="5759518" y="1346421"/>
          <a:ext cx="5745095" cy="949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54280" imgH="431640" progId="Equation.DSMT4">
                  <p:embed/>
                </p:oleObj>
              </mc:Choice>
              <mc:Fallback>
                <p:oleObj name="Equation" r:id="rId17" imgW="2654280" imgH="431640" progId="Equation.DSMT4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518" y="1346421"/>
                        <a:ext cx="5745095" cy="949409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818034" y="914917"/>
          <a:ext cx="31750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442400" imgH="4876800" progId="Equation.DSMT4">
                  <p:embed/>
                </p:oleObj>
              </mc:Choice>
              <mc:Fallback>
                <p:oleObj name="Equation" r:id="rId3" imgW="34442400" imgH="48768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034" y="914917"/>
                        <a:ext cx="31750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862013" y="1484784"/>
          <a:ext cx="274637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260800" imgH="4876800" progId="Equation.DSMT4">
                  <p:embed/>
                </p:oleObj>
              </mc:Choice>
              <mc:Fallback>
                <p:oleObj name="Equation" r:id="rId5" imgW="29260800" imgH="48768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1484784"/>
                        <a:ext cx="274637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327882"/>
              </p:ext>
            </p:extLst>
          </p:nvPr>
        </p:nvGraphicFramePr>
        <p:xfrm>
          <a:off x="1340004" y="2089289"/>
          <a:ext cx="9773470" cy="528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78160" imgH="228600" progId="Equation.DSMT4">
                  <p:embed/>
                </p:oleObj>
              </mc:Choice>
              <mc:Fallback>
                <p:oleObj name="Equation" r:id="rId7" imgW="4178160" imgH="2286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004" y="2089289"/>
                        <a:ext cx="9773470" cy="528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583539"/>
              </p:ext>
            </p:extLst>
          </p:nvPr>
        </p:nvGraphicFramePr>
        <p:xfrm>
          <a:off x="1340003" y="2666741"/>
          <a:ext cx="9673829" cy="1005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43400" imgH="457200" progId="Equation.DSMT4">
                  <p:embed/>
                </p:oleObj>
              </mc:Choice>
              <mc:Fallback>
                <p:oleObj name="Equation" r:id="rId9" imgW="4343400" imgH="4572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003" y="2666741"/>
                        <a:ext cx="9673829" cy="1005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62013" y="3746299"/>
          <a:ext cx="208756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250400" imgH="4876800" progId="Equation.DSMT4">
                  <p:embed/>
                </p:oleObj>
              </mc:Choice>
              <mc:Fallback>
                <p:oleObj name="Equation" r:id="rId11" imgW="22250400" imgH="48768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3746299"/>
                        <a:ext cx="2087563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973469"/>
              </p:ext>
            </p:extLst>
          </p:nvPr>
        </p:nvGraphicFramePr>
        <p:xfrm>
          <a:off x="1340003" y="4356539"/>
          <a:ext cx="7166123" cy="526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25600" imgH="228600" progId="Equation.DSMT4">
                  <p:embed/>
                </p:oleObj>
              </mc:Choice>
              <mc:Fallback>
                <p:oleObj name="Equation" r:id="rId13" imgW="3225600" imgH="2286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003" y="4356539"/>
                        <a:ext cx="7166123" cy="526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340004" y="5042614"/>
          <a:ext cx="23431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993600" imgH="10363200" progId="Equation.DSMT4">
                  <p:embed/>
                </p:oleObj>
              </mc:Choice>
              <mc:Fallback>
                <p:oleObj name="Equation" r:id="rId15" imgW="24993600" imgH="103632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004" y="5042614"/>
                        <a:ext cx="2343150" cy="965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580364" y="4939070"/>
          <a:ext cx="35718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8100000" imgH="5181600" progId="Equation.DSMT4">
                  <p:embed/>
                </p:oleObj>
              </mc:Choice>
              <mc:Fallback>
                <p:oleObj name="Equation" r:id="rId17" imgW="38100000" imgH="51816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0364" y="4939070"/>
                        <a:ext cx="35718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580364" y="5662970"/>
          <a:ext cx="42862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5720000" imgH="5181600" progId="Equation.DSMT4">
                  <p:embed/>
                </p:oleObj>
              </mc:Choice>
              <mc:Fallback>
                <p:oleObj name="Equation" r:id="rId19" imgW="45720000" imgH="51816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0364" y="5662970"/>
                        <a:ext cx="42862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6247661" y="5140454"/>
            <a:ext cx="5048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 flipH="1">
            <a:off x="6236548" y="5253166"/>
            <a:ext cx="504825" cy="0"/>
          </a:xfrm>
          <a:prstGeom prst="line">
            <a:avLst/>
          </a:prstGeom>
          <a:noFill/>
          <a:ln w="38100">
            <a:solidFill>
              <a:srgbClr val="10A013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>
            <a:off x="6392446" y="5065970"/>
            <a:ext cx="57150" cy="133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>
            <a:off x="6628021" y="5832198"/>
            <a:ext cx="504825" cy="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 flipH="1">
            <a:off x="6616908" y="5944910"/>
            <a:ext cx="504825" cy="0"/>
          </a:xfrm>
          <a:prstGeom prst="line">
            <a:avLst/>
          </a:prstGeom>
          <a:noFill/>
          <a:ln w="38100">
            <a:solidFill>
              <a:srgbClr val="10A013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612112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解析函数的概念与柯西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黎曼方程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818034" y="914917"/>
          <a:ext cx="31750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442400" imgH="4876800" progId="Equation.DSMT4">
                  <p:embed/>
                </p:oleObj>
              </mc:Choice>
              <mc:Fallback>
                <p:oleObj name="Equation" r:id="rId3" imgW="34442400" imgH="48768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034" y="914917"/>
                        <a:ext cx="31750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317432"/>
              </p:ext>
            </p:extLst>
          </p:nvPr>
        </p:nvGraphicFramePr>
        <p:xfrm>
          <a:off x="1045369" y="1557338"/>
          <a:ext cx="8223481" cy="454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65280" imgH="203040" progId="Equation.DSMT4">
                  <p:embed/>
                </p:oleObj>
              </mc:Choice>
              <mc:Fallback>
                <p:oleObj name="Equation" r:id="rId5" imgW="3365280" imgH="2030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1557338"/>
                        <a:ext cx="8223481" cy="454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905769"/>
              </p:ext>
            </p:extLst>
          </p:nvPr>
        </p:nvGraphicFramePr>
        <p:xfrm>
          <a:off x="1014467" y="2118755"/>
          <a:ext cx="10295305" cy="947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47960" imgH="431640" progId="Equation.DSMT4">
                  <p:embed/>
                </p:oleObj>
              </mc:Choice>
              <mc:Fallback>
                <p:oleObj name="Equation" r:id="rId7" imgW="4647960" imgH="4316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67" y="2118755"/>
                        <a:ext cx="10295305" cy="947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06256"/>
              </p:ext>
            </p:extLst>
          </p:nvPr>
        </p:nvGraphicFramePr>
        <p:xfrm>
          <a:off x="1045369" y="3429000"/>
          <a:ext cx="8963433" cy="1430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241520" imgH="685800" progId="Equation.DSMT4">
                  <p:embed/>
                </p:oleObj>
              </mc:Choice>
              <mc:Fallback>
                <p:oleObj name="Equation" r:id="rId9" imgW="4241520" imgH="6858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3429000"/>
                        <a:ext cx="8963433" cy="14303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3"/>
          <p:cNvSpPr txBox="1"/>
          <p:nvPr/>
        </p:nvSpPr>
        <p:spPr>
          <a:xfrm>
            <a:off x="1343025" y="106363"/>
            <a:ext cx="6121127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解析函数的概念与柯西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黎曼方程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785415" y="898667"/>
          <a:ext cx="3012155" cy="4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58900" imgH="190500" progId="Equation.DSMT4">
                  <p:embed/>
                </p:oleObj>
              </mc:Choice>
              <mc:Fallback>
                <p:oleObj name="Equation" r:id="rId3" imgW="1358900" imgH="1905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415" y="898667"/>
                        <a:ext cx="3012155" cy="4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内容占位符 3"/>
          <p:cNvSpPr txBox="1"/>
          <p:nvPr/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10E74A7-1B32-123A-0054-C4E0DB297A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933511"/>
              </p:ext>
            </p:extLst>
          </p:nvPr>
        </p:nvGraphicFramePr>
        <p:xfrm>
          <a:off x="1465485" y="1615999"/>
          <a:ext cx="3422805" cy="424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8000" imgH="203040" progId="Equation.DSMT4">
                  <p:embed/>
                </p:oleObj>
              </mc:Choice>
              <mc:Fallback>
                <p:oleObj name="Equation" r:id="rId5" imgW="1638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65485" y="1615999"/>
                        <a:ext cx="3422805" cy="424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9528FD5-42F1-BB6A-1A66-2272E478EE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781673"/>
              </p:ext>
            </p:extLst>
          </p:nvPr>
        </p:nvGraphicFramePr>
        <p:xfrm>
          <a:off x="1465485" y="2204569"/>
          <a:ext cx="7243390" cy="424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66800" imgH="203040" progId="Equation.DSMT4">
                  <p:embed/>
                </p:oleObj>
              </mc:Choice>
              <mc:Fallback>
                <p:oleObj name="Equation" r:id="rId7" imgW="3466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65485" y="2204569"/>
                        <a:ext cx="7243390" cy="424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9B0AC076-6CC9-005D-0E7C-9B66061CE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121841"/>
              </p:ext>
            </p:extLst>
          </p:nvPr>
        </p:nvGraphicFramePr>
        <p:xfrm>
          <a:off x="7521308" y="4514259"/>
          <a:ext cx="1478154" cy="1746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901440" progId="Equation.DSMT4">
                  <p:embed/>
                </p:oleObj>
              </mc:Choice>
              <mc:Fallback>
                <p:oleObj name="Equation" r:id="rId9" imgW="76176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21308" y="4514259"/>
                        <a:ext cx="1478154" cy="174654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B3900FCA-BB32-B02D-1573-56BF75BF2F52}"/>
              </a:ext>
            </a:extLst>
          </p:cNvPr>
          <p:cNvSpPr txBox="1"/>
          <p:nvPr/>
        </p:nvSpPr>
        <p:spPr>
          <a:xfrm>
            <a:off x="9060831" y="4949027"/>
            <a:ext cx="2565229" cy="87700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柯西</a:t>
            </a:r>
            <a:r>
              <a:rPr lang="en-US" altLang="zh-CN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黎曼</a:t>
            </a:r>
            <a:r>
              <a:rPr lang="en-US" altLang="zh-CN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(C-R)</a:t>
            </a:r>
            <a:r>
              <a:rPr lang="zh-CN" altLang="en-US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E6447-870B-5D30-3DF0-513607BD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A4D00A5-DF4A-E84F-398D-5EAFBF80CFAB}"/>
              </a:ext>
            </a:extLst>
          </p:cNvPr>
          <p:cNvSpPr/>
          <p:nvPr/>
        </p:nvSpPr>
        <p:spPr>
          <a:xfrm>
            <a:off x="4785544" y="5292684"/>
            <a:ext cx="2376264" cy="712694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AF3764F-0372-1C05-F8CB-20FAB77CC056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4DB94DD7-8C4F-2C8B-5F17-394E1A25434B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02573D2-7BEB-44D2-747F-0D17C4DCC8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346093"/>
              </p:ext>
            </p:extLst>
          </p:nvPr>
        </p:nvGraphicFramePr>
        <p:xfrm>
          <a:off x="816391" y="1017715"/>
          <a:ext cx="4496510" cy="418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71520" imgH="203040" progId="Equation.DSMT4">
                  <p:embed/>
                </p:oleObj>
              </mc:Choice>
              <mc:Fallback>
                <p:oleObj name="Equation" r:id="rId3" imgW="2171520" imgH="2030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391" y="1017715"/>
                        <a:ext cx="4496510" cy="41828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D3E3BE2-2C3A-B0A1-D2AA-82A8679BBC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610880"/>
              </p:ext>
            </p:extLst>
          </p:nvPr>
        </p:nvGraphicFramePr>
        <p:xfrm>
          <a:off x="816391" y="1631129"/>
          <a:ext cx="9047162" cy="191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203360" imgH="901440" progId="Equation.DSMT4">
                  <p:embed/>
                </p:oleObj>
              </mc:Choice>
              <mc:Fallback>
                <p:oleObj name="Equation" r:id="rId5" imgW="4203360" imgH="901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391" y="1631129"/>
                        <a:ext cx="9047162" cy="191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E99D0674-A9E7-6FA2-1044-47AE227AC3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104478"/>
              </p:ext>
            </p:extLst>
          </p:nvPr>
        </p:nvGraphicFramePr>
        <p:xfrm>
          <a:off x="1719553" y="3898641"/>
          <a:ext cx="4865353" cy="444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36760" imgH="215640" progId="Equation.DSMT4">
                  <p:embed/>
                </p:oleObj>
              </mc:Choice>
              <mc:Fallback>
                <p:oleObj name="Equation" r:id="rId7" imgW="2336760" imgH="21564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553" y="3898641"/>
                        <a:ext cx="4865353" cy="444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BA311B5F-CCEE-580D-45F4-957966A40F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7262" y="3851938"/>
          <a:ext cx="5429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791200" imgH="4267200" progId="Equation.DSMT4">
                  <p:embed/>
                </p:oleObj>
              </mc:Choice>
              <mc:Fallback>
                <p:oleObj name="Equation" r:id="rId9" imgW="5791200" imgH="4267200" progId="Equation.DSMT4">
                  <p:embed/>
                  <p:pic>
                    <p:nvPicPr>
                      <p:cNvPr id="52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2" y="3851938"/>
                        <a:ext cx="54292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028A177-A9CE-6F2E-B431-89D67A6232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507784"/>
              </p:ext>
            </p:extLst>
          </p:nvPr>
        </p:nvGraphicFramePr>
        <p:xfrm>
          <a:off x="1908254" y="4461475"/>
          <a:ext cx="4547777" cy="598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45960" imgH="279360" progId="Equation.DSMT4">
                  <p:embed/>
                </p:oleObj>
              </mc:Choice>
              <mc:Fallback>
                <p:oleObj name="Equation" r:id="rId11" imgW="2145960" imgH="27936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254" y="4461475"/>
                        <a:ext cx="4547777" cy="598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93056AE-E9F0-015A-EF32-6EBE621C77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013695"/>
              </p:ext>
            </p:extLst>
          </p:nvPr>
        </p:nvGraphicFramePr>
        <p:xfrm>
          <a:off x="2321649" y="5178268"/>
          <a:ext cx="4647367" cy="915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71520" imgH="431640" progId="Equation.DSMT4">
                  <p:embed/>
                </p:oleObj>
              </mc:Choice>
              <mc:Fallback>
                <p:oleObj name="Equation" r:id="rId13" imgW="2171520" imgH="431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649" y="5178268"/>
                        <a:ext cx="4647367" cy="915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DD4F134-CD7B-DEB4-AF9E-D22B8D706A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476595"/>
              </p:ext>
            </p:extLst>
          </p:nvPr>
        </p:nvGraphicFramePr>
        <p:xfrm>
          <a:off x="7246985" y="4776788"/>
          <a:ext cx="1203757" cy="515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69800" imgH="203040" progId="Equation.DSMT4">
                  <p:embed/>
                </p:oleObj>
              </mc:Choice>
              <mc:Fallback>
                <p:oleObj name="Equation" r:id="rId15" imgW="469800" imgH="2030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6985" y="4776788"/>
                        <a:ext cx="1203757" cy="515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D925AE1-E59E-A6F3-5085-DCA09B68D6CB}"/>
              </a:ext>
            </a:extLst>
          </p:cNvPr>
          <p:cNvCxnSpPr/>
          <p:nvPr/>
        </p:nvCxnSpPr>
        <p:spPr>
          <a:xfrm flipV="1">
            <a:off x="7023445" y="5247260"/>
            <a:ext cx="288032" cy="377204"/>
          </a:xfrm>
          <a:prstGeom prst="straightConnector1">
            <a:avLst/>
          </a:prstGeom>
          <a:ln w="38100">
            <a:solidFill>
              <a:srgbClr val="1217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3">
            <a:extLst>
              <a:ext uri="{FF2B5EF4-FFF2-40B4-BE49-F238E27FC236}">
                <a16:creationId xmlns:a16="http://schemas.microsoft.com/office/drawing/2014/main" id="{C42ED39A-EBF4-EA8A-BE13-1790B0A387C2}"/>
              </a:ext>
            </a:extLst>
          </p:cNvPr>
          <p:cNvSpPr txBox="1"/>
          <p:nvPr/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417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969685"/>
              </p:ext>
            </p:extLst>
          </p:nvPr>
        </p:nvGraphicFramePr>
        <p:xfrm>
          <a:off x="993617" y="1402377"/>
          <a:ext cx="172155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03040" progId="Equation.DSMT4">
                  <p:embed/>
                </p:oleObj>
              </mc:Choice>
              <mc:Fallback>
                <p:oleObj name="Equation" r:id="rId4" imgW="723600" imgH="2030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617" y="1402377"/>
                        <a:ext cx="1721557" cy="4841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567375"/>
              </p:ext>
            </p:extLst>
          </p:nvPr>
        </p:nvGraphicFramePr>
        <p:xfrm>
          <a:off x="1045368" y="2699087"/>
          <a:ext cx="5355431" cy="452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27200" imgH="215640" progId="Equation.DSMT4">
                  <p:embed/>
                </p:oleObj>
              </mc:Choice>
              <mc:Fallback>
                <p:oleObj name="Equation" r:id="rId6" imgW="2527200" imgH="21564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8" y="2699087"/>
                        <a:ext cx="5355431" cy="4522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726858"/>
              </p:ext>
            </p:extLst>
          </p:nvPr>
        </p:nvGraphicFramePr>
        <p:xfrm>
          <a:off x="915333" y="3459801"/>
          <a:ext cx="2877480" cy="968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68200" imgH="406080" progId="Equation.DSMT4">
                  <p:embed/>
                </p:oleObj>
              </mc:Choice>
              <mc:Fallback>
                <p:oleObj name="Equation" r:id="rId8" imgW="1168200" imgH="40608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333" y="3459801"/>
                        <a:ext cx="2877480" cy="968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637605"/>
              </p:ext>
            </p:extLst>
          </p:nvPr>
        </p:nvGraphicFramePr>
        <p:xfrm>
          <a:off x="1801266" y="4720139"/>
          <a:ext cx="1827816" cy="1036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60" imgH="431640" progId="Equation.DSMT4">
                  <p:embed/>
                </p:oleObj>
              </mc:Choice>
              <mc:Fallback>
                <p:oleObj name="Equation" r:id="rId10" imgW="761760" imgH="431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266" y="4720139"/>
                        <a:ext cx="1827816" cy="10366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004974"/>
              </p:ext>
            </p:extLst>
          </p:nvPr>
        </p:nvGraphicFramePr>
        <p:xfrm>
          <a:off x="5384441" y="4724565"/>
          <a:ext cx="1890418" cy="104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320" imgH="431640" progId="Equation.DSMT4">
                  <p:embed/>
                </p:oleObj>
              </mc:Choice>
              <mc:Fallback>
                <p:oleObj name="Equation" r:id="rId12" imgW="787320" imgH="4316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441" y="4724565"/>
                        <a:ext cx="1890418" cy="1041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988967"/>
              </p:ext>
            </p:extLst>
          </p:nvPr>
        </p:nvGraphicFramePr>
        <p:xfrm>
          <a:off x="3611204" y="4724566"/>
          <a:ext cx="1773237" cy="1036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36560" imgH="431640" progId="Equation.DSMT4">
                  <p:embed/>
                </p:oleObj>
              </mc:Choice>
              <mc:Fallback>
                <p:oleObj name="Equation" r:id="rId14" imgW="736560" imgH="4316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204" y="4724566"/>
                        <a:ext cx="1773237" cy="10366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98F4FBD-1CD3-1902-0BA0-248D81E77D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449219"/>
              </p:ext>
            </p:extLst>
          </p:nvPr>
        </p:nvGraphicFramePr>
        <p:xfrm>
          <a:off x="9620132" y="1200326"/>
          <a:ext cx="1478154" cy="1746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61760" imgH="901440" progId="Equation.DSMT4">
                  <p:embed/>
                </p:oleObj>
              </mc:Choice>
              <mc:Fallback>
                <p:oleObj name="Equation" r:id="rId16" imgW="761760" imgH="90144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9B0AC076-6CC9-005D-0E7C-9B66061CE9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620132" y="1200326"/>
                        <a:ext cx="1478154" cy="174654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35CE4D71-78A8-D90B-6E59-45822523D03A}"/>
              </a:ext>
            </a:extLst>
          </p:cNvPr>
          <p:cNvSpPr txBox="1"/>
          <p:nvPr/>
        </p:nvSpPr>
        <p:spPr>
          <a:xfrm>
            <a:off x="7852467" y="1817185"/>
            <a:ext cx="1555386" cy="51282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C-R</a:t>
            </a:r>
            <a:r>
              <a:rPr lang="zh-CN" altLang="en-US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85812" y="1574848"/>
          <a:ext cx="111442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87200" imgH="4572000" progId="Equation.DSMT4">
                  <p:embed/>
                </p:oleObj>
              </mc:Choice>
              <mc:Fallback>
                <p:oleObj name="Equation" r:id="rId4" imgW="11887200" imgH="45720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2" y="1574848"/>
                        <a:ext cx="1114425" cy="4238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418660"/>
              </p:ext>
            </p:extLst>
          </p:nvPr>
        </p:nvGraphicFramePr>
        <p:xfrm>
          <a:off x="2049790" y="1548370"/>
          <a:ext cx="9165057" cy="103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00320" imgH="457200" progId="Equation.DSMT4">
                  <p:embed/>
                </p:oleObj>
              </mc:Choice>
              <mc:Fallback>
                <p:oleObj name="Equation" r:id="rId6" imgW="4000320" imgH="4572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790" y="1548370"/>
                        <a:ext cx="9165057" cy="103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246375"/>
              </p:ext>
            </p:extLst>
          </p:nvPr>
        </p:nvGraphicFramePr>
        <p:xfrm>
          <a:off x="1045369" y="4081133"/>
          <a:ext cx="9883775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05240" imgH="698400" progId="Equation.DSMT4">
                  <p:embed/>
                </p:oleObj>
              </mc:Choice>
              <mc:Fallback>
                <p:oleObj name="Equation" r:id="rId8" imgW="4305240" imgH="698400" progId="Equation.DSMT4">
                  <p:embed/>
                  <p:pic>
                    <p:nvPicPr>
                      <p:cNvPr id="41" name="对象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4081133"/>
                        <a:ext cx="9883775" cy="160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723748"/>
              </p:ext>
            </p:extLst>
          </p:nvPr>
        </p:nvGraphicFramePr>
        <p:xfrm>
          <a:off x="626689" y="3397808"/>
          <a:ext cx="5355579" cy="532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45960" imgH="215640" progId="Equation.DSMT4">
                  <p:embed/>
                </p:oleObj>
              </mc:Choice>
              <mc:Fallback>
                <p:oleObj name="Equation" r:id="rId10" imgW="2145960" imgH="215640" progId="Equation.DSMT4">
                  <p:embed/>
                  <p:pic>
                    <p:nvPicPr>
                      <p:cNvPr id="52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689" y="3397808"/>
                        <a:ext cx="5355579" cy="5327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20074"/>
              </p:ext>
            </p:extLst>
          </p:nvPr>
        </p:nvGraphicFramePr>
        <p:xfrm>
          <a:off x="4104720" y="847073"/>
          <a:ext cx="31194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832800" imgH="4876800" progId="Equation.DSMT4">
                  <p:embed/>
                </p:oleObj>
              </mc:Choice>
              <mc:Fallback>
                <p:oleObj name="Equation" r:id="rId12" imgW="33832800" imgH="48768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720" y="847073"/>
                        <a:ext cx="311943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73668" y="847073"/>
          <a:ext cx="30067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613600" imgH="4572000" progId="Equation.DSMT4">
                  <p:embed/>
                </p:oleObj>
              </mc:Choice>
              <mc:Fallback>
                <p:oleObj name="Equation" r:id="rId14" imgW="32613600" imgH="45720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668" y="847073"/>
                        <a:ext cx="300672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9F138-2F18-A361-A2B7-3E689F8EC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01D5BB9-D559-1D13-1229-193C87BE5A9F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1CA8646B-9B31-2174-FCA1-BBBE08725EF2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内容占位符 3">
            <a:extLst>
              <a:ext uri="{FF2B5EF4-FFF2-40B4-BE49-F238E27FC236}">
                <a16:creationId xmlns:a16="http://schemas.microsoft.com/office/drawing/2014/main" id="{25B1E18B-780F-030E-AF8E-774D7332556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7B9E282-27A2-7980-990F-E79B0AD52E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687595"/>
              </p:ext>
            </p:extLst>
          </p:nvPr>
        </p:nvGraphicFramePr>
        <p:xfrm>
          <a:off x="1131866" y="1063642"/>
          <a:ext cx="5956930" cy="522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11200" imgH="203040" progId="Equation.DSMT4">
                  <p:embed/>
                </p:oleObj>
              </mc:Choice>
              <mc:Fallback>
                <p:oleObj name="Equation" r:id="rId4" imgW="2311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1866" y="1063642"/>
                        <a:ext cx="5956930" cy="522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9B41361-87FC-F4D6-7583-78ECEFE8D1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729837"/>
              </p:ext>
            </p:extLst>
          </p:nvPr>
        </p:nvGraphicFramePr>
        <p:xfrm>
          <a:off x="7676260" y="836930"/>
          <a:ext cx="1478154" cy="1746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901440" progId="Equation.DSMT4">
                  <p:embed/>
                </p:oleObj>
              </mc:Choice>
              <mc:Fallback>
                <p:oleObj name="Equation" r:id="rId6" imgW="761760" imgH="90144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9B0AC076-6CC9-005D-0E7C-9B66061CE9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76260" y="836930"/>
                        <a:ext cx="1478154" cy="174654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69B2527-A881-D033-B387-6C476C5FE9EB}"/>
              </a:ext>
            </a:extLst>
          </p:cNvPr>
          <p:cNvSpPr txBox="1"/>
          <p:nvPr/>
        </p:nvSpPr>
        <p:spPr>
          <a:xfrm>
            <a:off x="9154414" y="1163333"/>
            <a:ext cx="2565229" cy="87700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柯西</a:t>
            </a:r>
            <a:r>
              <a:rPr lang="en-US" altLang="zh-CN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黎曼</a:t>
            </a:r>
            <a:r>
              <a:rPr lang="en-US" altLang="zh-CN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(C-R)</a:t>
            </a:r>
            <a:r>
              <a:rPr lang="zh-CN" altLang="en-US" sz="26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8C91A90-AC78-DA79-E58A-DE1D5878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680584"/>
              </p:ext>
            </p:extLst>
          </p:nvPr>
        </p:nvGraphicFramePr>
        <p:xfrm>
          <a:off x="1045369" y="2799693"/>
          <a:ext cx="4521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97080" imgH="203040" progId="Equation.DSMT4">
                  <p:embed/>
                </p:oleObj>
              </mc:Choice>
              <mc:Fallback>
                <p:oleObj name="Equation" r:id="rId8" imgW="2197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5369" y="2799693"/>
                        <a:ext cx="45212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5C6A25CA-593D-35D2-92B0-DF9A7B591E3E}"/>
              </a:ext>
            </a:extLst>
          </p:cNvPr>
          <p:cNvSpPr txBox="1"/>
          <p:nvPr/>
        </p:nvSpPr>
        <p:spPr>
          <a:xfrm>
            <a:off x="5305181" y="2767987"/>
            <a:ext cx="2640504" cy="52433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（反过来不对！）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C4981E7-6891-3E63-E4C1-34384C9500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706493"/>
              </p:ext>
            </p:extLst>
          </p:nvPr>
        </p:nvGraphicFramePr>
        <p:xfrm>
          <a:off x="753715" y="3631622"/>
          <a:ext cx="5823186" cy="955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69920" imgH="469800" progId="Equation.DSMT4">
                  <p:embed/>
                </p:oleObj>
              </mc:Choice>
              <mc:Fallback>
                <p:oleObj name="Equation" r:id="rId10" imgW="28699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53715" y="3631622"/>
                        <a:ext cx="5823186" cy="955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45EBA70-D75F-5C75-5DE2-7FB363D7BC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384096"/>
              </p:ext>
            </p:extLst>
          </p:nvPr>
        </p:nvGraphicFramePr>
        <p:xfrm>
          <a:off x="6903981" y="3581530"/>
          <a:ext cx="5007607" cy="950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76440" imgH="469800" progId="Equation.DSMT4">
                  <p:embed/>
                </p:oleObj>
              </mc:Choice>
              <mc:Fallback>
                <p:oleObj name="Equation" r:id="rId12" imgW="24764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03981" y="3581530"/>
                        <a:ext cx="5007607" cy="9500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26FDA5E-9D7E-44EC-9E7A-58C422D5551D}"/>
              </a:ext>
            </a:extLst>
          </p:cNvPr>
          <p:cNvCxnSpPr>
            <a:cxnSpLocks/>
          </p:cNvCxnSpPr>
          <p:nvPr/>
        </p:nvCxnSpPr>
        <p:spPr>
          <a:xfrm>
            <a:off x="6771659" y="3350754"/>
            <a:ext cx="0" cy="135625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C03AC6B-1757-4B62-8ACA-80E1E065D5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533527"/>
              </p:ext>
            </p:extLst>
          </p:nvPr>
        </p:nvGraphicFramePr>
        <p:xfrm>
          <a:off x="3135160" y="4944442"/>
          <a:ext cx="5465916" cy="907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31760" imgH="469800" progId="Equation.DSMT4">
                  <p:embed/>
                </p:oleObj>
              </mc:Choice>
              <mc:Fallback>
                <p:oleObj name="Equation" r:id="rId14" imgW="2831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135160" y="4944442"/>
                        <a:ext cx="5465916" cy="9070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EA6C8ED-F50D-65DF-7C09-C7DEDDEDE266}"/>
              </a:ext>
            </a:extLst>
          </p:cNvPr>
          <p:cNvCxnSpPr/>
          <p:nvPr/>
        </p:nvCxnSpPr>
        <p:spPr>
          <a:xfrm>
            <a:off x="3350755" y="5814704"/>
            <a:ext cx="360236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68FA14F-D319-1D7C-F6A3-C64A5314E3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575504"/>
              </p:ext>
            </p:extLst>
          </p:nvPr>
        </p:nvGraphicFramePr>
        <p:xfrm>
          <a:off x="4690747" y="5851526"/>
          <a:ext cx="1177371" cy="280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50680" imgH="203040" progId="Equation.DSMT4">
                  <p:embed/>
                </p:oleObj>
              </mc:Choice>
              <mc:Fallback>
                <p:oleObj name="Equation" r:id="rId16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690747" y="5851526"/>
                        <a:ext cx="1177371" cy="280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4849FAF1-BE08-DE63-0C2D-CF6D1A38D2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253779"/>
              </p:ext>
            </p:extLst>
          </p:nvPr>
        </p:nvGraphicFramePr>
        <p:xfrm>
          <a:off x="1622382" y="5177467"/>
          <a:ext cx="1500839" cy="422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47089" imgH="266523" progId="Equation.DSMT4">
                  <p:embed/>
                </p:oleObj>
              </mc:Choice>
              <mc:Fallback>
                <p:oleObj name="Equation" r:id="rId18" imgW="947089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622382" y="5177467"/>
                        <a:ext cx="1500839" cy="422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1764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65200" y="1431925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00800" imgH="4572000" progId="Equation.DSMT4">
                  <p:embed/>
                </p:oleObj>
              </mc:Choice>
              <mc:Fallback>
                <p:oleObj name="Equation" r:id="rId4" imgW="64008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1431925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600819" y="1438601"/>
          <a:ext cx="59801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703200" imgH="5181600" progId="Equation.DSMT4">
                  <p:embed/>
                </p:oleObj>
              </mc:Choice>
              <mc:Fallback>
                <p:oleObj name="Equation" r:id="rId6" imgW="63703200" imgH="5181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819" y="1438601"/>
                        <a:ext cx="59801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099986"/>
              </p:ext>
            </p:extLst>
          </p:nvPr>
        </p:nvGraphicFramePr>
        <p:xfrm>
          <a:off x="1879856" y="2792437"/>
          <a:ext cx="2743261" cy="553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0800" imgH="241200" progId="Equation.DSMT4">
                  <p:embed/>
                </p:oleObj>
              </mc:Choice>
              <mc:Fallback>
                <p:oleObj name="Equation" r:id="rId8" imgW="1180800" imgH="2412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856" y="2792437"/>
                        <a:ext cx="2743261" cy="553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79716" y="2830959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096000" imgH="4876800" progId="Equation.DSMT4">
                  <p:embed/>
                </p:oleObj>
              </mc:Choice>
              <mc:Fallback>
                <p:oleObj name="Equation" r:id="rId10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716" y="2830959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926315" y="2895543"/>
          <a:ext cx="29464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394400" imgH="4876800" progId="Equation.DSMT4">
                  <p:embed/>
                </p:oleObj>
              </mc:Choice>
              <mc:Fallback>
                <p:oleObj name="Equation" r:id="rId12" imgW="31394400" imgH="4876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6315" y="2895543"/>
                        <a:ext cx="29464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921128" y="3579711"/>
          <a:ext cx="5287962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6388000" imgH="10363200" progId="Equation.DSMT4">
                  <p:embed/>
                </p:oleObj>
              </mc:Choice>
              <mc:Fallback>
                <p:oleObj name="Equation" r:id="rId14" imgW="56388000" imgH="103632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128" y="3579711"/>
                        <a:ext cx="5287962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57003"/>
              </p:ext>
            </p:extLst>
          </p:nvPr>
        </p:nvGraphicFramePr>
        <p:xfrm>
          <a:off x="1565275" y="2010371"/>
          <a:ext cx="7943034" cy="554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55720" imgH="241200" progId="Equation.DSMT4">
                  <p:embed/>
                </p:oleObj>
              </mc:Choice>
              <mc:Fallback>
                <p:oleObj name="Equation" r:id="rId16" imgW="3555720" imgH="2412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2010371"/>
                        <a:ext cx="7943034" cy="554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045369" y="5013176"/>
          <a:ext cx="103187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0032800" imgH="5181600" progId="Equation.DSMT4">
                  <p:embed/>
                </p:oleObj>
              </mc:Choice>
              <mc:Fallback>
                <p:oleObj name="Equation" r:id="rId18" imgW="110032800" imgH="5181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5013176"/>
                        <a:ext cx="103187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414780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E05BA3A-8D01-804A-40BC-486D651D66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773686"/>
              </p:ext>
            </p:extLst>
          </p:nvPr>
        </p:nvGraphicFramePr>
        <p:xfrm>
          <a:off x="9971711" y="345442"/>
          <a:ext cx="1275300" cy="1506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61760" imgH="901440" progId="Equation.DSMT4">
                  <p:embed/>
                </p:oleObj>
              </mc:Choice>
              <mc:Fallback>
                <p:oleObj name="Equation" r:id="rId20" imgW="761760" imgH="9014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4A9D46E-A10C-B07C-196F-5261C05C99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971711" y="345442"/>
                        <a:ext cx="1275300" cy="150685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3056967" y="2069590"/>
            <a:ext cx="2522279" cy="712694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324896"/>
              </p:ext>
            </p:extLst>
          </p:nvPr>
        </p:nvGraphicFramePr>
        <p:xfrm>
          <a:off x="1554064" y="2140552"/>
          <a:ext cx="4025182" cy="512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680" imgH="228600" progId="Equation.DSMT4">
                  <p:embed/>
                </p:oleObj>
              </mc:Choice>
              <mc:Fallback>
                <p:oleObj name="Equation" r:id="rId4" imgW="1777680" imgH="2286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064" y="2140552"/>
                        <a:ext cx="4025182" cy="512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82564" y="2100142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6000" imgH="4876800" progId="Equation.DSMT4">
                  <p:embed/>
                </p:oleObj>
              </mc:Choice>
              <mc:Fallback>
                <p:oleObj name="Equation" r:id="rId6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564" y="2100142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125414"/>
              </p:ext>
            </p:extLst>
          </p:nvPr>
        </p:nvGraphicFramePr>
        <p:xfrm>
          <a:off x="5956186" y="2203099"/>
          <a:ext cx="4358460" cy="51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17360" imgH="228600" progId="Equation.DSMT4">
                  <p:embed/>
                </p:oleObj>
              </mc:Choice>
              <mc:Fallback>
                <p:oleObj name="Equation" r:id="rId8" imgW="1917360" imgH="2286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186" y="2203099"/>
                        <a:ext cx="4358460" cy="512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859160"/>
              </p:ext>
            </p:extLst>
          </p:nvPr>
        </p:nvGraphicFramePr>
        <p:xfrm>
          <a:off x="2168183" y="2928328"/>
          <a:ext cx="8069303" cy="893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73240" imgH="431640" progId="Equation.DSMT4">
                  <p:embed/>
                </p:oleObj>
              </mc:Choice>
              <mc:Fallback>
                <p:oleObj name="Equation" r:id="rId10" imgW="3873240" imgH="431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183" y="2928328"/>
                        <a:ext cx="8069303" cy="893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440856"/>
              </p:ext>
            </p:extLst>
          </p:nvPr>
        </p:nvGraphicFramePr>
        <p:xfrm>
          <a:off x="2168183" y="3949794"/>
          <a:ext cx="3717058" cy="893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7680" imgH="431640" progId="Equation.DSMT4">
                  <p:embed/>
                </p:oleObj>
              </mc:Choice>
              <mc:Fallback>
                <p:oleObj name="Equation" r:id="rId12" imgW="1777680" imgH="4316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183" y="3949794"/>
                        <a:ext cx="3717058" cy="893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376860"/>
              </p:ext>
            </p:extLst>
          </p:nvPr>
        </p:nvGraphicFramePr>
        <p:xfrm>
          <a:off x="5256525" y="4922835"/>
          <a:ext cx="59467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3398400" imgH="5181600" progId="Equation.DSMT4">
                  <p:embed/>
                </p:oleObj>
              </mc:Choice>
              <mc:Fallback>
                <p:oleObj name="Equation" r:id="rId14" imgW="63398400" imgH="51816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525" y="4922835"/>
                        <a:ext cx="59467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接箭头连接符 22"/>
          <p:cNvCxnSpPr/>
          <p:nvPr/>
        </p:nvCxnSpPr>
        <p:spPr>
          <a:xfrm>
            <a:off x="5187381" y="2643200"/>
            <a:ext cx="2996851" cy="1812970"/>
          </a:xfrm>
          <a:prstGeom prst="straightConnector1">
            <a:avLst/>
          </a:prstGeom>
          <a:ln w="38100">
            <a:solidFill>
              <a:srgbClr val="1217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529475"/>
              </p:ext>
            </p:extLst>
          </p:nvPr>
        </p:nvGraphicFramePr>
        <p:xfrm>
          <a:off x="8229913" y="4361377"/>
          <a:ext cx="2095853" cy="443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52200" imgH="203040" progId="Equation.DSMT4">
                  <p:embed/>
                </p:oleObj>
              </mc:Choice>
              <mc:Fallback>
                <p:oleObj name="Equation" r:id="rId16" imgW="952200" imgH="20304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913" y="4361377"/>
                        <a:ext cx="2095853" cy="443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05AD7DB-74ED-9C3A-064A-B2008D31B2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533631"/>
              </p:ext>
            </p:extLst>
          </p:nvPr>
        </p:nvGraphicFramePr>
        <p:xfrm>
          <a:off x="982564" y="874119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400800" imgH="4572000" progId="Equation.DSMT4">
                  <p:embed/>
                </p:oleObj>
              </mc:Choice>
              <mc:Fallback>
                <p:oleObj name="Equation" r:id="rId18" imgW="64008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564" y="874119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E750D98-2718-330F-03EA-0C18B6972C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107887"/>
              </p:ext>
            </p:extLst>
          </p:nvPr>
        </p:nvGraphicFramePr>
        <p:xfrm>
          <a:off x="1618183" y="880795"/>
          <a:ext cx="59801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3703200" imgH="5181600" progId="Equation.DSMT4">
                  <p:embed/>
                </p:oleObj>
              </mc:Choice>
              <mc:Fallback>
                <p:oleObj name="Equation" r:id="rId20" imgW="63703200" imgH="5181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183" y="880795"/>
                        <a:ext cx="59801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AADD884-37B2-39DF-E149-3A0D05062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526635"/>
              </p:ext>
            </p:extLst>
          </p:nvPr>
        </p:nvGraphicFramePr>
        <p:xfrm>
          <a:off x="1582639" y="1452565"/>
          <a:ext cx="7943034" cy="554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555720" imgH="241200" progId="Equation.DSMT4">
                  <p:embed/>
                </p:oleObj>
              </mc:Choice>
              <mc:Fallback>
                <p:oleObj name="Equation" r:id="rId22" imgW="3555720" imgH="2412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639" y="1452565"/>
                        <a:ext cx="7943034" cy="554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2486DDD-B42A-96A1-D132-91EBE3D027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460118"/>
              </p:ext>
            </p:extLst>
          </p:nvPr>
        </p:nvGraphicFramePr>
        <p:xfrm>
          <a:off x="1654713" y="4891049"/>
          <a:ext cx="3532668" cy="514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60978" imgH="300074" progId="Equation.DSMT4">
                  <p:embed/>
                </p:oleObj>
              </mc:Choice>
              <mc:Fallback>
                <p:oleObj name="Equation" r:id="rId24" imgW="2060978" imgH="3000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654713" y="4891049"/>
                        <a:ext cx="3532668" cy="5143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746190C-F1CB-2AC5-75A4-3DF13215FD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773686"/>
              </p:ext>
            </p:extLst>
          </p:nvPr>
        </p:nvGraphicFramePr>
        <p:xfrm>
          <a:off x="9971711" y="345442"/>
          <a:ext cx="1275300" cy="1506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61760" imgH="901440" progId="Equation.DSMT4">
                  <p:embed/>
                </p:oleObj>
              </mc:Choice>
              <mc:Fallback>
                <p:oleObj name="Equation" r:id="rId26" imgW="761760" imgH="9014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4A9D46E-A10C-B07C-196F-5261C05C99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971711" y="345442"/>
                        <a:ext cx="1275300" cy="150685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171202"/>
              </p:ext>
            </p:extLst>
          </p:nvPr>
        </p:nvGraphicFramePr>
        <p:xfrm>
          <a:off x="1964815" y="2143536"/>
          <a:ext cx="3589341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240" imgH="228600" progId="Equation.DSMT4">
                  <p:embed/>
                </p:oleObj>
              </mc:Choice>
              <mc:Fallback>
                <p:oleObj name="Equation" r:id="rId4" imgW="1587240" imgH="2286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815" y="2143536"/>
                        <a:ext cx="3589341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82564" y="2100142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6000" imgH="4876800" progId="Equation.DSMT4">
                  <p:embed/>
                </p:oleObj>
              </mc:Choice>
              <mc:Fallback>
                <p:oleObj name="Equation" r:id="rId6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564" y="2100142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729123" y="2144028"/>
          <a:ext cx="29749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699200" imgH="5486400" progId="Equation.DSMT4">
                  <p:embed/>
                </p:oleObj>
              </mc:Choice>
              <mc:Fallback>
                <p:oleObj name="Equation" r:id="rId8" imgW="31699200" imgH="54864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9123" y="2144028"/>
                        <a:ext cx="29749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423592" y="2793453"/>
          <a:ext cx="5430838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912000" imgH="10363200" progId="Equation.DSMT4">
                  <p:embed/>
                </p:oleObj>
              </mc:Choice>
              <mc:Fallback>
                <p:oleObj name="Equation" r:id="rId10" imgW="57912000" imgH="103632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2793453"/>
                        <a:ext cx="5430838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017759"/>
              </p:ext>
            </p:extLst>
          </p:nvPr>
        </p:nvGraphicFramePr>
        <p:xfrm>
          <a:off x="1847528" y="3969113"/>
          <a:ext cx="8712246" cy="482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73240" imgH="215640" progId="Equation.DSMT4">
                  <p:embed/>
                </p:oleObj>
              </mc:Choice>
              <mc:Fallback>
                <p:oleObj name="Equation" r:id="rId12" imgW="3873240" imgH="2156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3969113"/>
                        <a:ext cx="8712246" cy="482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21061"/>
              </p:ext>
            </p:extLst>
          </p:nvPr>
        </p:nvGraphicFramePr>
        <p:xfrm>
          <a:off x="1847528" y="4682513"/>
          <a:ext cx="8584951" cy="482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9880" imgH="215640" progId="Equation.DSMT4">
                  <p:embed/>
                </p:oleObj>
              </mc:Choice>
              <mc:Fallback>
                <p:oleObj name="Equation" r:id="rId14" imgW="3809880" imgH="215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4682513"/>
                        <a:ext cx="8584951" cy="4825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025525" y="5424488"/>
          <a:ext cx="9159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753600" imgH="4572000" progId="Equation.DSMT4">
                  <p:embed/>
                </p:oleObj>
              </mc:Choice>
              <mc:Fallback>
                <p:oleObj name="Equation" r:id="rId16" imgW="97536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5424488"/>
                        <a:ext cx="9159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815454"/>
              </p:ext>
            </p:extLst>
          </p:nvPr>
        </p:nvGraphicFramePr>
        <p:xfrm>
          <a:off x="2063552" y="5395913"/>
          <a:ext cx="56657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0350400" imgH="5181600" progId="Equation.DSMT4">
                  <p:embed/>
                </p:oleObj>
              </mc:Choice>
              <mc:Fallback>
                <p:oleObj name="Equation" r:id="rId18" imgW="60350400" imgH="51816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5395913"/>
                        <a:ext cx="56657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5295DCF-4E30-F6DB-D70C-4A2B64A4D2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346284"/>
              </p:ext>
            </p:extLst>
          </p:nvPr>
        </p:nvGraphicFramePr>
        <p:xfrm>
          <a:off x="982564" y="887768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400800" imgH="4572000" progId="Equation.DSMT4">
                  <p:embed/>
                </p:oleObj>
              </mc:Choice>
              <mc:Fallback>
                <p:oleObj name="Equation" r:id="rId20" imgW="64008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564" y="887768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6F7CD63-58FF-A9CF-E344-9A9E065390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50066"/>
              </p:ext>
            </p:extLst>
          </p:nvPr>
        </p:nvGraphicFramePr>
        <p:xfrm>
          <a:off x="1618183" y="894444"/>
          <a:ext cx="59801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3703200" imgH="5181600" progId="Equation.DSMT4">
                  <p:embed/>
                </p:oleObj>
              </mc:Choice>
              <mc:Fallback>
                <p:oleObj name="Equation" r:id="rId22" imgW="63703200" imgH="5181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183" y="894444"/>
                        <a:ext cx="59801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1351424-2E68-5300-35FB-8087739670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299421"/>
              </p:ext>
            </p:extLst>
          </p:nvPr>
        </p:nvGraphicFramePr>
        <p:xfrm>
          <a:off x="1582639" y="1466214"/>
          <a:ext cx="7943034" cy="554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555720" imgH="241200" progId="Equation.DSMT4">
                  <p:embed/>
                </p:oleObj>
              </mc:Choice>
              <mc:Fallback>
                <p:oleObj name="Equation" r:id="rId24" imgW="3555720" imgH="2412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639" y="1466214"/>
                        <a:ext cx="7943034" cy="554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4A9D46E-A10C-B07C-196F-5261C05C99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500746"/>
              </p:ext>
            </p:extLst>
          </p:nvPr>
        </p:nvGraphicFramePr>
        <p:xfrm>
          <a:off x="9971711" y="345442"/>
          <a:ext cx="1275300" cy="1506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61760" imgH="901440" progId="Equation.DSMT4">
                  <p:embed/>
                </p:oleObj>
              </mc:Choice>
              <mc:Fallback>
                <p:oleObj name="Equation" r:id="rId26" imgW="761760" imgH="90144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9B0AC076-6CC9-005D-0E7C-9B66061CE9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971711" y="345442"/>
                        <a:ext cx="1275300" cy="150685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AE336A7-2556-6E9C-6500-EAE2CD45D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324951"/>
              </p:ext>
            </p:extLst>
          </p:nvPr>
        </p:nvGraphicFramePr>
        <p:xfrm>
          <a:off x="2063553" y="6047089"/>
          <a:ext cx="7780056" cy="4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555720" imgH="203040" progId="Equation.DSMT4">
                  <p:embed/>
                </p:oleObj>
              </mc:Choice>
              <mc:Fallback>
                <p:oleObj name="Equation" r:id="rId28" imgW="3555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063553" y="6047089"/>
                        <a:ext cx="7780056" cy="444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40D2969-D2CF-4487-789A-344FB8968F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23848"/>
              </p:ext>
            </p:extLst>
          </p:nvPr>
        </p:nvGraphicFramePr>
        <p:xfrm>
          <a:off x="1199885" y="6066214"/>
          <a:ext cx="56726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53800" imgH="190440" progId="Equation.DSMT4">
                  <p:embed/>
                </p:oleObj>
              </mc:Choice>
              <mc:Fallback>
                <p:oleObj name="Equation" r:id="rId30" imgW="25380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199885" y="6066214"/>
                        <a:ext cx="567267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65200" y="911225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00800" imgH="4572000" progId="Equation.DSMT4">
                  <p:embed/>
                </p:oleObj>
              </mc:Choice>
              <mc:Fallback>
                <p:oleObj name="Equation" r:id="rId4" imgW="64008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911225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673914"/>
              </p:ext>
            </p:extLst>
          </p:nvPr>
        </p:nvGraphicFramePr>
        <p:xfrm>
          <a:off x="1690163" y="871076"/>
          <a:ext cx="8814235" cy="1054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49560" imgH="469800" progId="Equation.DSMT4">
                  <p:embed/>
                </p:oleObj>
              </mc:Choice>
              <mc:Fallback>
                <p:oleObj name="Equation" r:id="rId6" imgW="3949560" imgH="4698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163" y="871076"/>
                        <a:ext cx="8814235" cy="1054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65796" y="2056777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6000" imgH="4876800" progId="Equation.DSMT4">
                  <p:embed/>
                </p:oleObj>
              </mc:Choice>
              <mc:Fallback>
                <p:oleObj name="Equation" r:id="rId8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796" y="2056777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811496" y="1937229"/>
          <a:ext cx="20002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336000" imgH="9753600" progId="Equation.DSMT4">
                  <p:embed/>
                </p:oleObj>
              </mc:Choice>
              <mc:Fallback>
                <p:oleObj name="Equation" r:id="rId10" imgW="21336000" imgH="97536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496" y="1937229"/>
                        <a:ext cx="2000250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836732"/>
              </p:ext>
            </p:extLst>
          </p:nvPr>
        </p:nvGraphicFramePr>
        <p:xfrm>
          <a:off x="4004280" y="1947618"/>
          <a:ext cx="198446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8840" imgH="431640" progId="Equation.DSMT4">
                  <p:embed/>
                </p:oleObj>
              </mc:Choice>
              <mc:Fallback>
                <p:oleObj name="Equation" r:id="rId12" imgW="888840" imgH="431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4280" y="1947618"/>
                        <a:ext cx="198446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197064" y="1952861"/>
          <a:ext cx="21145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555200" imgH="9753600" progId="Equation.DSMT4">
                  <p:embed/>
                </p:oleObj>
              </mc:Choice>
              <mc:Fallback>
                <p:oleObj name="Equation" r:id="rId14" imgW="22555200" imgH="97536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064" y="1952861"/>
                        <a:ext cx="21145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504148" y="1909277"/>
          <a:ext cx="200025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336000" imgH="10363200" progId="Equation.DSMT4">
                  <p:embed/>
                </p:oleObj>
              </mc:Choice>
              <mc:Fallback>
                <p:oleObj name="Equation" r:id="rId16" imgW="21336000" imgH="103632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4148" y="1909277"/>
                        <a:ext cx="200025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624049"/>
              </p:ext>
            </p:extLst>
          </p:nvPr>
        </p:nvGraphicFramePr>
        <p:xfrm>
          <a:off x="2499300" y="3287477"/>
          <a:ext cx="3950959" cy="472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90640" imgH="215640" progId="Equation.DSMT4">
                  <p:embed/>
                </p:oleObj>
              </mc:Choice>
              <mc:Fallback>
                <p:oleObj name="Equation" r:id="rId18" imgW="1790640" imgH="2156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9300" y="3287477"/>
                        <a:ext cx="3950959" cy="472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582826" y="3050639"/>
          <a:ext cx="34575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6880800" imgH="10363200" progId="Equation.DSMT4">
                  <p:embed/>
                </p:oleObj>
              </mc:Choice>
              <mc:Fallback>
                <p:oleObj name="Equation" r:id="rId20" imgW="36880800" imgH="103632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2826" y="3050639"/>
                        <a:ext cx="34575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211927"/>
              </p:ext>
            </p:extLst>
          </p:nvPr>
        </p:nvGraphicFramePr>
        <p:xfrm>
          <a:off x="1758008" y="4019680"/>
          <a:ext cx="6327775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30240" imgH="469800" progId="Equation.DSMT4">
                  <p:embed/>
                </p:oleObj>
              </mc:Choice>
              <mc:Fallback>
                <p:oleObj name="Equation" r:id="rId22" imgW="2730240" imgH="4698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008" y="4019680"/>
                        <a:ext cx="6327775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40009"/>
              </p:ext>
            </p:extLst>
          </p:nvPr>
        </p:nvGraphicFramePr>
        <p:xfrm>
          <a:off x="1758008" y="5253568"/>
          <a:ext cx="59721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3703200" imgH="5181600" progId="Equation.DSMT4">
                  <p:embed/>
                </p:oleObj>
              </mc:Choice>
              <mc:Fallback>
                <p:oleObj name="Equation" r:id="rId24" imgW="63703200" imgH="51816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008" y="5253568"/>
                        <a:ext cx="59721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854160"/>
              </p:ext>
            </p:extLst>
          </p:nvPr>
        </p:nvGraphicFramePr>
        <p:xfrm>
          <a:off x="908924" y="5944532"/>
          <a:ext cx="9159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753600" imgH="4572000" progId="Equation.DSMT4">
                  <p:embed/>
                </p:oleObj>
              </mc:Choice>
              <mc:Fallback>
                <p:oleObj name="Equation" r:id="rId26" imgW="97536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924" y="5944532"/>
                        <a:ext cx="9159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622351"/>
              </p:ext>
            </p:extLst>
          </p:nvPr>
        </p:nvGraphicFramePr>
        <p:xfrm>
          <a:off x="1964136" y="5944532"/>
          <a:ext cx="8352013" cy="489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038480" imgH="228600" progId="Equation.DSMT4">
                  <p:embed/>
                </p:oleObj>
              </mc:Choice>
              <mc:Fallback>
                <p:oleObj name="Equation" r:id="rId28" imgW="4038480" imgH="2286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136" y="5944532"/>
                        <a:ext cx="8352013" cy="489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ED6E2F4-6322-8E01-DC0D-C2E4F59A70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483083"/>
              </p:ext>
            </p:extLst>
          </p:nvPr>
        </p:nvGraphicFramePr>
        <p:xfrm>
          <a:off x="10589150" y="157796"/>
          <a:ext cx="1275300" cy="1506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761760" imgH="901440" progId="Equation.DSMT4">
                  <p:embed/>
                </p:oleObj>
              </mc:Choice>
              <mc:Fallback>
                <p:oleObj name="Equation" r:id="rId30" imgW="761760" imgH="9014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4A9D46E-A10C-B07C-196F-5261C05C99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0589150" y="157796"/>
                        <a:ext cx="1275300" cy="150685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65200" y="911225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00800" imgH="4572000" progId="Equation.DSMT4">
                  <p:embed/>
                </p:oleObj>
              </mc:Choice>
              <mc:Fallback>
                <p:oleObj name="Equation" r:id="rId4" imgW="64008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911225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5E973D-CBAB-29E7-2A71-1C4EDF83664F}"/>
              </a:ext>
            </a:extLst>
          </p:cNvPr>
          <p:cNvSpPr txBox="1"/>
          <p:nvPr/>
        </p:nvSpPr>
        <p:spPr>
          <a:xfrm>
            <a:off x="1265237" y="6195815"/>
            <a:ext cx="8407571" cy="5111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800" b="1" kern="1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C-R</a:t>
            </a:r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方程只是可导的</a:t>
            </a:r>
            <a:r>
              <a:rPr lang="zh-CN" altLang="en-US" sz="28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必要条件</a:t>
            </a:r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（不是充分条件）！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92B0066-2FDA-1FD0-28BA-CE3B071A67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848894"/>
              </p:ext>
            </p:extLst>
          </p:nvPr>
        </p:nvGraphicFramePr>
        <p:xfrm>
          <a:off x="10589150" y="157796"/>
          <a:ext cx="1275300" cy="1506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901440" progId="Equation.DSMT4">
                  <p:embed/>
                </p:oleObj>
              </mc:Choice>
              <mc:Fallback>
                <p:oleObj name="Equation" r:id="rId6" imgW="761760" imgH="9014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ED6E2F4-6322-8E01-DC0D-C2E4F59A70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589150" y="157796"/>
                        <a:ext cx="1275300" cy="150685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93763" y="911225"/>
          <a:ext cx="7429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24800" imgH="4572000" progId="Equation.DSMT4">
                  <p:embed/>
                </p:oleObj>
              </mc:Choice>
              <mc:Fallback>
                <p:oleObj name="Equation" r:id="rId4" imgW="79248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911225"/>
                        <a:ext cx="7429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803400" y="906780"/>
          <a:ext cx="8585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00" imgH="5181600" progId="Equation.DSMT4">
                  <p:embed/>
                </p:oleObj>
              </mc:Choice>
              <mc:Fallback>
                <p:oleObj name="Equation" r:id="rId6" imgW="91440000" imgH="5181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906780"/>
                        <a:ext cx="8585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071563" y="1728788"/>
          <a:ext cx="5715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6000" imgH="4267200" progId="Equation.DSMT4">
                  <p:embed/>
                </p:oleObj>
              </mc:Choice>
              <mc:Fallback>
                <p:oleObj name="Equation" r:id="rId8" imgW="6096000" imgH="42672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728788"/>
                        <a:ext cx="5715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434681"/>
              </p:ext>
            </p:extLst>
          </p:nvPr>
        </p:nvGraphicFramePr>
        <p:xfrm>
          <a:off x="1921461" y="1718401"/>
          <a:ext cx="535939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74560" imgH="431640" progId="Equation.DSMT4">
                  <p:embed/>
                </p:oleObj>
              </mc:Choice>
              <mc:Fallback>
                <p:oleObj name="Equation" r:id="rId10" imgW="2374560" imgH="431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461" y="1718401"/>
                        <a:ext cx="535939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921461" y="3038466"/>
          <a:ext cx="4286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572000" imgH="4267200" progId="Equation.DSMT4">
                  <p:embed/>
                </p:oleObj>
              </mc:Choice>
              <mc:Fallback>
                <p:oleObj name="Equation" r:id="rId12" imgW="4572000" imgH="42672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461" y="3038466"/>
                        <a:ext cx="42862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884488" y="2781300"/>
          <a:ext cx="34004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271200" imgH="10363200" progId="Equation.DSMT4">
                  <p:embed/>
                </p:oleObj>
              </mc:Choice>
              <mc:Fallback>
                <p:oleObj name="Equation" r:id="rId14" imgW="36271200" imgH="103632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488" y="2781300"/>
                        <a:ext cx="34004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970088" y="4047117"/>
          <a:ext cx="43148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6024800" imgH="5181600" progId="Equation.DSMT4">
                  <p:embed/>
                </p:oleObj>
              </mc:Choice>
              <mc:Fallback>
                <p:oleObj name="Equation" r:id="rId16" imgW="46024800" imgH="51816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8" y="4047117"/>
                        <a:ext cx="431482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970088" y="4857151"/>
          <a:ext cx="5486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8521600" imgH="5181600" progId="Equation.DSMT4">
                  <p:embed/>
                </p:oleObj>
              </mc:Choice>
              <mc:Fallback>
                <p:oleObj name="Equation" r:id="rId18" imgW="58521600" imgH="51816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8" y="4857151"/>
                        <a:ext cx="5486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A9323AD-BBF7-E144-AD98-9A058E631B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848894"/>
              </p:ext>
            </p:extLst>
          </p:nvPr>
        </p:nvGraphicFramePr>
        <p:xfrm>
          <a:off x="10589150" y="157796"/>
          <a:ext cx="1275300" cy="1506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61760" imgH="901440" progId="Equation.DSMT4">
                  <p:embed/>
                </p:oleObj>
              </mc:Choice>
              <mc:Fallback>
                <p:oleObj name="Equation" r:id="rId20" imgW="761760" imgH="9014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ED6E2F4-6322-8E01-DC0D-C2E4F59A70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589150" y="157796"/>
                        <a:ext cx="1275300" cy="150685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045369" y="854805"/>
          <a:ext cx="4400551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39200" imgH="4876800" progId="Equation.DSMT4">
                  <p:embed/>
                </p:oleObj>
              </mc:Choice>
              <mc:Fallback>
                <p:oleObj name="Equation" r:id="rId4" imgW="46939200" imgH="48768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854805"/>
                        <a:ext cx="4400551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216818" y="1527562"/>
          <a:ext cx="4057651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281600" imgH="5181600" progId="Equation.DSMT4">
                  <p:embed/>
                </p:oleObj>
              </mc:Choice>
              <mc:Fallback>
                <p:oleObj name="Equation" r:id="rId6" imgW="43281600" imgH="51816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818" y="1527562"/>
                        <a:ext cx="4057651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990435"/>
              </p:ext>
            </p:extLst>
          </p:nvPr>
        </p:nvGraphicFramePr>
        <p:xfrm>
          <a:off x="1779588" y="2234912"/>
          <a:ext cx="19145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21600" imgH="4876800" progId="Equation.DSMT4">
                  <p:embed/>
                </p:oleObj>
              </mc:Choice>
              <mc:Fallback>
                <p:oleObj name="Equation" r:id="rId8" imgW="20421600" imgH="48768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2234912"/>
                        <a:ext cx="19145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394554" y="2194430"/>
          <a:ext cx="32289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442400" imgH="5791200" progId="Equation.DSMT4">
                  <p:embed/>
                </p:oleObj>
              </mc:Choice>
              <mc:Fallback>
                <p:oleObj name="Equation" r:id="rId10" imgW="34442400" imgH="57912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554" y="2194430"/>
                        <a:ext cx="32289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779588" y="2994143"/>
          <a:ext cx="237172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298400" imgH="5791200" progId="Equation.DSMT4">
                  <p:embed/>
                </p:oleObj>
              </mc:Choice>
              <mc:Fallback>
                <p:oleObj name="Equation" r:id="rId12" imgW="25298400" imgH="57912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2994143"/>
                        <a:ext cx="2371725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399369"/>
              </p:ext>
            </p:extLst>
          </p:nvPr>
        </p:nvGraphicFramePr>
        <p:xfrm>
          <a:off x="1779588" y="3832422"/>
          <a:ext cx="3614966" cy="490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87240" imgH="215640" progId="Equation.DSMT4">
                  <p:embed/>
                </p:oleObj>
              </mc:Choice>
              <mc:Fallback>
                <p:oleObj name="Equation" r:id="rId14" imgW="1587240" imgH="2156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3832422"/>
                        <a:ext cx="3614966" cy="4905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643694"/>
              </p:ext>
            </p:extLst>
          </p:nvPr>
        </p:nvGraphicFramePr>
        <p:xfrm>
          <a:off x="5394554" y="3047725"/>
          <a:ext cx="2871867" cy="470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07880" imgH="215640" progId="Equation.DSMT4">
                  <p:embed/>
                </p:oleObj>
              </mc:Choice>
              <mc:Fallback>
                <p:oleObj name="Equation" r:id="rId16" imgW="1307880" imgH="2156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554" y="3047725"/>
                        <a:ext cx="2871867" cy="470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859490"/>
              </p:ext>
            </p:extLst>
          </p:nvPr>
        </p:nvGraphicFramePr>
        <p:xfrm>
          <a:off x="5394554" y="3800475"/>
          <a:ext cx="17145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288000" imgH="5486400" progId="Equation.DSMT4">
                  <p:embed/>
                </p:oleObj>
              </mc:Choice>
              <mc:Fallback>
                <p:oleObj name="Equation" r:id="rId18" imgW="18288000" imgH="54864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554" y="3800475"/>
                        <a:ext cx="17145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779588" y="4660802"/>
          <a:ext cx="32289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4442400" imgH="5181600" progId="Equation.DSMT4">
                  <p:embed/>
                </p:oleObj>
              </mc:Choice>
              <mc:Fallback>
                <p:oleObj name="Equation" r:id="rId20" imgW="34442400" imgH="51816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4660802"/>
                        <a:ext cx="32289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216818" y="5459413"/>
          <a:ext cx="8115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6563200" imgH="5181600" progId="Equation.DSMT4">
                  <p:embed/>
                </p:oleObj>
              </mc:Choice>
              <mc:Fallback>
                <p:oleObj name="Equation" r:id="rId22" imgW="86563200" imgH="51816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818" y="5459413"/>
                        <a:ext cx="8115300" cy="482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93763" y="911225"/>
          <a:ext cx="7429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24800" imgH="4572000" progId="Equation.DSMT4">
                  <p:embed/>
                </p:oleObj>
              </mc:Choice>
              <mc:Fallback>
                <p:oleObj name="Equation" r:id="rId4" imgW="79248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911225"/>
                        <a:ext cx="7429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278938"/>
              </p:ext>
            </p:extLst>
          </p:nvPr>
        </p:nvGraphicFramePr>
        <p:xfrm>
          <a:off x="1839114" y="893559"/>
          <a:ext cx="7977197" cy="476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71720" imgH="228600" progId="Equation.DSMT4">
                  <p:embed/>
                </p:oleObj>
              </mc:Choice>
              <mc:Fallback>
                <p:oleObj name="Equation" r:id="rId6" imgW="377172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114" y="893559"/>
                        <a:ext cx="7977197" cy="4762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071563" y="1701800"/>
          <a:ext cx="5715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6000" imgH="4876800" progId="Equation.DSMT4">
                  <p:embed/>
                </p:oleObj>
              </mc:Choice>
              <mc:Fallback>
                <p:oleObj name="Equation" r:id="rId8" imgW="6096000" imgH="4876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701800"/>
                        <a:ext cx="5715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51788"/>
              </p:ext>
            </p:extLst>
          </p:nvPr>
        </p:nvGraphicFramePr>
        <p:xfrm>
          <a:off x="2207208" y="1652043"/>
          <a:ext cx="3195195" cy="956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34960" imgH="431640" progId="Equation.DSMT4">
                  <p:embed/>
                </p:oleObj>
              </mc:Choice>
              <mc:Fallback>
                <p:oleObj name="Equation" r:id="rId10" imgW="1434960" imgH="431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208" y="1652043"/>
                        <a:ext cx="3195195" cy="956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655251"/>
              </p:ext>
            </p:extLst>
          </p:nvPr>
        </p:nvGraphicFramePr>
        <p:xfrm>
          <a:off x="6096000" y="1637148"/>
          <a:ext cx="3964471" cy="1011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88760" imgH="431640" progId="Equation.DSMT4">
                  <p:embed/>
                </p:oleObj>
              </mc:Choice>
              <mc:Fallback>
                <p:oleObj name="Equation" r:id="rId12" imgW="1688760" imgH="4316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637148"/>
                        <a:ext cx="3964471" cy="1011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227263" y="3140968"/>
          <a:ext cx="22860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384000" imgH="5181600" progId="Equation.DSMT4">
                  <p:embed/>
                </p:oleObj>
              </mc:Choice>
              <mc:Fallback>
                <p:oleObj name="Equation" r:id="rId14" imgW="24384000" imgH="51816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3140968"/>
                        <a:ext cx="22860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749800" y="2908300"/>
          <a:ext cx="22860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384000" imgH="9448800" progId="Equation.DSMT4">
                  <p:embed/>
                </p:oleObj>
              </mc:Choice>
              <mc:Fallback>
                <p:oleObj name="Equation" r:id="rId16" imgW="24384000" imgH="9448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2908300"/>
                        <a:ext cx="22860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227263" y="3905915"/>
          <a:ext cx="2743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9260800" imgH="10363200" progId="Equation.DSMT4">
                  <p:embed/>
                </p:oleObj>
              </mc:Choice>
              <mc:Fallback>
                <p:oleObj name="Equation" r:id="rId18" imgW="29260800" imgH="103632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3905915"/>
                        <a:ext cx="2743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7176120" y="2874408"/>
          <a:ext cx="154622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459200" imgH="9753600" progId="Equation.DSMT4">
                  <p:embed/>
                </p:oleObj>
              </mc:Choice>
              <mc:Fallback>
                <p:oleObj name="Equation" r:id="rId20" imgW="16459200" imgH="97536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2874408"/>
                        <a:ext cx="154622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5122863" y="4154755"/>
          <a:ext cx="32575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4747200" imgH="5181600" progId="Equation.DSMT4">
                  <p:embed/>
                </p:oleObj>
              </mc:Choice>
              <mc:Fallback>
                <p:oleObj name="Equation" r:id="rId22" imgW="34747200" imgH="5181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863" y="4154755"/>
                        <a:ext cx="32575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014260"/>
              </p:ext>
            </p:extLst>
          </p:nvPr>
        </p:nvGraphicFramePr>
        <p:xfrm>
          <a:off x="2207208" y="5155049"/>
          <a:ext cx="3836654" cy="482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90640" imgH="228600" progId="Equation.DSMT4">
                  <p:embed/>
                </p:oleObj>
              </mc:Choice>
              <mc:Fallback>
                <p:oleObj name="Equation" r:id="rId24" imgW="1790640" imgH="2286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208" y="5155049"/>
                        <a:ext cx="3836654" cy="482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93763" y="911225"/>
          <a:ext cx="7429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24800" imgH="4572000" progId="Equation.DSMT4">
                  <p:embed/>
                </p:oleObj>
              </mc:Choice>
              <mc:Fallback>
                <p:oleObj name="Equation" r:id="rId4" imgW="7924800" imgH="45720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911225"/>
                        <a:ext cx="7429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982459"/>
              </p:ext>
            </p:extLst>
          </p:nvPr>
        </p:nvGraphicFramePr>
        <p:xfrm>
          <a:off x="1772699" y="899948"/>
          <a:ext cx="8646601" cy="1027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86200" imgH="469800" progId="Equation.DSMT4">
                  <p:embed/>
                </p:oleObj>
              </mc:Choice>
              <mc:Fallback>
                <p:oleObj name="Equation" r:id="rId6" imgW="3886200" imgH="4698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2699" y="899948"/>
                        <a:ext cx="8646601" cy="1027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93775" y="2171071"/>
          <a:ext cx="5715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6000" imgH="4267200" progId="Equation.DSMT4">
                  <p:embed/>
                </p:oleObj>
              </mc:Choice>
              <mc:Fallback>
                <p:oleObj name="Equation" r:id="rId8" imgW="6096000" imgH="42672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2171071"/>
                        <a:ext cx="5715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282654"/>
              </p:ext>
            </p:extLst>
          </p:nvPr>
        </p:nvGraphicFramePr>
        <p:xfrm>
          <a:off x="2063553" y="2211000"/>
          <a:ext cx="5069928" cy="524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98600" imgH="228600" progId="Equation.DSMT4">
                  <p:embed/>
                </p:oleObj>
              </mc:Choice>
              <mc:Fallback>
                <p:oleObj name="Equation" r:id="rId10" imgW="2298600" imgH="2286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3" y="2211000"/>
                        <a:ext cx="5069928" cy="524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991544" y="2958346"/>
          <a:ext cx="480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1206400" imgH="5181600" progId="Equation.DSMT4">
                  <p:embed/>
                </p:oleObj>
              </mc:Choice>
              <mc:Fallback>
                <p:oleObj name="Equation" r:id="rId12" imgW="51206400" imgH="51816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2958346"/>
                        <a:ext cx="4800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635386" y="3644582"/>
          <a:ext cx="142875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40000" imgH="11887200" progId="Equation.DSMT4">
                  <p:embed/>
                </p:oleObj>
              </mc:Choice>
              <mc:Fallback>
                <p:oleObj name="Equation" r:id="rId14" imgW="15240000" imgH="118872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386" y="3644582"/>
                        <a:ext cx="142875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399262" y="3644582"/>
          <a:ext cx="26860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651200" imgH="11582400" progId="Equation.DSMT4">
                  <p:embed/>
                </p:oleObj>
              </mc:Choice>
              <mc:Fallback>
                <p:oleObj name="Equation" r:id="rId16" imgW="28651200" imgH="115824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9262" y="3644582"/>
                        <a:ext cx="268605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991544" y="4836103"/>
          <a:ext cx="42005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805600" imgH="5486400" progId="Equation.DSMT4">
                  <p:embed/>
                </p:oleObj>
              </mc:Choice>
              <mc:Fallback>
                <p:oleObj name="Equation" r:id="rId18" imgW="44805600" imgH="54864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4836103"/>
                        <a:ext cx="42005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084369"/>
              </p:ext>
            </p:extLst>
          </p:nvPr>
        </p:nvGraphicFramePr>
        <p:xfrm>
          <a:off x="1978702" y="3889757"/>
          <a:ext cx="2489121" cy="481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41120" imgH="203040" progId="Equation.DSMT4">
                  <p:embed/>
                </p:oleObj>
              </mc:Choice>
              <mc:Fallback>
                <p:oleObj name="Equation" r:id="rId20" imgW="1041120" imgH="2030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702" y="3889757"/>
                        <a:ext cx="2489121" cy="481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49"/>
          <p:cNvGrpSpPr/>
          <p:nvPr/>
        </p:nvGrpSpPr>
        <p:grpSpPr bwMode="auto">
          <a:xfrm>
            <a:off x="7104112" y="2092319"/>
            <a:ext cx="1838325" cy="609600"/>
            <a:chOff x="3612" y="1003"/>
            <a:chExt cx="1158" cy="384"/>
          </a:xfrm>
        </p:grpSpPr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3678" y="1224"/>
              <a:ext cx="336" cy="0"/>
            </a:xfrm>
            <a:prstGeom prst="line">
              <a:avLst/>
            </a:prstGeom>
            <a:noFill/>
            <a:ln w="12700">
              <a:solidFill>
                <a:srgbClr val="00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3649" y="1003"/>
              <a:ext cx="53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记为</a:t>
              </a: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3678" y="1265"/>
              <a:ext cx="336" cy="0"/>
            </a:xfrm>
            <a:prstGeom prst="line">
              <a:avLst/>
            </a:prstGeom>
            <a:noFill/>
            <a:ln w="12700">
              <a:solidFill>
                <a:srgbClr val="00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3612" y="1158"/>
              <a:ext cx="74" cy="1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0" name="Object 30"/>
            <p:cNvGraphicFramePr/>
            <p:nvPr>
              <p:extLst>
                <p:ext uri="{D42A27DB-BD31-4B8C-83A1-F6EECF244321}">
                  <p14:modId xmlns:p14="http://schemas.microsoft.com/office/powerpoint/2010/main" val="42414424"/>
                </p:ext>
              </p:extLst>
            </p:nvPr>
          </p:nvGraphicFramePr>
          <p:xfrm>
            <a:off x="4043" y="1099"/>
            <a:ext cx="72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69800" imgH="203040" progId="Equation.DSMT4">
                    <p:embed/>
                  </p:oleObj>
                </mc:Choice>
                <mc:Fallback>
                  <p:oleObj name="Equation" r:id="rId22" imgW="469800" imgH="203040" progId="Equation.DSMT4">
                    <p:embed/>
                    <p:pic>
                      <p:nvPicPr>
                        <p:cNvPr id="30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3" y="1099"/>
                          <a:ext cx="727" cy="2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993775" y="5537366"/>
          <a:ext cx="914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753600" imgH="4572000" progId="Equation.DSMT4">
                  <p:embed/>
                </p:oleObj>
              </mc:Choice>
              <mc:Fallback>
                <p:oleObj name="Equation" r:id="rId24" imgW="9753600" imgH="457200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5537366"/>
                        <a:ext cx="914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1991544" y="5604276"/>
          <a:ext cx="96583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3022400" imgH="5181600" progId="Equation.DSMT4">
                  <p:embed/>
                </p:oleObj>
              </mc:Choice>
              <mc:Fallback>
                <p:oleObj name="Equation" r:id="rId26" imgW="103022400" imgH="5181600" progId="Equation.DSMT4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5604276"/>
                        <a:ext cx="9658350" cy="4810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内容占位符 3"/>
          <p:cNvSpPr txBox="1"/>
          <p:nvPr>
            <p:custDataLst>
              <p:tags r:id="rId2"/>
            </p:custDataLst>
          </p:nvPr>
        </p:nvSpPr>
        <p:spPr>
          <a:xfrm>
            <a:off x="1343025" y="106680"/>
            <a:ext cx="64166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§2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判断复变函数可导与解析性的方法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§2-1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教材第二章习题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 (2)(4)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 (2)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6 (3)(4)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283</Words>
  <Application>Microsoft Office PowerPoint</Application>
  <PresentationFormat>宽屏</PresentationFormat>
  <Paragraphs>34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等线</vt:lpstr>
      <vt:lpstr>等线 Light</vt:lpstr>
      <vt:lpstr>楷体</vt:lpstr>
      <vt:lpstr>微软雅黑</vt:lpstr>
      <vt:lpstr>Arial</vt:lpstr>
      <vt:lpstr>Calibri</vt:lpstr>
      <vt:lpstr>Calibri Light</vt:lpstr>
      <vt:lpstr>Times New Roman</vt:lpstr>
      <vt:lpstr>Office 主题​​</vt:lpstr>
      <vt:lpstr>新媒体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80</cp:revision>
  <dcterms:created xsi:type="dcterms:W3CDTF">2025-07-23T06:34:43Z</dcterms:created>
  <dcterms:modified xsi:type="dcterms:W3CDTF">2025-10-29T02:25:27Z</dcterms:modified>
</cp:coreProperties>
</file>