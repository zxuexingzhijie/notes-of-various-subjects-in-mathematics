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1"/>
  </p:notesMasterIdLst>
  <p:sldIdLst>
    <p:sldId id="524" r:id="rId3"/>
    <p:sldId id="1157" r:id="rId4"/>
    <p:sldId id="1058" r:id="rId5"/>
    <p:sldId id="1044" r:id="rId6"/>
    <p:sldId id="1045" r:id="rId7"/>
    <p:sldId id="1046" r:id="rId8"/>
    <p:sldId id="1048" r:id="rId9"/>
    <p:sldId id="1049" r:id="rId10"/>
    <p:sldId id="1050" r:id="rId11"/>
    <p:sldId id="1051" r:id="rId12"/>
    <p:sldId id="1052" r:id="rId13"/>
    <p:sldId id="1055" r:id="rId14"/>
    <p:sldId id="1056" r:id="rId15"/>
    <p:sldId id="1057" r:id="rId16"/>
    <p:sldId id="1154" r:id="rId17"/>
    <p:sldId id="1156" r:id="rId18"/>
    <p:sldId id="1059" r:id="rId19"/>
    <p:sldId id="1060" r:id="rId20"/>
    <p:sldId id="1061" r:id="rId21"/>
    <p:sldId id="1062" r:id="rId22"/>
    <p:sldId id="1065" r:id="rId23"/>
    <p:sldId id="1073" r:id="rId24"/>
    <p:sldId id="1074" r:id="rId25"/>
    <p:sldId id="1075" r:id="rId26"/>
    <p:sldId id="1076" r:id="rId27"/>
    <p:sldId id="1077" r:id="rId28"/>
    <p:sldId id="1078" r:id="rId29"/>
    <p:sldId id="685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535FE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96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AC5BAD-CB38-4687-B99D-39B2AC101885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D7F21-FDD3-4D5D-BE7E-96E88C1296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8800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/>
          </a:p>
        </p:txBody>
      </p:sp>
      <p:sp>
        <p:nvSpPr>
          <p:cNvPr id="5124" name="灯片编号占位符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FFD299-5733-4771-9AAE-DE7C9C43B45C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56479A-69EE-C7B5-8401-F7801B51BA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D210D29-AD93-52D6-A870-B84A70715F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416576-122E-89E0-1BBF-1A659C7EA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25CFA2-FCEB-4A52-3D3E-8B729132E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99EFFA9-CAD7-BF0C-58DD-032047C15C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4149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F3C925-BF37-54B2-5830-93F8BCCDC2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8B6FFFA-2936-8304-67FC-3A045E1EAB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F1D326D-3D74-43E0-00FE-3D6557EB0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F365B72-E105-4E38-731A-F9F5F6A9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250975-7788-776E-30A5-067DAA7D7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5160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F8337-EE0E-7938-6D84-5AC073806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0F6434E-6B09-D296-2760-4B4F088ADC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BD9DF8F-A87C-628B-F68F-74DDD81EC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4816864-B979-619F-25DA-314898C9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3BCF965-B82B-F2FA-0656-2518B0885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13948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E4169C7-A00E-433D-3068-C3C1CB8E3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AA7DA-B4F5-948B-2B83-EA88A5821C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E0D52D2-C11A-2437-804F-9B314EE05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01030AE-287F-D432-DEB6-B17EDDFE23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3D2A59E-BDA3-A74A-B737-79D2F01DB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0588B8D-F3DF-146B-529B-7A6B768CD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62025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B92384-E0FA-D3D8-3F9A-5EC4B7C8A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1198B20-6056-C0F1-7F8B-E24618F8C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D2D96A-1C53-4887-56C1-DA71AB9352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40C328B-0520-E070-4ADE-0E125AD116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E77D1C1-EE13-748B-A2CD-E14CD07C47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97B7A75-639C-C7F9-90FB-133214D28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0E2955F-CCD1-49F4-94AF-4D12B4957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5C8A172-88D6-59F3-BF5A-1338B92D4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6628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020F2-A42D-A2E4-F970-554676997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2BC8476-44CD-A409-B463-0C0355EA2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F44ED3E-7CDD-EF37-0F4C-178770BC2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0CC8746-0BF3-FFD9-081D-6E6A8B1C41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11540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96A1DA5-B684-7B79-1037-A204ABDC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EAB9841-D5EF-9485-E90D-599CCFF33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27B9D6-B47E-1043-8D5D-D43F93F85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5961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A2D44-4E36-18A9-3952-F6D39F86E1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1C3D01-1F42-6733-EAC9-9FD1FBA0DC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AE595-9DD3-DD0E-614C-559460D830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827EDF0-B4C8-3F3F-AC84-CBFA29FC05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8FB7183-5A63-9B09-9F1C-16FAD259E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708FD9-CC74-4A0C-27F4-F4F50AF87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686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B5EE9E-EB42-4F88-5B22-C893360DD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68C3CD0-8A22-8530-ACE5-EB11E0501C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917DC68-13EA-7EF3-8074-A03567BDAF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279D368-CE6C-E1EE-720D-5EF6B4573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55E094-3190-D1FE-1F0D-53F758A0D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66F2DF-65AB-45BD-360E-D26AEBFC2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57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F48FAB-0F55-46F5-1828-C231CC370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418960-49F3-B8DC-AF46-E0B1495A55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2AFE35-35D0-9157-D004-2E1218B4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47330EA-5AC7-9890-E88C-282FAC99D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2CAAEF-317D-A692-ECD6-113E2046D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479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9375AF-7AEB-8F84-165E-28161E93D0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571FD7F-230B-1A1A-4F7E-C6D38C283E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2DC5EB-BED6-BBFA-C189-7CACF43359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475881-87F1-75BE-D6F7-8B966FCF4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6C6197-098D-47E8-BAE0-ABFDE86F4C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4330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475DEE-87D8-495E-A3A8-1A8F505E133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C7BD00-3484-4EF7-927F-3F7F140191D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9368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17EB4-49A3-48EB-8D69-1BF6D5C5F334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E81A69-409A-4893-B097-E6B54ED46592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1765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3E3090-995F-4D0F-8418-D0435CE438A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1229B24-ADCA-488A-B454-8E0DDC24B01B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9555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3BE796-90CC-4CC3-ADB7-7C885AE4FD2B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8E87B9-FF04-4BD9-AC47-ECADA989849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925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DE7D9C-89FA-4955-9F38-D1D9BEF95245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248A5F-B4C3-43C1-A819-03318D9AAB79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4380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E43D69-AED9-4EFB-A169-1E679CA67F76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A72EC5-B683-4B2C-A754-938D9E978CF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26017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11CB63-1E4B-4827-9894-6C4F9C72F69A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DF4731-D6A6-4B95-A7BE-0011588F883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56980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BBCAB22-B417-4DB7-8C6E-0BEFF018258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E5B924-B570-4DAF-9125-5E7699056B67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76583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3C6439-583A-4FC5-90DC-52A5D217C50C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80E7DB-1803-4059-AA99-1D10E9E83194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4912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59E2D0-A0E6-4919-AB29-2A6A781BC4E7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9CE955-4E26-4138-B26C-839081B892C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495198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4B729A-DE0B-4371-A628-A896D92F78A9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010200-0D58-4205-9DAE-2D7D0CA57D1F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952729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bg>
      <p:bgPr>
        <a:blipFill dpi="0" rotWithShape="0">
          <a:blip r:embed="rId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52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6BFDF6-CB4E-6673-73B2-5851A93E4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82F54F9-B00F-56C3-D221-8C3E58C8EC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9A4D469-A555-D32E-7E10-10B7014163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F469EA-2907-4024-989A-4AE715A92D0A}" type="datetimeFigureOut">
              <a:rPr lang="zh-CN" altLang="en-US" smtClean="0"/>
              <a:t>2025/10/29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0B1835-D6FA-9695-AF51-567BA77FC0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DCE190-00D4-BEE6-06EC-8C25365BF2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E15A17-EC1E-4980-9D72-63CB672872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694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6CCA3FE-DB03-4BD2-8674-6142A6807BFE}" type="datetimeFigureOut">
              <a:rPr lang="zh-CN" altLang="en-US"/>
              <a:t>2025/10/29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1152CD1-8330-4D4F-98A8-808FD403724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083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2.emf"/><Relationship Id="rId26" Type="http://schemas.openxmlformats.org/officeDocument/2006/relationships/image" Target="../media/image16.wmf"/><Relationship Id="rId3" Type="http://schemas.openxmlformats.org/officeDocument/2006/relationships/oleObject" Target="../embeddings/oleObject1.bin"/><Relationship Id="rId21" Type="http://schemas.openxmlformats.org/officeDocument/2006/relationships/oleObject" Target="../embeddings/oleObject10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9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1.wmf"/><Relationship Id="rId20" Type="http://schemas.openxmlformats.org/officeDocument/2006/relationships/image" Target="../media/image13.emf"/><Relationship Id="rId29" Type="http://schemas.openxmlformats.org/officeDocument/2006/relationships/oleObject" Target="../embeddings/oleObject14.bin"/><Relationship Id="rId1" Type="http://schemas.openxmlformats.org/officeDocument/2006/relationships/tags" Target="../tags/tag1.xml"/><Relationship Id="rId6" Type="http://schemas.openxmlformats.org/officeDocument/2006/relationships/image" Target="../media/image6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5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7.wmf"/><Relationship Id="rId10" Type="http://schemas.openxmlformats.org/officeDocument/2006/relationships/image" Target="../media/image8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5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0.wmf"/><Relationship Id="rId22" Type="http://schemas.openxmlformats.org/officeDocument/2006/relationships/image" Target="../media/image14.e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4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tags" Target="../tags/tag2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emf"/><Relationship Id="rId13" Type="http://schemas.openxmlformats.org/officeDocument/2006/relationships/oleObject" Target="../embeddings/oleObject30.bin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12" Type="http://schemas.openxmlformats.org/officeDocument/2006/relationships/image" Target="../media/image32.wmf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Relationship Id="rId6" Type="http://schemas.openxmlformats.org/officeDocument/2006/relationships/image" Target="../media/image23.wmf"/><Relationship Id="rId11" Type="http://schemas.openxmlformats.org/officeDocument/2006/relationships/oleObject" Target="../embeddings/oleObject29.bin"/><Relationship Id="rId5" Type="http://schemas.openxmlformats.org/officeDocument/2006/relationships/oleObject" Target="../embeddings/oleObject26.bin"/><Relationship Id="rId10" Type="http://schemas.openxmlformats.org/officeDocument/2006/relationships/image" Target="../media/image31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28.bin"/><Relationship Id="rId14" Type="http://schemas.openxmlformats.org/officeDocument/2006/relationships/image" Target="../media/image3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Relationship Id="rId6" Type="http://schemas.openxmlformats.org/officeDocument/2006/relationships/image" Target="../media/image34.wmf"/><Relationship Id="rId5" Type="http://schemas.openxmlformats.org/officeDocument/2006/relationships/oleObject" Target="../embeddings/oleObject31.bin"/><Relationship Id="rId10" Type="http://schemas.openxmlformats.org/officeDocument/2006/relationships/image" Target="../media/image36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3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36.bin"/><Relationship Id="rId18" Type="http://schemas.openxmlformats.org/officeDocument/2006/relationships/image" Target="../media/image41.em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1.bin"/><Relationship Id="rId12" Type="http://schemas.openxmlformats.org/officeDocument/2006/relationships/image" Target="../media/image38.wmf"/><Relationship Id="rId17" Type="http://schemas.openxmlformats.org/officeDocument/2006/relationships/oleObject" Target="../embeddings/oleObject3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0.emf"/><Relationship Id="rId1" Type="http://schemas.openxmlformats.org/officeDocument/2006/relationships/tags" Target="../tags/tag5.xml"/><Relationship Id="rId6" Type="http://schemas.openxmlformats.org/officeDocument/2006/relationships/image" Target="../media/image29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25.bin"/><Relationship Id="rId15" Type="http://schemas.openxmlformats.org/officeDocument/2006/relationships/oleObject" Target="../embeddings/oleObject37.bin"/><Relationship Id="rId10" Type="http://schemas.openxmlformats.org/officeDocument/2006/relationships/image" Target="../media/image35.wmf"/><Relationship Id="rId4" Type="http://schemas.openxmlformats.org/officeDocument/2006/relationships/image" Target="../media/image37.wmf"/><Relationship Id="rId9" Type="http://schemas.openxmlformats.org/officeDocument/2006/relationships/oleObject" Target="../embeddings/oleObject32.bin"/><Relationship Id="rId14" Type="http://schemas.openxmlformats.org/officeDocument/2006/relationships/image" Target="../media/image39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emf"/><Relationship Id="rId13" Type="http://schemas.openxmlformats.org/officeDocument/2006/relationships/image" Target="../media/image47.emf"/><Relationship Id="rId18" Type="http://schemas.openxmlformats.org/officeDocument/2006/relationships/oleObject" Target="../embeddings/oleObject46.bin"/><Relationship Id="rId26" Type="http://schemas.openxmlformats.org/officeDocument/2006/relationships/oleObject" Target="../embeddings/oleObject50.bin"/><Relationship Id="rId3" Type="http://schemas.openxmlformats.org/officeDocument/2006/relationships/oleObject" Target="../embeddings/oleObject39.bin"/><Relationship Id="rId21" Type="http://schemas.openxmlformats.org/officeDocument/2006/relationships/image" Target="../media/image51.emf"/><Relationship Id="rId7" Type="http://schemas.openxmlformats.org/officeDocument/2006/relationships/oleObject" Target="../embeddings/oleObject41.bin"/><Relationship Id="rId12" Type="http://schemas.openxmlformats.org/officeDocument/2006/relationships/oleObject" Target="../embeddings/oleObject43.bin"/><Relationship Id="rId17" Type="http://schemas.openxmlformats.org/officeDocument/2006/relationships/image" Target="../media/image49.emf"/><Relationship Id="rId25" Type="http://schemas.openxmlformats.org/officeDocument/2006/relationships/image" Target="../media/image53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45.bin"/><Relationship Id="rId20" Type="http://schemas.openxmlformats.org/officeDocument/2006/relationships/oleObject" Target="../embeddings/oleObject47.bin"/><Relationship Id="rId29" Type="http://schemas.openxmlformats.org/officeDocument/2006/relationships/image" Target="../media/image55.wmf"/><Relationship Id="rId1" Type="http://schemas.openxmlformats.org/officeDocument/2006/relationships/tags" Target="../tags/tag6.xml"/><Relationship Id="rId6" Type="http://schemas.openxmlformats.org/officeDocument/2006/relationships/image" Target="../media/image43.emf"/><Relationship Id="rId11" Type="http://schemas.openxmlformats.org/officeDocument/2006/relationships/image" Target="../media/image46.emf"/><Relationship Id="rId24" Type="http://schemas.openxmlformats.org/officeDocument/2006/relationships/oleObject" Target="../embeddings/oleObject49.bin"/><Relationship Id="rId5" Type="http://schemas.openxmlformats.org/officeDocument/2006/relationships/oleObject" Target="../embeddings/oleObject40.bin"/><Relationship Id="rId15" Type="http://schemas.openxmlformats.org/officeDocument/2006/relationships/image" Target="../media/image48.emf"/><Relationship Id="rId23" Type="http://schemas.openxmlformats.org/officeDocument/2006/relationships/image" Target="../media/image52.emf"/><Relationship Id="rId28" Type="http://schemas.openxmlformats.org/officeDocument/2006/relationships/oleObject" Target="../embeddings/oleObject51.bin"/><Relationship Id="rId10" Type="http://schemas.openxmlformats.org/officeDocument/2006/relationships/image" Target="../media/image45.wmf"/><Relationship Id="rId19" Type="http://schemas.openxmlformats.org/officeDocument/2006/relationships/image" Target="../media/image50.emf"/><Relationship Id="rId31" Type="http://schemas.openxmlformats.org/officeDocument/2006/relationships/image" Target="../media/image56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2.bin"/><Relationship Id="rId14" Type="http://schemas.openxmlformats.org/officeDocument/2006/relationships/oleObject" Target="../embeddings/oleObject44.bin"/><Relationship Id="rId22" Type="http://schemas.openxmlformats.org/officeDocument/2006/relationships/oleObject" Target="../embeddings/oleObject48.bin"/><Relationship Id="rId27" Type="http://schemas.openxmlformats.org/officeDocument/2006/relationships/image" Target="../media/image54.wmf"/><Relationship Id="rId30" Type="http://schemas.openxmlformats.org/officeDocument/2006/relationships/oleObject" Target="../embeddings/oleObject52.bin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2.e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1.bin"/><Relationship Id="rId39" Type="http://schemas.openxmlformats.org/officeDocument/2006/relationships/image" Target="../media/image75.emf"/><Relationship Id="rId21" Type="http://schemas.openxmlformats.org/officeDocument/2006/relationships/image" Target="../media/image66.emf"/><Relationship Id="rId34" Type="http://schemas.openxmlformats.org/officeDocument/2006/relationships/oleObject" Target="../embeddings/oleObject65.bin"/><Relationship Id="rId42" Type="http://schemas.openxmlformats.org/officeDocument/2006/relationships/image" Target="../media/image76.emf"/><Relationship Id="rId47" Type="http://schemas.openxmlformats.org/officeDocument/2006/relationships/oleObject" Target="../embeddings/oleObject72.bin"/><Relationship Id="rId7" Type="http://schemas.openxmlformats.org/officeDocument/2006/relationships/image" Target="../media/image59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56.bin"/><Relationship Id="rId29" Type="http://schemas.openxmlformats.org/officeDocument/2006/relationships/image" Target="../media/image70.emf"/><Relationship Id="rId1" Type="http://schemas.openxmlformats.org/officeDocument/2006/relationships/tags" Target="../tags/tag7.xml"/><Relationship Id="rId6" Type="http://schemas.openxmlformats.org/officeDocument/2006/relationships/image" Target="../media/image58.emf"/><Relationship Id="rId11" Type="http://schemas.openxmlformats.org/officeDocument/2006/relationships/image" Target="../media/image61.wmf"/><Relationship Id="rId24" Type="http://schemas.openxmlformats.org/officeDocument/2006/relationships/oleObject" Target="../embeddings/oleObject60.bin"/><Relationship Id="rId32" Type="http://schemas.openxmlformats.org/officeDocument/2006/relationships/oleObject" Target="../embeddings/oleObject64.bin"/><Relationship Id="rId37" Type="http://schemas.openxmlformats.org/officeDocument/2006/relationships/image" Target="../media/image74.emf"/><Relationship Id="rId40" Type="http://schemas.openxmlformats.org/officeDocument/2006/relationships/oleObject" Target="../embeddings/oleObject68.bin"/><Relationship Id="rId45" Type="http://schemas.openxmlformats.org/officeDocument/2006/relationships/oleObject" Target="../embeddings/oleObject71.bin"/><Relationship Id="rId5" Type="http://schemas.openxmlformats.org/officeDocument/2006/relationships/oleObject" Target="../embeddings/oleObject41.bin"/><Relationship Id="rId15" Type="http://schemas.openxmlformats.org/officeDocument/2006/relationships/image" Target="../media/image63.emf"/><Relationship Id="rId23" Type="http://schemas.openxmlformats.org/officeDocument/2006/relationships/image" Target="../media/image67.emf"/><Relationship Id="rId28" Type="http://schemas.openxmlformats.org/officeDocument/2006/relationships/oleObject" Target="../embeddings/oleObject62.bin"/><Relationship Id="rId36" Type="http://schemas.openxmlformats.org/officeDocument/2006/relationships/oleObject" Target="../embeddings/oleObject66.bin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65.emf"/><Relationship Id="rId31" Type="http://schemas.openxmlformats.org/officeDocument/2006/relationships/image" Target="../media/image71.png"/><Relationship Id="rId44" Type="http://schemas.openxmlformats.org/officeDocument/2006/relationships/image" Target="../media/image77.wmf"/><Relationship Id="rId4" Type="http://schemas.openxmlformats.org/officeDocument/2006/relationships/image" Target="../media/image57.emf"/><Relationship Id="rId9" Type="http://schemas.openxmlformats.org/officeDocument/2006/relationships/image" Target="../media/image60.e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69.emf"/><Relationship Id="rId30" Type="http://schemas.openxmlformats.org/officeDocument/2006/relationships/oleObject" Target="../embeddings/oleObject63.bin"/><Relationship Id="rId35" Type="http://schemas.openxmlformats.org/officeDocument/2006/relationships/image" Target="../media/image73.emf"/><Relationship Id="rId43" Type="http://schemas.openxmlformats.org/officeDocument/2006/relationships/oleObject" Target="../embeddings/oleObject70.bin"/><Relationship Id="rId48" Type="http://schemas.openxmlformats.org/officeDocument/2006/relationships/image" Target="../media/image79.emf"/><Relationship Id="rId8" Type="http://schemas.openxmlformats.org/officeDocument/2006/relationships/oleObject" Target="../embeddings/oleObject43.bin"/><Relationship Id="rId3" Type="http://schemas.openxmlformats.org/officeDocument/2006/relationships/oleObject" Target="../embeddings/oleObject40.bin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64.png"/><Relationship Id="rId25" Type="http://schemas.openxmlformats.org/officeDocument/2006/relationships/image" Target="../media/image68.wmf"/><Relationship Id="rId33" Type="http://schemas.openxmlformats.org/officeDocument/2006/relationships/image" Target="../media/image72.emf"/><Relationship Id="rId38" Type="http://schemas.openxmlformats.org/officeDocument/2006/relationships/oleObject" Target="../embeddings/oleObject67.bin"/><Relationship Id="rId46" Type="http://schemas.openxmlformats.org/officeDocument/2006/relationships/image" Target="../media/image78.wmf"/><Relationship Id="rId20" Type="http://schemas.openxmlformats.org/officeDocument/2006/relationships/oleObject" Target="../embeddings/oleObject58.bin"/><Relationship Id="rId41" Type="http://schemas.openxmlformats.org/officeDocument/2006/relationships/oleObject" Target="../embeddings/oleObject69.bin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78.bin"/><Relationship Id="rId18" Type="http://schemas.openxmlformats.org/officeDocument/2006/relationships/image" Target="../media/image87.wmf"/><Relationship Id="rId26" Type="http://schemas.openxmlformats.org/officeDocument/2006/relationships/image" Target="../media/image91.emf"/><Relationship Id="rId39" Type="http://schemas.openxmlformats.org/officeDocument/2006/relationships/oleObject" Target="../embeddings/oleObject91.bin"/><Relationship Id="rId21" Type="http://schemas.openxmlformats.org/officeDocument/2006/relationships/oleObject" Target="../embeddings/oleObject82.bin"/><Relationship Id="rId34" Type="http://schemas.openxmlformats.org/officeDocument/2006/relationships/image" Target="../media/image95.wmf"/><Relationship Id="rId42" Type="http://schemas.openxmlformats.org/officeDocument/2006/relationships/image" Target="../media/image99.wmf"/><Relationship Id="rId47" Type="http://schemas.openxmlformats.org/officeDocument/2006/relationships/oleObject" Target="../embeddings/oleObject95.bin"/><Relationship Id="rId50" Type="http://schemas.openxmlformats.org/officeDocument/2006/relationships/image" Target="../media/image103.wmf"/><Relationship Id="rId7" Type="http://schemas.openxmlformats.org/officeDocument/2006/relationships/oleObject" Target="../embeddings/oleObject75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86.emf"/><Relationship Id="rId29" Type="http://schemas.openxmlformats.org/officeDocument/2006/relationships/oleObject" Target="../embeddings/oleObject86.bin"/><Relationship Id="rId11" Type="http://schemas.openxmlformats.org/officeDocument/2006/relationships/oleObject" Target="../embeddings/oleObject77.bin"/><Relationship Id="rId24" Type="http://schemas.openxmlformats.org/officeDocument/2006/relationships/image" Target="../media/image90.emf"/><Relationship Id="rId32" Type="http://schemas.openxmlformats.org/officeDocument/2006/relationships/image" Target="../media/image94.wmf"/><Relationship Id="rId37" Type="http://schemas.openxmlformats.org/officeDocument/2006/relationships/oleObject" Target="../embeddings/oleObject90.bin"/><Relationship Id="rId40" Type="http://schemas.openxmlformats.org/officeDocument/2006/relationships/image" Target="../media/image98.emf"/><Relationship Id="rId45" Type="http://schemas.openxmlformats.org/officeDocument/2006/relationships/oleObject" Target="../embeddings/oleObject94.bin"/><Relationship Id="rId5" Type="http://schemas.openxmlformats.org/officeDocument/2006/relationships/oleObject" Target="../embeddings/oleObject74.bin"/><Relationship Id="rId15" Type="http://schemas.openxmlformats.org/officeDocument/2006/relationships/oleObject" Target="../embeddings/oleObject79.bin"/><Relationship Id="rId23" Type="http://schemas.openxmlformats.org/officeDocument/2006/relationships/oleObject" Target="../embeddings/oleObject83.bin"/><Relationship Id="rId28" Type="http://schemas.openxmlformats.org/officeDocument/2006/relationships/image" Target="../media/image92.wmf"/><Relationship Id="rId36" Type="http://schemas.openxmlformats.org/officeDocument/2006/relationships/image" Target="../media/image96.wmf"/><Relationship Id="rId49" Type="http://schemas.openxmlformats.org/officeDocument/2006/relationships/oleObject" Target="../embeddings/oleObject96.bin"/><Relationship Id="rId10" Type="http://schemas.openxmlformats.org/officeDocument/2006/relationships/image" Target="../media/image83.emf"/><Relationship Id="rId19" Type="http://schemas.openxmlformats.org/officeDocument/2006/relationships/oleObject" Target="../embeddings/oleObject81.bin"/><Relationship Id="rId31" Type="http://schemas.openxmlformats.org/officeDocument/2006/relationships/oleObject" Target="../embeddings/oleObject87.bin"/><Relationship Id="rId44" Type="http://schemas.openxmlformats.org/officeDocument/2006/relationships/image" Target="../media/image100.wmf"/><Relationship Id="rId4" Type="http://schemas.openxmlformats.org/officeDocument/2006/relationships/image" Target="../media/image80.emf"/><Relationship Id="rId9" Type="http://schemas.openxmlformats.org/officeDocument/2006/relationships/oleObject" Target="../embeddings/oleObject76.bin"/><Relationship Id="rId14" Type="http://schemas.openxmlformats.org/officeDocument/2006/relationships/image" Target="../media/image85.emf"/><Relationship Id="rId22" Type="http://schemas.openxmlformats.org/officeDocument/2006/relationships/image" Target="../media/image89.emf"/><Relationship Id="rId27" Type="http://schemas.openxmlformats.org/officeDocument/2006/relationships/oleObject" Target="../embeddings/oleObject85.bin"/><Relationship Id="rId30" Type="http://schemas.openxmlformats.org/officeDocument/2006/relationships/image" Target="../media/image93.wmf"/><Relationship Id="rId35" Type="http://schemas.openxmlformats.org/officeDocument/2006/relationships/oleObject" Target="../embeddings/oleObject89.bin"/><Relationship Id="rId43" Type="http://schemas.openxmlformats.org/officeDocument/2006/relationships/oleObject" Target="../embeddings/oleObject93.bin"/><Relationship Id="rId48" Type="http://schemas.openxmlformats.org/officeDocument/2006/relationships/image" Target="../media/image102.wmf"/><Relationship Id="rId8" Type="http://schemas.openxmlformats.org/officeDocument/2006/relationships/image" Target="../media/image82.emf"/><Relationship Id="rId3" Type="http://schemas.openxmlformats.org/officeDocument/2006/relationships/oleObject" Target="../embeddings/oleObject73.bin"/><Relationship Id="rId12" Type="http://schemas.openxmlformats.org/officeDocument/2006/relationships/image" Target="../media/image84.emf"/><Relationship Id="rId17" Type="http://schemas.openxmlformats.org/officeDocument/2006/relationships/oleObject" Target="../embeddings/oleObject80.bin"/><Relationship Id="rId25" Type="http://schemas.openxmlformats.org/officeDocument/2006/relationships/oleObject" Target="../embeddings/oleObject84.bin"/><Relationship Id="rId33" Type="http://schemas.openxmlformats.org/officeDocument/2006/relationships/oleObject" Target="../embeddings/oleObject88.bin"/><Relationship Id="rId38" Type="http://schemas.openxmlformats.org/officeDocument/2006/relationships/image" Target="../media/image97.emf"/><Relationship Id="rId46" Type="http://schemas.openxmlformats.org/officeDocument/2006/relationships/image" Target="../media/image101.wmf"/><Relationship Id="rId20" Type="http://schemas.openxmlformats.org/officeDocument/2006/relationships/image" Target="../media/image88.emf"/><Relationship Id="rId41" Type="http://schemas.openxmlformats.org/officeDocument/2006/relationships/oleObject" Target="../embeddings/oleObject92.bin"/><Relationship Id="rId1" Type="http://schemas.openxmlformats.org/officeDocument/2006/relationships/tags" Target="../tags/tag8.xml"/><Relationship Id="rId6" Type="http://schemas.openxmlformats.org/officeDocument/2006/relationships/image" Target="../media/image81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6.wmf"/><Relationship Id="rId13" Type="http://schemas.openxmlformats.org/officeDocument/2006/relationships/image" Target="../media/image109.emf"/><Relationship Id="rId18" Type="http://schemas.openxmlformats.org/officeDocument/2006/relationships/oleObject" Target="../embeddings/oleObject103.bin"/><Relationship Id="rId3" Type="http://schemas.openxmlformats.org/officeDocument/2006/relationships/oleObject" Target="../embeddings/oleObject40.bin"/><Relationship Id="rId21" Type="http://schemas.openxmlformats.org/officeDocument/2006/relationships/image" Target="../media/image113.wmf"/><Relationship Id="rId7" Type="http://schemas.openxmlformats.org/officeDocument/2006/relationships/oleObject" Target="../embeddings/oleObject98.bin"/><Relationship Id="rId12" Type="http://schemas.openxmlformats.org/officeDocument/2006/relationships/oleObject" Target="../embeddings/oleObject100.bin"/><Relationship Id="rId17" Type="http://schemas.openxmlformats.org/officeDocument/2006/relationships/image" Target="../media/image111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02.bin"/><Relationship Id="rId20" Type="http://schemas.openxmlformats.org/officeDocument/2006/relationships/oleObject" Target="../embeddings/oleObject104.bin"/><Relationship Id="rId1" Type="http://schemas.openxmlformats.org/officeDocument/2006/relationships/tags" Target="../tags/tag9.xml"/><Relationship Id="rId6" Type="http://schemas.openxmlformats.org/officeDocument/2006/relationships/image" Target="../media/image105.emf"/><Relationship Id="rId11" Type="http://schemas.openxmlformats.org/officeDocument/2006/relationships/image" Target="../media/image108.emf"/><Relationship Id="rId5" Type="http://schemas.openxmlformats.org/officeDocument/2006/relationships/oleObject" Target="../embeddings/oleObject97.bin"/><Relationship Id="rId15" Type="http://schemas.openxmlformats.org/officeDocument/2006/relationships/image" Target="../media/image110.emf"/><Relationship Id="rId10" Type="http://schemas.openxmlformats.org/officeDocument/2006/relationships/oleObject" Target="../embeddings/oleObject99.bin"/><Relationship Id="rId19" Type="http://schemas.openxmlformats.org/officeDocument/2006/relationships/image" Target="../media/image112.wmf"/><Relationship Id="rId4" Type="http://schemas.openxmlformats.org/officeDocument/2006/relationships/image" Target="../media/image104.emf"/><Relationship Id="rId9" Type="http://schemas.openxmlformats.org/officeDocument/2006/relationships/image" Target="../media/image107.emf"/><Relationship Id="rId14" Type="http://schemas.openxmlformats.org/officeDocument/2006/relationships/oleObject" Target="../embeddings/oleObject101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image" Target="../media/image119.emf"/><Relationship Id="rId18" Type="http://schemas.openxmlformats.org/officeDocument/2006/relationships/oleObject" Target="../embeddings/oleObject111.bin"/><Relationship Id="rId26" Type="http://schemas.openxmlformats.org/officeDocument/2006/relationships/oleObject" Target="../embeddings/oleObject115.bin"/><Relationship Id="rId3" Type="http://schemas.openxmlformats.org/officeDocument/2006/relationships/oleObject" Target="../embeddings/oleObject40.bin"/><Relationship Id="rId21" Type="http://schemas.openxmlformats.org/officeDocument/2006/relationships/image" Target="../media/image123.emf"/><Relationship Id="rId7" Type="http://schemas.openxmlformats.org/officeDocument/2006/relationships/oleObject" Target="../embeddings/oleObject106.bin"/><Relationship Id="rId12" Type="http://schemas.openxmlformats.org/officeDocument/2006/relationships/oleObject" Target="../embeddings/oleObject108.bin"/><Relationship Id="rId17" Type="http://schemas.openxmlformats.org/officeDocument/2006/relationships/image" Target="../media/image121.emf"/><Relationship Id="rId25" Type="http://schemas.openxmlformats.org/officeDocument/2006/relationships/image" Target="../media/image125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10.bin"/><Relationship Id="rId20" Type="http://schemas.openxmlformats.org/officeDocument/2006/relationships/oleObject" Target="../embeddings/oleObject112.bin"/><Relationship Id="rId1" Type="http://schemas.openxmlformats.org/officeDocument/2006/relationships/tags" Target="../tags/tag10.xml"/><Relationship Id="rId6" Type="http://schemas.openxmlformats.org/officeDocument/2006/relationships/image" Target="../media/image115.emf"/><Relationship Id="rId11" Type="http://schemas.openxmlformats.org/officeDocument/2006/relationships/image" Target="../media/image118.emf"/><Relationship Id="rId24" Type="http://schemas.openxmlformats.org/officeDocument/2006/relationships/oleObject" Target="../embeddings/oleObject114.bin"/><Relationship Id="rId5" Type="http://schemas.openxmlformats.org/officeDocument/2006/relationships/oleObject" Target="../embeddings/oleObject105.bin"/><Relationship Id="rId15" Type="http://schemas.openxmlformats.org/officeDocument/2006/relationships/image" Target="../media/image120.emf"/><Relationship Id="rId23" Type="http://schemas.openxmlformats.org/officeDocument/2006/relationships/image" Target="../media/image124.emf"/><Relationship Id="rId10" Type="http://schemas.openxmlformats.org/officeDocument/2006/relationships/oleObject" Target="../embeddings/oleObject107.bin"/><Relationship Id="rId19" Type="http://schemas.openxmlformats.org/officeDocument/2006/relationships/image" Target="../media/image122.emf"/><Relationship Id="rId4" Type="http://schemas.openxmlformats.org/officeDocument/2006/relationships/image" Target="../media/image114.emf"/><Relationship Id="rId9" Type="http://schemas.openxmlformats.org/officeDocument/2006/relationships/image" Target="../media/image117.emf"/><Relationship Id="rId14" Type="http://schemas.openxmlformats.org/officeDocument/2006/relationships/oleObject" Target="../embeddings/oleObject109.bin"/><Relationship Id="rId22" Type="http://schemas.openxmlformats.org/officeDocument/2006/relationships/oleObject" Target="../embeddings/oleObject113.bin"/><Relationship Id="rId27" Type="http://schemas.openxmlformats.org/officeDocument/2006/relationships/image" Target="../media/image126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wmf"/><Relationship Id="rId13" Type="http://schemas.openxmlformats.org/officeDocument/2006/relationships/oleObject" Target="../embeddings/oleObject121.bin"/><Relationship Id="rId3" Type="http://schemas.openxmlformats.org/officeDocument/2006/relationships/oleObject" Target="../embeddings/oleObject116.bin"/><Relationship Id="rId7" Type="http://schemas.openxmlformats.org/officeDocument/2006/relationships/oleObject" Target="../embeddings/oleObject118.bin"/><Relationship Id="rId12" Type="http://schemas.openxmlformats.org/officeDocument/2006/relationships/image" Target="../media/image131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33.wmf"/><Relationship Id="rId1" Type="http://schemas.openxmlformats.org/officeDocument/2006/relationships/tags" Target="../tags/tag11.xml"/><Relationship Id="rId6" Type="http://schemas.openxmlformats.org/officeDocument/2006/relationships/image" Target="../media/image128.emf"/><Relationship Id="rId11" Type="http://schemas.openxmlformats.org/officeDocument/2006/relationships/oleObject" Target="../embeddings/oleObject120.bin"/><Relationship Id="rId5" Type="http://schemas.openxmlformats.org/officeDocument/2006/relationships/oleObject" Target="../embeddings/oleObject117.bin"/><Relationship Id="rId15" Type="http://schemas.openxmlformats.org/officeDocument/2006/relationships/oleObject" Target="../embeddings/oleObject122.bin"/><Relationship Id="rId10" Type="http://schemas.openxmlformats.org/officeDocument/2006/relationships/image" Target="../media/image130.emf"/><Relationship Id="rId4" Type="http://schemas.openxmlformats.org/officeDocument/2006/relationships/image" Target="../media/image127.emf"/><Relationship Id="rId9" Type="http://schemas.openxmlformats.org/officeDocument/2006/relationships/oleObject" Target="../embeddings/oleObject119.bin"/><Relationship Id="rId14" Type="http://schemas.openxmlformats.org/officeDocument/2006/relationships/image" Target="../media/image132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emf"/><Relationship Id="rId13" Type="http://schemas.openxmlformats.org/officeDocument/2006/relationships/oleObject" Target="../embeddings/oleObject54.bin"/><Relationship Id="rId18" Type="http://schemas.openxmlformats.org/officeDocument/2006/relationships/image" Target="../media/image64.png"/><Relationship Id="rId3" Type="http://schemas.openxmlformats.org/officeDocument/2006/relationships/oleObject" Target="../embeddings/oleObject123.bin"/><Relationship Id="rId21" Type="http://schemas.openxmlformats.org/officeDocument/2006/relationships/oleObject" Target="../embeddings/oleObject121.bin"/><Relationship Id="rId7" Type="http://schemas.openxmlformats.org/officeDocument/2006/relationships/oleObject" Target="../embeddings/oleObject40.bin"/><Relationship Id="rId12" Type="http://schemas.openxmlformats.org/officeDocument/2006/relationships/image" Target="../media/image138.emf"/><Relationship Id="rId17" Type="http://schemas.openxmlformats.org/officeDocument/2006/relationships/oleObject" Target="../embeddings/oleObject5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40.emf"/><Relationship Id="rId20" Type="http://schemas.openxmlformats.org/officeDocument/2006/relationships/image" Target="../media/image141.emf"/><Relationship Id="rId1" Type="http://schemas.openxmlformats.org/officeDocument/2006/relationships/tags" Target="../tags/tag12.xml"/><Relationship Id="rId6" Type="http://schemas.openxmlformats.org/officeDocument/2006/relationships/image" Target="../media/image135.emf"/><Relationship Id="rId11" Type="http://schemas.openxmlformats.org/officeDocument/2006/relationships/oleObject" Target="../embeddings/oleObject126.bin"/><Relationship Id="rId24" Type="http://schemas.openxmlformats.org/officeDocument/2006/relationships/image" Target="../media/image133.wmf"/><Relationship Id="rId5" Type="http://schemas.openxmlformats.org/officeDocument/2006/relationships/oleObject" Target="../embeddings/oleObject124.bin"/><Relationship Id="rId15" Type="http://schemas.openxmlformats.org/officeDocument/2006/relationships/oleObject" Target="../embeddings/oleObject127.bin"/><Relationship Id="rId23" Type="http://schemas.openxmlformats.org/officeDocument/2006/relationships/oleObject" Target="../embeddings/oleObject122.bin"/><Relationship Id="rId10" Type="http://schemas.openxmlformats.org/officeDocument/2006/relationships/image" Target="../media/image137.emf"/><Relationship Id="rId19" Type="http://schemas.openxmlformats.org/officeDocument/2006/relationships/oleObject" Target="../embeddings/oleObject128.bin"/><Relationship Id="rId4" Type="http://schemas.openxmlformats.org/officeDocument/2006/relationships/image" Target="../media/image134.wmf"/><Relationship Id="rId9" Type="http://schemas.openxmlformats.org/officeDocument/2006/relationships/oleObject" Target="../embeddings/oleObject125.bin"/><Relationship Id="rId14" Type="http://schemas.openxmlformats.org/officeDocument/2006/relationships/image" Target="../media/image139.emf"/><Relationship Id="rId22" Type="http://schemas.openxmlformats.org/officeDocument/2006/relationships/image" Target="../media/image13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13" Type="http://schemas.openxmlformats.org/officeDocument/2006/relationships/image" Target="../media/image147.emf"/><Relationship Id="rId18" Type="http://schemas.openxmlformats.org/officeDocument/2006/relationships/oleObject" Target="../embeddings/oleObject122.bin"/><Relationship Id="rId3" Type="http://schemas.openxmlformats.org/officeDocument/2006/relationships/oleObject" Target="../embeddings/oleObject40.bin"/><Relationship Id="rId7" Type="http://schemas.openxmlformats.org/officeDocument/2006/relationships/image" Target="../media/image144.png"/><Relationship Id="rId12" Type="http://schemas.openxmlformats.org/officeDocument/2006/relationships/oleObject" Target="../embeddings/oleObject131.bin"/><Relationship Id="rId17" Type="http://schemas.openxmlformats.org/officeDocument/2006/relationships/image" Target="../media/image132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121.bin"/><Relationship Id="rId1" Type="http://schemas.openxmlformats.org/officeDocument/2006/relationships/tags" Target="../tags/tag13.xml"/><Relationship Id="rId6" Type="http://schemas.openxmlformats.org/officeDocument/2006/relationships/image" Target="../media/image143.emf"/><Relationship Id="rId11" Type="http://schemas.openxmlformats.org/officeDocument/2006/relationships/image" Target="../media/image146.wmf"/><Relationship Id="rId5" Type="http://schemas.openxmlformats.org/officeDocument/2006/relationships/oleObject" Target="../embeddings/oleObject125.bin"/><Relationship Id="rId15" Type="http://schemas.openxmlformats.org/officeDocument/2006/relationships/image" Target="../media/image148.emf"/><Relationship Id="rId10" Type="http://schemas.openxmlformats.org/officeDocument/2006/relationships/oleObject" Target="../embeddings/oleObject130.bin"/><Relationship Id="rId19" Type="http://schemas.openxmlformats.org/officeDocument/2006/relationships/image" Target="../media/image133.wmf"/><Relationship Id="rId4" Type="http://schemas.openxmlformats.org/officeDocument/2006/relationships/image" Target="../media/image142.emf"/><Relationship Id="rId9" Type="http://schemas.openxmlformats.org/officeDocument/2006/relationships/image" Target="../media/image145.wmf"/><Relationship Id="rId14" Type="http://schemas.openxmlformats.org/officeDocument/2006/relationships/oleObject" Target="../embeddings/oleObject13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9.emf"/><Relationship Id="rId13" Type="http://schemas.openxmlformats.org/officeDocument/2006/relationships/oleObject" Target="../embeddings/oleObject136.bin"/><Relationship Id="rId18" Type="http://schemas.openxmlformats.org/officeDocument/2006/relationships/image" Target="../media/image154.wmf"/><Relationship Id="rId3" Type="http://schemas.openxmlformats.org/officeDocument/2006/relationships/oleObject" Target="../embeddings/oleObject25.bin"/><Relationship Id="rId21" Type="http://schemas.openxmlformats.org/officeDocument/2006/relationships/oleObject" Target="../embeddings/oleObject140.bin"/><Relationship Id="rId7" Type="http://schemas.openxmlformats.org/officeDocument/2006/relationships/oleObject" Target="../embeddings/oleObject133.bin"/><Relationship Id="rId12" Type="http://schemas.openxmlformats.org/officeDocument/2006/relationships/image" Target="../media/image151.wmf"/><Relationship Id="rId17" Type="http://schemas.openxmlformats.org/officeDocument/2006/relationships/oleObject" Target="../embeddings/oleObject138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53.emf"/><Relationship Id="rId20" Type="http://schemas.openxmlformats.org/officeDocument/2006/relationships/image" Target="../media/image155.emf"/><Relationship Id="rId1" Type="http://schemas.openxmlformats.org/officeDocument/2006/relationships/tags" Target="../tags/tag14.x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135.bin"/><Relationship Id="rId5" Type="http://schemas.openxmlformats.org/officeDocument/2006/relationships/oleObject" Target="../embeddings/oleObject31.bin"/><Relationship Id="rId15" Type="http://schemas.openxmlformats.org/officeDocument/2006/relationships/oleObject" Target="../embeddings/oleObject137.bin"/><Relationship Id="rId10" Type="http://schemas.openxmlformats.org/officeDocument/2006/relationships/image" Target="../media/image150.emf"/><Relationship Id="rId19" Type="http://schemas.openxmlformats.org/officeDocument/2006/relationships/oleObject" Target="../embeddings/oleObject139.bin"/><Relationship Id="rId4" Type="http://schemas.openxmlformats.org/officeDocument/2006/relationships/image" Target="../media/image29.wmf"/><Relationship Id="rId9" Type="http://schemas.openxmlformats.org/officeDocument/2006/relationships/oleObject" Target="../embeddings/oleObject134.bin"/><Relationship Id="rId14" Type="http://schemas.openxmlformats.org/officeDocument/2006/relationships/image" Target="../media/image152.emf"/><Relationship Id="rId22" Type="http://schemas.openxmlformats.org/officeDocument/2006/relationships/image" Target="../media/image156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0.bin"/><Relationship Id="rId18" Type="http://schemas.openxmlformats.org/officeDocument/2006/relationships/image" Target="../media/image26.wmf"/><Relationship Id="rId3" Type="http://schemas.openxmlformats.org/officeDocument/2006/relationships/oleObject" Target="../embeddings/oleObject15.bin"/><Relationship Id="rId21" Type="http://schemas.openxmlformats.org/officeDocument/2006/relationships/oleObject" Target="../embeddings/oleObject24.bin"/><Relationship Id="rId7" Type="http://schemas.openxmlformats.org/officeDocument/2006/relationships/oleObject" Target="../embeddings/oleObject17.bin"/><Relationship Id="rId12" Type="http://schemas.openxmlformats.org/officeDocument/2006/relationships/image" Target="../media/image23.wmf"/><Relationship Id="rId17" Type="http://schemas.openxmlformats.org/officeDocument/2006/relationships/oleObject" Target="../embeddings/oleObject2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5.wmf"/><Relationship Id="rId20" Type="http://schemas.openxmlformats.org/officeDocument/2006/relationships/image" Target="../media/image27.wmf"/><Relationship Id="rId1" Type="http://schemas.openxmlformats.org/officeDocument/2006/relationships/tags" Target="../tags/tag15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19.bin"/><Relationship Id="rId5" Type="http://schemas.openxmlformats.org/officeDocument/2006/relationships/oleObject" Target="../embeddings/oleObject16.bin"/><Relationship Id="rId15" Type="http://schemas.openxmlformats.org/officeDocument/2006/relationships/oleObject" Target="../embeddings/oleObject21.bin"/><Relationship Id="rId10" Type="http://schemas.openxmlformats.org/officeDocument/2006/relationships/image" Target="../media/image22.wmf"/><Relationship Id="rId19" Type="http://schemas.openxmlformats.org/officeDocument/2006/relationships/oleObject" Target="../embeddings/oleObject23.bin"/><Relationship Id="rId4" Type="http://schemas.openxmlformats.org/officeDocument/2006/relationships/image" Target="../media/image19.wmf"/><Relationship Id="rId9" Type="http://schemas.openxmlformats.org/officeDocument/2006/relationships/oleObject" Target="../embeddings/oleObject18.bin"/><Relationship Id="rId14" Type="http://schemas.openxmlformats.org/officeDocument/2006/relationships/image" Target="../media/image24.wmf"/><Relationship Id="rId22" Type="http://schemas.openxmlformats.org/officeDocument/2006/relationships/image" Target="../media/image28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9.emf"/><Relationship Id="rId13" Type="http://schemas.openxmlformats.org/officeDocument/2006/relationships/oleObject" Target="../embeddings/oleObject146.bin"/><Relationship Id="rId18" Type="http://schemas.openxmlformats.org/officeDocument/2006/relationships/image" Target="../media/image164.wmf"/><Relationship Id="rId26" Type="http://schemas.openxmlformats.org/officeDocument/2006/relationships/image" Target="../media/image168.wmf"/><Relationship Id="rId3" Type="http://schemas.openxmlformats.org/officeDocument/2006/relationships/oleObject" Target="../embeddings/oleObject141.bin"/><Relationship Id="rId21" Type="http://schemas.openxmlformats.org/officeDocument/2006/relationships/oleObject" Target="../embeddings/oleObject150.bin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61.emf"/><Relationship Id="rId17" Type="http://schemas.openxmlformats.org/officeDocument/2006/relationships/oleObject" Target="../embeddings/oleObject148.bin"/><Relationship Id="rId25" Type="http://schemas.openxmlformats.org/officeDocument/2006/relationships/oleObject" Target="../embeddings/oleObject15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63.wmf"/><Relationship Id="rId20" Type="http://schemas.openxmlformats.org/officeDocument/2006/relationships/image" Target="../media/image165.wmf"/><Relationship Id="rId1" Type="http://schemas.openxmlformats.org/officeDocument/2006/relationships/tags" Target="../tags/tag16.xml"/><Relationship Id="rId6" Type="http://schemas.openxmlformats.org/officeDocument/2006/relationships/image" Target="../media/image158.e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67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47.bin"/><Relationship Id="rId23" Type="http://schemas.openxmlformats.org/officeDocument/2006/relationships/oleObject" Target="../embeddings/oleObject151.bin"/><Relationship Id="rId28" Type="http://schemas.openxmlformats.org/officeDocument/2006/relationships/image" Target="../media/image169.wmf"/><Relationship Id="rId10" Type="http://schemas.openxmlformats.org/officeDocument/2006/relationships/image" Target="../media/image160.emf"/><Relationship Id="rId19" Type="http://schemas.openxmlformats.org/officeDocument/2006/relationships/oleObject" Target="../embeddings/oleObject149.bin"/><Relationship Id="rId4" Type="http://schemas.openxmlformats.org/officeDocument/2006/relationships/image" Target="../media/image157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62.wmf"/><Relationship Id="rId22" Type="http://schemas.openxmlformats.org/officeDocument/2006/relationships/image" Target="../media/image166.emf"/><Relationship Id="rId27" Type="http://schemas.openxmlformats.org/officeDocument/2006/relationships/oleObject" Target="../embeddings/oleObject153.bin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5.bin"/><Relationship Id="rId18" Type="http://schemas.openxmlformats.org/officeDocument/2006/relationships/image" Target="../media/image177.emf"/><Relationship Id="rId26" Type="http://schemas.openxmlformats.org/officeDocument/2006/relationships/image" Target="../media/image181.wmf"/><Relationship Id="rId3" Type="http://schemas.openxmlformats.org/officeDocument/2006/relationships/oleObject" Target="../embeddings/oleObject154.bin"/><Relationship Id="rId21" Type="http://schemas.openxmlformats.org/officeDocument/2006/relationships/oleObject" Target="../embeddings/oleObject159.bin"/><Relationship Id="rId34" Type="http://schemas.openxmlformats.org/officeDocument/2006/relationships/image" Target="../media/image169.wmf"/><Relationship Id="rId7" Type="http://schemas.openxmlformats.org/officeDocument/2006/relationships/oleObject" Target="../embeddings/oleObject143.bin"/><Relationship Id="rId12" Type="http://schemas.openxmlformats.org/officeDocument/2006/relationships/image" Target="../media/image174.emf"/><Relationship Id="rId17" Type="http://schemas.openxmlformats.org/officeDocument/2006/relationships/oleObject" Target="../embeddings/oleObject157.bin"/><Relationship Id="rId25" Type="http://schemas.openxmlformats.org/officeDocument/2006/relationships/oleObject" Target="../embeddings/oleObject161.bin"/><Relationship Id="rId33" Type="http://schemas.openxmlformats.org/officeDocument/2006/relationships/oleObject" Target="../embeddings/oleObject153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76.wmf"/><Relationship Id="rId20" Type="http://schemas.openxmlformats.org/officeDocument/2006/relationships/image" Target="../media/image178.emf"/><Relationship Id="rId29" Type="http://schemas.openxmlformats.org/officeDocument/2006/relationships/oleObject" Target="../embeddings/oleObject163.bin"/><Relationship Id="rId1" Type="http://schemas.openxmlformats.org/officeDocument/2006/relationships/tags" Target="../tags/tag17.xml"/><Relationship Id="rId6" Type="http://schemas.openxmlformats.org/officeDocument/2006/relationships/image" Target="../media/image171.emf"/><Relationship Id="rId11" Type="http://schemas.openxmlformats.org/officeDocument/2006/relationships/oleObject" Target="../embeddings/oleObject145.bin"/><Relationship Id="rId24" Type="http://schemas.openxmlformats.org/officeDocument/2006/relationships/image" Target="../media/image180.emf"/><Relationship Id="rId32" Type="http://schemas.openxmlformats.org/officeDocument/2006/relationships/image" Target="../media/image184.wmf"/><Relationship Id="rId5" Type="http://schemas.openxmlformats.org/officeDocument/2006/relationships/oleObject" Target="../embeddings/oleObject142.bin"/><Relationship Id="rId15" Type="http://schemas.openxmlformats.org/officeDocument/2006/relationships/oleObject" Target="../embeddings/oleObject156.bin"/><Relationship Id="rId23" Type="http://schemas.openxmlformats.org/officeDocument/2006/relationships/oleObject" Target="../embeddings/oleObject160.bin"/><Relationship Id="rId28" Type="http://schemas.openxmlformats.org/officeDocument/2006/relationships/image" Target="../media/image182.wmf"/><Relationship Id="rId36" Type="http://schemas.openxmlformats.org/officeDocument/2006/relationships/image" Target="../media/image162.wmf"/><Relationship Id="rId10" Type="http://schemas.openxmlformats.org/officeDocument/2006/relationships/image" Target="../media/image173.emf"/><Relationship Id="rId19" Type="http://schemas.openxmlformats.org/officeDocument/2006/relationships/oleObject" Target="../embeddings/oleObject158.bin"/><Relationship Id="rId31" Type="http://schemas.openxmlformats.org/officeDocument/2006/relationships/oleObject" Target="../embeddings/oleObject164.bin"/><Relationship Id="rId4" Type="http://schemas.openxmlformats.org/officeDocument/2006/relationships/image" Target="../media/image170.wmf"/><Relationship Id="rId9" Type="http://schemas.openxmlformats.org/officeDocument/2006/relationships/oleObject" Target="../embeddings/oleObject144.bin"/><Relationship Id="rId14" Type="http://schemas.openxmlformats.org/officeDocument/2006/relationships/image" Target="../media/image175.emf"/><Relationship Id="rId22" Type="http://schemas.openxmlformats.org/officeDocument/2006/relationships/image" Target="../media/image179.emf"/><Relationship Id="rId27" Type="http://schemas.openxmlformats.org/officeDocument/2006/relationships/oleObject" Target="../embeddings/oleObject162.bin"/><Relationship Id="rId30" Type="http://schemas.openxmlformats.org/officeDocument/2006/relationships/image" Target="../media/image183.wmf"/><Relationship Id="rId35" Type="http://schemas.openxmlformats.org/officeDocument/2006/relationships/oleObject" Target="../embeddings/oleObject146.bin"/><Relationship Id="rId8" Type="http://schemas.openxmlformats.org/officeDocument/2006/relationships/image" Target="../media/image172.emf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69.bin"/><Relationship Id="rId18" Type="http://schemas.openxmlformats.org/officeDocument/2006/relationships/image" Target="../media/image192.emf"/><Relationship Id="rId26" Type="http://schemas.openxmlformats.org/officeDocument/2006/relationships/image" Target="../media/image196.emf"/><Relationship Id="rId39" Type="http://schemas.openxmlformats.org/officeDocument/2006/relationships/oleObject" Target="../embeddings/oleObject182.bin"/><Relationship Id="rId21" Type="http://schemas.openxmlformats.org/officeDocument/2006/relationships/oleObject" Target="../embeddings/oleObject173.bin"/><Relationship Id="rId34" Type="http://schemas.openxmlformats.org/officeDocument/2006/relationships/image" Target="../media/image200.emf"/><Relationship Id="rId42" Type="http://schemas.openxmlformats.org/officeDocument/2006/relationships/image" Target="../media/image204.wmf"/><Relationship Id="rId47" Type="http://schemas.openxmlformats.org/officeDocument/2006/relationships/oleObject" Target="../embeddings/oleObject153.bin"/><Relationship Id="rId7" Type="http://schemas.openxmlformats.org/officeDocument/2006/relationships/oleObject" Target="../embeddings/oleObject166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191.wmf"/><Relationship Id="rId29" Type="http://schemas.openxmlformats.org/officeDocument/2006/relationships/oleObject" Target="../embeddings/oleObject177.bin"/><Relationship Id="rId1" Type="http://schemas.openxmlformats.org/officeDocument/2006/relationships/tags" Target="../tags/tag18.xml"/><Relationship Id="rId6" Type="http://schemas.openxmlformats.org/officeDocument/2006/relationships/image" Target="../media/image186.emf"/><Relationship Id="rId11" Type="http://schemas.openxmlformats.org/officeDocument/2006/relationships/oleObject" Target="../embeddings/oleObject168.bin"/><Relationship Id="rId24" Type="http://schemas.openxmlformats.org/officeDocument/2006/relationships/image" Target="../media/image195.emf"/><Relationship Id="rId32" Type="http://schemas.openxmlformats.org/officeDocument/2006/relationships/image" Target="../media/image199.emf"/><Relationship Id="rId37" Type="http://schemas.openxmlformats.org/officeDocument/2006/relationships/oleObject" Target="../embeddings/oleObject181.bin"/><Relationship Id="rId40" Type="http://schemas.openxmlformats.org/officeDocument/2006/relationships/image" Target="../media/image203.wmf"/><Relationship Id="rId45" Type="http://schemas.openxmlformats.org/officeDocument/2006/relationships/oleObject" Target="../embeddings/oleObject185.bin"/><Relationship Id="rId5" Type="http://schemas.openxmlformats.org/officeDocument/2006/relationships/oleObject" Target="../embeddings/oleObject165.bin"/><Relationship Id="rId15" Type="http://schemas.openxmlformats.org/officeDocument/2006/relationships/oleObject" Target="../embeddings/oleObject170.bin"/><Relationship Id="rId23" Type="http://schemas.openxmlformats.org/officeDocument/2006/relationships/oleObject" Target="../embeddings/oleObject174.bin"/><Relationship Id="rId28" Type="http://schemas.openxmlformats.org/officeDocument/2006/relationships/image" Target="../media/image197.wmf"/><Relationship Id="rId36" Type="http://schemas.openxmlformats.org/officeDocument/2006/relationships/image" Target="../media/image201.wmf"/><Relationship Id="rId10" Type="http://schemas.openxmlformats.org/officeDocument/2006/relationships/image" Target="../media/image188.wmf"/><Relationship Id="rId19" Type="http://schemas.openxmlformats.org/officeDocument/2006/relationships/oleObject" Target="../embeddings/oleObject172.bin"/><Relationship Id="rId31" Type="http://schemas.openxmlformats.org/officeDocument/2006/relationships/oleObject" Target="../embeddings/oleObject178.bin"/><Relationship Id="rId44" Type="http://schemas.openxmlformats.org/officeDocument/2006/relationships/image" Target="../media/image205.wmf"/><Relationship Id="rId4" Type="http://schemas.openxmlformats.org/officeDocument/2006/relationships/image" Target="../media/image185.emf"/><Relationship Id="rId9" Type="http://schemas.openxmlformats.org/officeDocument/2006/relationships/oleObject" Target="../embeddings/oleObject167.bin"/><Relationship Id="rId14" Type="http://schemas.openxmlformats.org/officeDocument/2006/relationships/image" Target="../media/image190.emf"/><Relationship Id="rId22" Type="http://schemas.openxmlformats.org/officeDocument/2006/relationships/image" Target="../media/image194.emf"/><Relationship Id="rId27" Type="http://schemas.openxmlformats.org/officeDocument/2006/relationships/oleObject" Target="../embeddings/oleObject176.bin"/><Relationship Id="rId30" Type="http://schemas.openxmlformats.org/officeDocument/2006/relationships/image" Target="../media/image198.emf"/><Relationship Id="rId35" Type="http://schemas.openxmlformats.org/officeDocument/2006/relationships/oleObject" Target="../embeddings/oleObject180.bin"/><Relationship Id="rId43" Type="http://schemas.openxmlformats.org/officeDocument/2006/relationships/oleObject" Target="../embeddings/oleObject184.bin"/><Relationship Id="rId48" Type="http://schemas.openxmlformats.org/officeDocument/2006/relationships/image" Target="../media/image169.wmf"/><Relationship Id="rId8" Type="http://schemas.openxmlformats.org/officeDocument/2006/relationships/image" Target="../media/image187.emf"/><Relationship Id="rId3" Type="http://schemas.openxmlformats.org/officeDocument/2006/relationships/oleObject" Target="../embeddings/oleObject142.bin"/><Relationship Id="rId12" Type="http://schemas.openxmlformats.org/officeDocument/2006/relationships/image" Target="../media/image189.emf"/><Relationship Id="rId17" Type="http://schemas.openxmlformats.org/officeDocument/2006/relationships/oleObject" Target="../embeddings/oleObject171.bin"/><Relationship Id="rId25" Type="http://schemas.openxmlformats.org/officeDocument/2006/relationships/oleObject" Target="../embeddings/oleObject175.bin"/><Relationship Id="rId33" Type="http://schemas.openxmlformats.org/officeDocument/2006/relationships/oleObject" Target="../embeddings/oleObject179.bin"/><Relationship Id="rId38" Type="http://schemas.openxmlformats.org/officeDocument/2006/relationships/image" Target="../media/image202.wmf"/><Relationship Id="rId46" Type="http://schemas.openxmlformats.org/officeDocument/2006/relationships/image" Target="../media/image206.wmf"/><Relationship Id="rId20" Type="http://schemas.openxmlformats.org/officeDocument/2006/relationships/image" Target="../media/image193.wmf"/><Relationship Id="rId41" Type="http://schemas.openxmlformats.org/officeDocument/2006/relationships/oleObject" Target="../embeddings/oleObject183.bin"/></Relationships>
</file>

<file path=ppt/slides/_rels/slide20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90.bin"/><Relationship Id="rId18" Type="http://schemas.openxmlformats.org/officeDocument/2006/relationships/image" Target="../media/image214.emf"/><Relationship Id="rId26" Type="http://schemas.openxmlformats.org/officeDocument/2006/relationships/image" Target="../media/image218.emf"/><Relationship Id="rId21" Type="http://schemas.openxmlformats.org/officeDocument/2006/relationships/oleObject" Target="../embeddings/oleObject194.bin"/><Relationship Id="rId34" Type="http://schemas.openxmlformats.org/officeDocument/2006/relationships/image" Target="../media/image222.wmf"/><Relationship Id="rId7" Type="http://schemas.openxmlformats.org/officeDocument/2006/relationships/oleObject" Target="../embeddings/oleObject187.bin"/><Relationship Id="rId12" Type="http://schemas.openxmlformats.org/officeDocument/2006/relationships/image" Target="../media/image211.emf"/><Relationship Id="rId17" Type="http://schemas.openxmlformats.org/officeDocument/2006/relationships/oleObject" Target="../embeddings/oleObject192.bin"/><Relationship Id="rId25" Type="http://schemas.openxmlformats.org/officeDocument/2006/relationships/oleObject" Target="../embeddings/oleObject196.bin"/><Relationship Id="rId33" Type="http://schemas.openxmlformats.org/officeDocument/2006/relationships/oleObject" Target="../embeddings/oleObject200.bin"/><Relationship Id="rId38" Type="http://schemas.openxmlformats.org/officeDocument/2006/relationships/image" Target="../media/image223.e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13.emf"/><Relationship Id="rId20" Type="http://schemas.openxmlformats.org/officeDocument/2006/relationships/image" Target="../media/image215.wmf"/><Relationship Id="rId29" Type="http://schemas.openxmlformats.org/officeDocument/2006/relationships/oleObject" Target="../embeddings/oleObject198.bin"/><Relationship Id="rId1" Type="http://schemas.openxmlformats.org/officeDocument/2006/relationships/tags" Target="../tags/tag19.xml"/><Relationship Id="rId6" Type="http://schemas.openxmlformats.org/officeDocument/2006/relationships/image" Target="../media/image208.wmf"/><Relationship Id="rId11" Type="http://schemas.openxmlformats.org/officeDocument/2006/relationships/oleObject" Target="../embeddings/oleObject189.bin"/><Relationship Id="rId24" Type="http://schemas.openxmlformats.org/officeDocument/2006/relationships/image" Target="../media/image217.emf"/><Relationship Id="rId32" Type="http://schemas.openxmlformats.org/officeDocument/2006/relationships/image" Target="../media/image221.wmf"/><Relationship Id="rId37" Type="http://schemas.openxmlformats.org/officeDocument/2006/relationships/oleObject" Target="../embeddings/oleObject201.bin"/><Relationship Id="rId5" Type="http://schemas.openxmlformats.org/officeDocument/2006/relationships/oleObject" Target="../embeddings/oleObject186.bin"/><Relationship Id="rId15" Type="http://schemas.openxmlformats.org/officeDocument/2006/relationships/oleObject" Target="../embeddings/oleObject191.bin"/><Relationship Id="rId23" Type="http://schemas.openxmlformats.org/officeDocument/2006/relationships/oleObject" Target="../embeddings/oleObject195.bin"/><Relationship Id="rId28" Type="http://schemas.openxmlformats.org/officeDocument/2006/relationships/image" Target="../media/image219.emf"/><Relationship Id="rId36" Type="http://schemas.openxmlformats.org/officeDocument/2006/relationships/image" Target="../media/image169.wmf"/><Relationship Id="rId10" Type="http://schemas.openxmlformats.org/officeDocument/2006/relationships/image" Target="../media/image210.emf"/><Relationship Id="rId19" Type="http://schemas.openxmlformats.org/officeDocument/2006/relationships/oleObject" Target="../embeddings/oleObject193.bin"/><Relationship Id="rId31" Type="http://schemas.openxmlformats.org/officeDocument/2006/relationships/oleObject" Target="../embeddings/oleObject199.bin"/><Relationship Id="rId4" Type="http://schemas.openxmlformats.org/officeDocument/2006/relationships/image" Target="../media/image207.emf"/><Relationship Id="rId9" Type="http://schemas.openxmlformats.org/officeDocument/2006/relationships/oleObject" Target="../embeddings/oleObject188.bin"/><Relationship Id="rId14" Type="http://schemas.openxmlformats.org/officeDocument/2006/relationships/image" Target="../media/image212.emf"/><Relationship Id="rId22" Type="http://schemas.openxmlformats.org/officeDocument/2006/relationships/image" Target="../media/image216.emf"/><Relationship Id="rId27" Type="http://schemas.openxmlformats.org/officeDocument/2006/relationships/oleObject" Target="../embeddings/oleObject197.bin"/><Relationship Id="rId30" Type="http://schemas.openxmlformats.org/officeDocument/2006/relationships/image" Target="../media/image220.emf"/><Relationship Id="rId35" Type="http://schemas.openxmlformats.org/officeDocument/2006/relationships/oleObject" Target="../embeddings/oleObject153.bin"/><Relationship Id="rId8" Type="http://schemas.openxmlformats.org/officeDocument/2006/relationships/image" Target="../media/image209.wmf"/><Relationship Id="rId3" Type="http://schemas.openxmlformats.org/officeDocument/2006/relationships/oleObject" Target="../embeddings/oleObject142.bin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3.bin"/><Relationship Id="rId18" Type="http://schemas.openxmlformats.org/officeDocument/2006/relationships/image" Target="../media/image230.emf"/><Relationship Id="rId26" Type="http://schemas.openxmlformats.org/officeDocument/2006/relationships/oleObject" Target="../embeddings/oleObject211.bin"/><Relationship Id="rId21" Type="http://schemas.openxmlformats.org/officeDocument/2006/relationships/oleObject" Target="../embeddings/oleObject209.bin"/><Relationship Id="rId34" Type="http://schemas.openxmlformats.org/officeDocument/2006/relationships/oleObject" Target="../embeddings/oleObject215.bin"/><Relationship Id="rId7" Type="http://schemas.openxmlformats.org/officeDocument/2006/relationships/oleObject" Target="../embeddings/oleObject203.bin"/><Relationship Id="rId12" Type="http://schemas.openxmlformats.org/officeDocument/2006/relationships/image" Target="../media/image228.emf"/><Relationship Id="rId17" Type="http://schemas.openxmlformats.org/officeDocument/2006/relationships/oleObject" Target="../embeddings/oleObject207.bin"/><Relationship Id="rId25" Type="http://schemas.openxmlformats.org/officeDocument/2006/relationships/image" Target="../media/image234.wmf"/><Relationship Id="rId33" Type="http://schemas.openxmlformats.org/officeDocument/2006/relationships/image" Target="../media/image238.wmf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29.emf"/><Relationship Id="rId20" Type="http://schemas.openxmlformats.org/officeDocument/2006/relationships/image" Target="../media/image231.emf"/><Relationship Id="rId29" Type="http://schemas.openxmlformats.org/officeDocument/2006/relationships/image" Target="../media/image236.wmf"/><Relationship Id="rId1" Type="http://schemas.openxmlformats.org/officeDocument/2006/relationships/tags" Target="../tags/tag20.xml"/><Relationship Id="rId6" Type="http://schemas.openxmlformats.org/officeDocument/2006/relationships/image" Target="../media/image225.emf"/><Relationship Id="rId11" Type="http://schemas.openxmlformats.org/officeDocument/2006/relationships/oleObject" Target="../embeddings/oleObject205.bin"/><Relationship Id="rId24" Type="http://schemas.openxmlformats.org/officeDocument/2006/relationships/oleObject" Target="../embeddings/oleObject210.bin"/><Relationship Id="rId32" Type="http://schemas.openxmlformats.org/officeDocument/2006/relationships/oleObject" Target="../embeddings/oleObject214.bin"/><Relationship Id="rId37" Type="http://schemas.openxmlformats.org/officeDocument/2006/relationships/image" Target="../media/image240.emf"/><Relationship Id="rId5" Type="http://schemas.openxmlformats.org/officeDocument/2006/relationships/oleObject" Target="../embeddings/oleObject202.bin"/><Relationship Id="rId15" Type="http://schemas.openxmlformats.org/officeDocument/2006/relationships/oleObject" Target="../embeddings/oleObject206.bin"/><Relationship Id="rId23" Type="http://schemas.openxmlformats.org/officeDocument/2006/relationships/image" Target="../media/image233.png"/><Relationship Id="rId28" Type="http://schemas.openxmlformats.org/officeDocument/2006/relationships/oleObject" Target="../embeddings/oleObject212.bin"/><Relationship Id="rId36" Type="http://schemas.openxmlformats.org/officeDocument/2006/relationships/oleObject" Target="../embeddings/oleObject216.bin"/><Relationship Id="rId10" Type="http://schemas.openxmlformats.org/officeDocument/2006/relationships/image" Target="../media/image227.emf"/><Relationship Id="rId19" Type="http://schemas.openxmlformats.org/officeDocument/2006/relationships/oleObject" Target="../embeddings/oleObject208.bin"/><Relationship Id="rId31" Type="http://schemas.openxmlformats.org/officeDocument/2006/relationships/image" Target="../media/image237.wmf"/><Relationship Id="rId4" Type="http://schemas.openxmlformats.org/officeDocument/2006/relationships/image" Target="../media/image224.emf"/><Relationship Id="rId9" Type="http://schemas.openxmlformats.org/officeDocument/2006/relationships/oleObject" Target="../embeddings/oleObject204.bin"/><Relationship Id="rId14" Type="http://schemas.openxmlformats.org/officeDocument/2006/relationships/image" Target="../media/image71.png"/><Relationship Id="rId22" Type="http://schemas.openxmlformats.org/officeDocument/2006/relationships/image" Target="../media/image232.emf"/><Relationship Id="rId27" Type="http://schemas.openxmlformats.org/officeDocument/2006/relationships/image" Target="../media/image235.wmf"/><Relationship Id="rId30" Type="http://schemas.openxmlformats.org/officeDocument/2006/relationships/oleObject" Target="../embeddings/oleObject213.bin"/><Relationship Id="rId35" Type="http://schemas.openxmlformats.org/officeDocument/2006/relationships/image" Target="../media/image239.wmf"/><Relationship Id="rId8" Type="http://schemas.openxmlformats.org/officeDocument/2006/relationships/image" Target="../media/image226.wmf"/><Relationship Id="rId3" Type="http://schemas.openxmlformats.org/officeDocument/2006/relationships/oleObject" Target="../embeddings/oleObject40.bin"/></Relationships>
</file>

<file path=ppt/slides/_rels/slide2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46.emf"/><Relationship Id="rId18" Type="http://schemas.openxmlformats.org/officeDocument/2006/relationships/oleObject" Target="../embeddings/oleObject224.bin"/><Relationship Id="rId26" Type="http://schemas.openxmlformats.org/officeDocument/2006/relationships/oleObject" Target="../embeddings/oleObject228.bin"/><Relationship Id="rId39" Type="http://schemas.openxmlformats.org/officeDocument/2006/relationships/image" Target="../media/image259.emf"/><Relationship Id="rId21" Type="http://schemas.openxmlformats.org/officeDocument/2006/relationships/image" Target="../media/image250.emf"/><Relationship Id="rId34" Type="http://schemas.openxmlformats.org/officeDocument/2006/relationships/oleObject" Target="../embeddings/oleObject232.bin"/><Relationship Id="rId7" Type="http://schemas.openxmlformats.org/officeDocument/2006/relationships/image" Target="../media/image243.emf"/><Relationship Id="rId12" Type="http://schemas.openxmlformats.org/officeDocument/2006/relationships/oleObject" Target="../embeddings/oleObject221.bin"/><Relationship Id="rId17" Type="http://schemas.openxmlformats.org/officeDocument/2006/relationships/image" Target="../media/image248.emf"/><Relationship Id="rId25" Type="http://schemas.openxmlformats.org/officeDocument/2006/relationships/image" Target="../media/image252.emf"/><Relationship Id="rId33" Type="http://schemas.openxmlformats.org/officeDocument/2006/relationships/image" Target="../media/image256.emf"/><Relationship Id="rId38" Type="http://schemas.openxmlformats.org/officeDocument/2006/relationships/oleObject" Target="../embeddings/oleObject234.bin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23.bin"/><Relationship Id="rId20" Type="http://schemas.openxmlformats.org/officeDocument/2006/relationships/oleObject" Target="../embeddings/oleObject225.bin"/><Relationship Id="rId29" Type="http://schemas.openxmlformats.org/officeDocument/2006/relationships/image" Target="../media/image254.emf"/><Relationship Id="rId1" Type="http://schemas.openxmlformats.org/officeDocument/2006/relationships/tags" Target="../tags/tag21.xml"/><Relationship Id="rId6" Type="http://schemas.openxmlformats.org/officeDocument/2006/relationships/oleObject" Target="../embeddings/oleObject218.bin"/><Relationship Id="rId11" Type="http://schemas.openxmlformats.org/officeDocument/2006/relationships/image" Target="../media/image245.emf"/><Relationship Id="rId24" Type="http://schemas.openxmlformats.org/officeDocument/2006/relationships/oleObject" Target="../embeddings/oleObject227.bin"/><Relationship Id="rId32" Type="http://schemas.openxmlformats.org/officeDocument/2006/relationships/oleObject" Target="../embeddings/oleObject231.bin"/><Relationship Id="rId37" Type="http://schemas.openxmlformats.org/officeDocument/2006/relationships/image" Target="../media/image258.emf"/><Relationship Id="rId5" Type="http://schemas.openxmlformats.org/officeDocument/2006/relationships/image" Target="../media/image242.emf"/><Relationship Id="rId15" Type="http://schemas.openxmlformats.org/officeDocument/2006/relationships/image" Target="../media/image247.wmf"/><Relationship Id="rId23" Type="http://schemas.openxmlformats.org/officeDocument/2006/relationships/image" Target="../media/image251.emf"/><Relationship Id="rId28" Type="http://schemas.openxmlformats.org/officeDocument/2006/relationships/oleObject" Target="../embeddings/oleObject229.bin"/><Relationship Id="rId36" Type="http://schemas.openxmlformats.org/officeDocument/2006/relationships/oleObject" Target="../embeddings/oleObject233.bin"/><Relationship Id="rId10" Type="http://schemas.openxmlformats.org/officeDocument/2006/relationships/oleObject" Target="../embeddings/oleObject220.bin"/><Relationship Id="rId19" Type="http://schemas.openxmlformats.org/officeDocument/2006/relationships/image" Target="../media/image249.emf"/><Relationship Id="rId31" Type="http://schemas.openxmlformats.org/officeDocument/2006/relationships/image" Target="../media/image255.emf"/><Relationship Id="rId4" Type="http://schemas.openxmlformats.org/officeDocument/2006/relationships/oleObject" Target="../embeddings/oleObject217.bin"/><Relationship Id="rId9" Type="http://schemas.openxmlformats.org/officeDocument/2006/relationships/image" Target="../media/image244.wmf"/><Relationship Id="rId14" Type="http://schemas.openxmlformats.org/officeDocument/2006/relationships/oleObject" Target="../embeddings/oleObject222.bin"/><Relationship Id="rId22" Type="http://schemas.openxmlformats.org/officeDocument/2006/relationships/oleObject" Target="../embeddings/oleObject226.bin"/><Relationship Id="rId27" Type="http://schemas.openxmlformats.org/officeDocument/2006/relationships/image" Target="../media/image253.emf"/><Relationship Id="rId30" Type="http://schemas.openxmlformats.org/officeDocument/2006/relationships/oleObject" Target="../embeddings/oleObject230.bin"/><Relationship Id="rId35" Type="http://schemas.openxmlformats.org/officeDocument/2006/relationships/image" Target="../media/image257.emf"/><Relationship Id="rId8" Type="http://schemas.openxmlformats.org/officeDocument/2006/relationships/oleObject" Target="../embeddings/oleObject219.bin"/><Relationship Id="rId3" Type="http://schemas.openxmlformats.org/officeDocument/2006/relationships/image" Target="../media/image24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image" Target="../media/image265.emf"/><Relationship Id="rId18" Type="http://schemas.openxmlformats.org/officeDocument/2006/relationships/oleObject" Target="../embeddings/oleObject238.bin"/><Relationship Id="rId3" Type="http://schemas.openxmlformats.org/officeDocument/2006/relationships/image" Target="../media/image260.png"/><Relationship Id="rId21" Type="http://schemas.openxmlformats.org/officeDocument/2006/relationships/oleObject" Target="../embeddings/oleObject239.bin"/><Relationship Id="rId7" Type="http://schemas.openxmlformats.org/officeDocument/2006/relationships/image" Target="../media/image262.emf"/><Relationship Id="rId12" Type="http://schemas.openxmlformats.org/officeDocument/2006/relationships/oleObject" Target="../embeddings/oleObject228.bin"/><Relationship Id="rId17" Type="http://schemas.openxmlformats.org/officeDocument/2006/relationships/image" Target="../media/image267.e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37.bin"/><Relationship Id="rId20" Type="http://schemas.openxmlformats.org/officeDocument/2006/relationships/image" Target="../media/image269.emf"/><Relationship Id="rId1" Type="http://schemas.openxmlformats.org/officeDocument/2006/relationships/tags" Target="../tags/tag22.xml"/><Relationship Id="rId6" Type="http://schemas.openxmlformats.org/officeDocument/2006/relationships/oleObject" Target="../embeddings/oleObject236.bin"/><Relationship Id="rId11" Type="http://schemas.openxmlformats.org/officeDocument/2006/relationships/image" Target="../media/image264.emf"/><Relationship Id="rId24" Type="http://schemas.openxmlformats.org/officeDocument/2006/relationships/image" Target="../media/image271.wmf"/><Relationship Id="rId5" Type="http://schemas.openxmlformats.org/officeDocument/2006/relationships/image" Target="../media/image261.wmf"/><Relationship Id="rId15" Type="http://schemas.openxmlformats.org/officeDocument/2006/relationships/image" Target="../media/image266.emf"/><Relationship Id="rId23" Type="http://schemas.openxmlformats.org/officeDocument/2006/relationships/oleObject" Target="../embeddings/oleObject240.bin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268.emf"/><Relationship Id="rId4" Type="http://schemas.openxmlformats.org/officeDocument/2006/relationships/oleObject" Target="../embeddings/oleObject235.bin"/><Relationship Id="rId9" Type="http://schemas.openxmlformats.org/officeDocument/2006/relationships/image" Target="../media/image263.emf"/><Relationship Id="rId14" Type="http://schemas.openxmlformats.org/officeDocument/2006/relationships/oleObject" Target="../embeddings/oleObject229.bin"/><Relationship Id="rId22" Type="http://schemas.openxmlformats.org/officeDocument/2006/relationships/image" Target="../media/image270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7.bin"/><Relationship Id="rId13" Type="http://schemas.openxmlformats.org/officeDocument/2006/relationships/image" Target="../media/image275.emf"/><Relationship Id="rId18" Type="http://schemas.openxmlformats.org/officeDocument/2006/relationships/oleObject" Target="../embeddings/oleObject244.bin"/><Relationship Id="rId3" Type="http://schemas.openxmlformats.org/officeDocument/2006/relationships/image" Target="../media/image260.png"/><Relationship Id="rId21" Type="http://schemas.openxmlformats.org/officeDocument/2006/relationships/image" Target="../media/image279.emf"/><Relationship Id="rId7" Type="http://schemas.openxmlformats.org/officeDocument/2006/relationships/image" Target="../media/image272.emf"/><Relationship Id="rId12" Type="http://schemas.openxmlformats.org/officeDocument/2006/relationships/oleObject" Target="../embeddings/oleObject228.bin"/><Relationship Id="rId17" Type="http://schemas.openxmlformats.org/officeDocument/2006/relationships/image" Target="../media/image277.emf"/><Relationship Id="rId25" Type="http://schemas.openxmlformats.org/officeDocument/2006/relationships/image" Target="../media/image281.wmf"/><Relationship Id="rId2" Type="http://schemas.openxmlformats.org/officeDocument/2006/relationships/slideLayout" Target="../slideLayouts/slideLayout13.xml"/><Relationship Id="rId16" Type="http://schemas.openxmlformats.org/officeDocument/2006/relationships/oleObject" Target="../embeddings/oleObject243.bin"/><Relationship Id="rId20" Type="http://schemas.openxmlformats.org/officeDocument/2006/relationships/oleObject" Target="../embeddings/oleObject245.bin"/><Relationship Id="rId1" Type="http://schemas.openxmlformats.org/officeDocument/2006/relationships/tags" Target="../tags/tag23.xml"/><Relationship Id="rId6" Type="http://schemas.openxmlformats.org/officeDocument/2006/relationships/oleObject" Target="../embeddings/oleObject242.bin"/><Relationship Id="rId11" Type="http://schemas.openxmlformats.org/officeDocument/2006/relationships/image" Target="../media/image274.emf"/><Relationship Id="rId24" Type="http://schemas.openxmlformats.org/officeDocument/2006/relationships/oleObject" Target="../embeddings/oleObject247.bin"/><Relationship Id="rId5" Type="http://schemas.openxmlformats.org/officeDocument/2006/relationships/image" Target="../media/image23.wmf"/><Relationship Id="rId15" Type="http://schemas.openxmlformats.org/officeDocument/2006/relationships/image" Target="../media/image276.emf"/><Relationship Id="rId23" Type="http://schemas.openxmlformats.org/officeDocument/2006/relationships/image" Target="../media/image280.emf"/><Relationship Id="rId10" Type="http://schemas.openxmlformats.org/officeDocument/2006/relationships/oleObject" Target="../embeddings/oleObject218.bin"/><Relationship Id="rId19" Type="http://schemas.openxmlformats.org/officeDocument/2006/relationships/image" Target="../media/image278.emf"/><Relationship Id="rId4" Type="http://schemas.openxmlformats.org/officeDocument/2006/relationships/oleObject" Target="../embeddings/oleObject241.bin"/><Relationship Id="rId9" Type="http://schemas.openxmlformats.org/officeDocument/2006/relationships/image" Target="../media/image273.emf"/><Relationship Id="rId14" Type="http://schemas.openxmlformats.org/officeDocument/2006/relationships/oleObject" Target="../embeddings/oleObject229.bin"/><Relationship Id="rId22" Type="http://schemas.openxmlformats.org/officeDocument/2006/relationships/oleObject" Target="../embeddings/oleObject246.bin"/></Relationships>
</file>

<file path=ppt/slides/_rels/slide2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253.bin"/><Relationship Id="rId18" Type="http://schemas.openxmlformats.org/officeDocument/2006/relationships/image" Target="../media/image289.emf"/><Relationship Id="rId26" Type="http://schemas.openxmlformats.org/officeDocument/2006/relationships/image" Target="../media/image293.wmf"/><Relationship Id="rId3" Type="http://schemas.openxmlformats.org/officeDocument/2006/relationships/oleObject" Target="../embeddings/oleObject248.bin"/><Relationship Id="rId21" Type="http://schemas.openxmlformats.org/officeDocument/2006/relationships/oleObject" Target="../embeddings/oleObject256.bin"/><Relationship Id="rId34" Type="http://schemas.openxmlformats.org/officeDocument/2006/relationships/image" Target="../media/image297.emf"/><Relationship Id="rId7" Type="http://schemas.openxmlformats.org/officeDocument/2006/relationships/oleObject" Target="../embeddings/oleObject250.bin"/><Relationship Id="rId12" Type="http://schemas.openxmlformats.org/officeDocument/2006/relationships/image" Target="../media/image286.wmf"/><Relationship Id="rId17" Type="http://schemas.openxmlformats.org/officeDocument/2006/relationships/oleObject" Target="../embeddings/oleObject254.bin"/><Relationship Id="rId25" Type="http://schemas.openxmlformats.org/officeDocument/2006/relationships/oleObject" Target="../embeddings/oleObject257.bin"/><Relationship Id="rId33" Type="http://schemas.openxmlformats.org/officeDocument/2006/relationships/oleObject" Target="../embeddings/oleObject261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88.emf"/><Relationship Id="rId20" Type="http://schemas.openxmlformats.org/officeDocument/2006/relationships/image" Target="../media/image290.emf"/><Relationship Id="rId29" Type="http://schemas.openxmlformats.org/officeDocument/2006/relationships/oleObject" Target="../embeddings/oleObject259.bin"/><Relationship Id="rId1" Type="http://schemas.openxmlformats.org/officeDocument/2006/relationships/tags" Target="../tags/tag24.xml"/><Relationship Id="rId6" Type="http://schemas.openxmlformats.org/officeDocument/2006/relationships/image" Target="../media/image283.emf"/><Relationship Id="rId11" Type="http://schemas.openxmlformats.org/officeDocument/2006/relationships/oleObject" Target="../embeddings/oleObject252.bin"/><Relationship Id="rId24" Type="http://schemas.openxmlformats.org/officeDocument/2006/relationships/image" Target="../media/image292.emf"/><Relationship Id="rId32" Type="http://schemas.openxmlformats.org/officeDocument/2006/relationships/image" Target="../media/image296.emf"/><Relationship Id="rId5" Type="http://schemas.openxmlformats.org/officeDocument/2006/relationships/oleObject" Target="../embeddings/oleObject249.bin"/><Relationship Id="rId15" Type="http://schemas.openxmlformats.org/officeDocument/2006/relationships/oleObject" Target="../embeddings/oleObject78.bin"/><Relationship Id="rId23" Type="http://schemas.openxmlformats.org/officeDocument/2006/relationships/oleObject" Target="../embeddings/oleObject218.bin"/><Relationship Id="rId28" Type="http://schemas.openxmlformats.org/officeDocument/2006/relationships/image" Target="../media/image294.wmf"/><Relationship Id="rId10" Type="http://schemas.openxmlformats.org/officeDocument/2006/relationships/image" Target="../media/image285.wmf"/><Relationship Id="rId19" Type="http://schemas.openxmlformats.org/officeDocument/2006/relationships/oleObject" Target="../embeddings/oleObject255.bin"/><Relationship Id="rId31" Type="http://schemas.openxmlformats.org/officeDocument/2006/relationships/oleObject" Target="../embeddings/oleObject260.bin"/><Relationship Id="rId4" Type="http://schemas.openxmlformats.org/officeDocument/2006/relationships/image" Target="../media/image282.emf"/><Relationship Id="rId9" Type="http://schemas.openxmlformats.org/officeDocument/2006/relationships/oleObject" Target="../embeddings/oleObject251.bin"/><Relationship Id="rId14" Type="http://schemas.openxmlformats.org/officeDocument/2006/relationships/image" Target="../media/image287.emf"/><Relationship Id="rId22" Type="http://schemas.openxmlformats.org/officeDocument/2006/relationships/image" Target="../media/image291.emf"/><Relationship Id="rId27" Type="http://schemas.openxmlformats.org/officeDocument/2006/relationships/oleObject" Target="../embeddings/oleObject258.bin"/><Relationship Id="rId30" Type="http://schemas.openxmlformats.org/officeDocument/2006/relationships/image" Target="../media/image295.emf"/><Relationship Id="rId8" Type="http://schemas.openxmlformats.org/officeDocument/2006/relationships/image" Target="../media/image284.wmf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0.emf"/><Relationship Id="rId13" Type="http://schemas.openxmlformats.org/officeDocument/2006/relationships/oleObject" Target="../embeddings/oleObject267.bin"/><Relationship Id="rId18" Type="http://schemas.openxmlformats.org/officeDocument/2006/relationships/image" Target="../media/image305.emf"/><Relationship Id="rId26" Type="http://schemas.openxmlformats.org/officeDocument/2006/relationships/image" Target="../media/image309.wmf"/><Relationship Id="rId3" Type="http://schemas.openxmlformats.org/officeDocument/2006/relationships/oleObject" Target="../embeddings/oleObject262.bin"/><Relationship Id="rId21" Type="http://schemas.openxmlformats.org/officeDocument/2006/relationships/oleObject" Target="../embeddings/oleObject270.bin"/><Relationship Id="rId7" Type="http://schemas.openxmlformats.org/officeDocument/2006/relationships/oleObject" Target="../embeddings/oleObject264.bin"/><Relationship Id="rId12" Type="http://schemas.openxmlformats.org/officeDocument/2006/relationships/image" Target="../media/image302.emf"/><Relationship Id="rId17" Type="http://schemas.openxmlformats.org/officeDocument/2006/relationships/oleObject" Target="../embeddings/oleObject269.bin"/><Relationship Id="rId25" Type="http://schemas.openxmlformats.org/officeDocument/2006/relationships/oleObject" Target="../embeddings/oleObject27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04.emf"/><Relationship Id="rId20" Type="http://schemas.openxmlformats.org/officeDocument/2006/relationships/image" Target="../media/image306.emf"/><Relationship Id="rId29" Type="http://schemas.openxmlformats.org/officeDocument/2006/relationships/oleObject" Target="../embeddings/oleObject274.bin"/><Relationship Id="rId1" Type="http://schemas.openxmlformats.org/officeDocument/2006/relationships/tags" Target="../tags/tag25.xml"/><Relationship Id="rId6" Type="http://schemas.openxmlformats.org/officeDocument/2006/relationships/image" Target="../media/image299.emf"/><Relationship Id="rId11" Type="http://schemas.openxmlformats.org/officeDocument/2006/relationships/oleObject" Target="../embeddings/oleObject266.bin"/><Relationship Id="rId24" Type="http://schemas.openxmlformats.org/officeDocument/2006/relationships/image" Target="../media/image308.wmf"/><Relationship Id="rId5" Type="http://schemas.openxmlformats.org/officeDocument/2006/relationships/oleObject" Target="../embeddings/oleObject263.bin"/><Relationship Id="rId15" Type="http://schemas.openxmlformats.org/officeDocument/2006/relationships/oleObject" Target="../embeddings/oleObject268.bin"/><Relationship Id="rId23" Type="http://schemas.openxmlformats.org/officeDocument/2006/relationships/oleObject" Target="../embeddings/oleObject271.bin"/><Relationship Id="rId28" Type="http://schemas.openxmlformats.org/officeDocument/2006/relationships/image" Target="../media/image310.wmf"/><Relationship Id="rId10" Type="http://schemas.openxmlformats.org/officeDocument/2006/relationships/image" Target="../media/image301.emf"/><Relationship Id="rId19" Type="http://schemas.openxmlformats.org/officeDocument/2006/relationships/oleObject" Target="../embeddings/oleObject218.bin"/><Relationship Id="rId4" Type="http://schemas.openxmlformats.org/officeDocument/2006/relationships/image" Target="../media/image298.wmf"/><Relationship Id="rId9" Type="http://schemas.openxmlformats.org/officeDocument/2006/relationships/oleObject" Target="../embeddings/oleObject265.bin"/><Relationship Id="rId14" Type="http://schemas.openxmlformats.org/officeDocument/2006/relationships/image" Target="../media/image303.emf"/><Relationship Id="rId22" Type="http://schemas.openxmlformats.org/officeDocument/2006/relationships/image" Target="../media/image307.emf"/><Relationship Id="rId27" Type="http://schemas.openxmlformats.org/officeDocument/2006/relationships/oleObject" Target="../embeddings/oleObject273.bin"/><Relationship Id="rId30" Type="http://schemas.openxmlformats.org/officeDocument/2006/relationships/image" Target="../media/image311.wmf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4.emf"/><Relationship Id="rId13" Type="http://schemas.openxmlformats.org/officeDocument/2006/relationships/oleObject" Target="../embeddings/oleObject280.bin"/><Relationship Id="rId18" Type="http://schemas.openxmlformats.org/officeDocument/2006/relationships/image" Target="../media/image319.wmf"/><Relationship Id="rId3" Type="http://schemas.openxmlformats.org/officeDocument/2006/relationships/oleObject" Target="../embeddings/oleObject275.bin"/><Relationship Id="rId7" Type="http://schemas.openxmlformats.org/officeDocument/2006/relationships/oleObject" Target="../embeddings/oleObject277.bin"/><Relationship Id="rId12" Type="http://schemas.openxmlformats.org/officeDocument/2006/relationships/image" Target="../media/image316.emf"/><Relationship Id="rId17" Type="http://schemas.openxmlformats.org/officeDocument/2006/relationships/oleObject" Target="../embeddings/oleObject282.bin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318.wmf"/><Relationship Id="rId1" Type="http://schemas.openxmlformats.org/officeDocument/2006/relationships/tags" Target="../tags/tag26.xml"/><Relationship Id="rId6" Type="http://schemas.openxmlformats.org/officeDocument/2006/relationships/image" Target="../media/image313.wmf"/><Relationship Id="rId11" Type="http://schemas.openxmlformats.org/officeDocument/2006/relationships/oleObject" Target="../embeddings/oleObject279.bin"/><Relationship Id="rId5" Type="http://schemas.openxmlformats.org/officeDocument/2006/relationships/oleObject" Target="../embeddings/oleObject276.bin"/><Relationship Id="rId15" Type="http://schemas.openxmlformats.org/officeDocument/2006/relationships/oleObject" Target="../embeddings/oleObject281.bin"/><Relationship Id="rId10" Type="http://schemas.openxmlformats.org/officeDocument/2006/relationships/image" Target="../media/image315.wmf"/><Relationship Id="rId4" Type="http://schemas.openxmlformats.org/officeDocument/2006/relationships/image" Target="../media/image312.wmf"/><Relationship Id="rId9" Type="http://schemas.openxmlformats.org/officeDocument/2006/relationships/oleObject" Target="../embeddings/oleObject278.bin"/><Relationship Id="rId14" Type="http://schemas.openxmlformats.org/officeDocument/2006/relationships/image" Target="../media/image317.wmf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7588" y="2825231"/>
            <a:ext cx="12192000" cy="1755898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rgbClr val="00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884" tIns="60941" rIns="121884" bIns="60941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5231991" y="4865328"/>
            <a:ext cx="1728018" cy="523220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梅杰</a:t>
            </a:r>
            <a:endParaRPr kumimoji="0" lang="en-US" altLang="zh-CN" sz="2800" b="1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楷体" panose="02010609060101010101" pitchFamily="49" charset="-122"/>
              <a:ea typeface="楷体" panose="02010609060101010101" pitchFamily="49" charset="-122"/>
              <a:cs typeface="+mn-cs"/>
            </a:endParaRPr>
          </a:p>
        </p:txBody>
      </p:sp>
      <p:sp>
        <p:nvSpPr>
          <p:cNvPr id="12" name="Rectangle 8"/>
          <p:cNvSpPr>
            <a:spLocks noChangeArrowheads="1"/>
          </p:cNvSpPr>
          <p:nvPr/>
        </p:nvSpPr>
        <p:spPr bwMode="auto">
          <a:xfrm>
            <a:off x="1731928" y="3003550"/>
            <a:ext cx="8712968" cy="748988"/>
          </a:xfrm>
          <a:prstGeom prst="rect">
            <a:avLst/>
          </a:prstGeom>
          <a:noFill/>
          <a:ln w="9525">
            <a:noFill/>
            <a:miter lim="800000"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42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第六章 留数理论及其应用</a:t>
            </a:r>
            <a:endParaRPr kumimoji="0" lang="en-US" altLang="zh-CN" sz="4265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6" name="Picture 2" descr="C:\Users\Administrator\Desktop\微立体创业计划\00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4725" y="381000"/>
            <a:ext cx="2622550" cy="262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组合 8"/>
          <p:cNvGrpSpPr/>
          <p:nvPr/>
        </p:nvGrpSpPr>
        <p:grpSpPr bwMode="auto">
          <a:xfrm>
            <a:off x="4609307" y="74613"/>
            <a:ext cx="2973387" cy="2973387"/>
            <a:chOff x="3772486" y="313986"/>
            <a:chExt cx="2230535" cy="2230233"/>
          </a:xfrm>
        </p:grpSpPr>
        <p:pic>
          <p:nvPicPr>
            <p:cNvPr id="8" name="Picture 3" descr="C:\Users\Administrator\Desktop\微立体创业计划\002.png"/>
            <p:cNvPicPr>
              <a:picLocks noChangeAspect="1" noChangeArrowheads="1"/>
            </p:cNvPicPr>
            <p:nvPr/>
          </p:nvPicPr>
          <p:blipFill>
            <a:blip r:embed="rId4"/>
            <a:srcRect/>
            <a:stretch>
              <a:fillRect/>
            </a:stretch>
          </p:blipFill>
          <p:spPr bwMode="auto">
            <a:xfrm>
              <a:off x="3772486" y="313986"/>
              <a:ext cx="2230535" cy="2230233"/>
            </a:xfrm>
            <a:prstGeom prst="rect">
              <a:avLst/>
            </a:prstGeom>
            <a:noFill/>
            <a:effectLst>
              <a:outerShdw blurRad="292100" dist="177800" dir="2460000" sx="99000" sy="99000" algn="l" rotWithShape="0">
                <a:schemeClr val="tx2">
                  <a:alpha val="39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970863" y="520862"/>
              <a:ext cx="1852870" cy="1843787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</p:spPr>
        </p:pic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9D2E077E-E31E-D9CA-79C5-B17E706AF237}"/>
              </a:ext>
            </a:extLst>
          </p:cNvPr>
          <p:cNvSpPr txBox="1"/>
          <p:nvPr/>
        </p:nvSpPr>
        <p:spPr>
          <a:xfrm>
            <a:off x="4222196" y="3958309"/>
            <a:ext cx="3853981" cy="368214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en-US" altLang="zh-CN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6.1 </a:t>
            </a:r>
            <a:r>
              <a:rPr lang="zh-CN" altLang="en-US" sz="2400" b="1" kern="1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rPr>
              <a:t>留数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2E0D8-4496-4F36-31F2-FDAB4B69C5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37694E0F-07EF-15FA-F9B3-FB0EE563351F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BE559726-7D45-617D-BDFE-09FB673FD02B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7" name="内容占位符 3">
            <a:extLst>
              <a:ext uri="{FF2B5EF4-FFF2-40B4-BE49-F238E27FC236}">
                <a16:creationId xmlns:a16="http://schemas.microsoft.com/office/drawing/2014/main" id="{E889DBF2-3202-5347-33C4-03BF3E486846}"/>
              </a:ext>
            </a:extLst>
          </p:cNvPr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CA2EE20-524F-CA75-C1EF-53CC6F3CA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9100" y="774973"/>
            <a:ext cx="29432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一、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留数的概念</a:t>
            </a:r>
          </a:p>
        </p:txBody>
      </p:sp>
      <p:grpSp>
        <p:nvGrpSpPr>
          <p:cNvPr id="10" name="Group 51">
            <a:extLst>
              <a:ext uri="{FF2B5EF4-FFF2-40B4-BE49-F238E27FC236}">
                <a16:creationId xmlns:a16="http://schemas.microsoft.com/office/drawing/2014/main" id="{AC8BA75F-33F6-7DE9-3A40-A1229137B42F}"/>
              </a:ext>
            </a:extLst>
          </p:cNvPr>
          <p:cNvGrpSpPr/>
          <p:nvPr/>
        </p:nvGrpSpPr>
        <p:grpSpPr bwMode="auto">
          <a:xfrm>
            <a:off x="1758375" y="1357584"/>
            <a:ext cx="5699126" cy="463549"/>
            <a:chOff x="336" y="745"/>
            <a:chExt cx="3590" cy="292"/>
          </a:xfrm>
        </p:grpSpPr>
        <p:sp>
          <p:nvSpPr>
            <p:cNvPr id="11" name="Text Box 21">
              <a:extLst>
                <a:ext uri="{FF2B5EF4-FFF2-40B4-BE49-F238E27FC236}">
                  <a16:creationId xmlns:a16="http://schemas.microsoft.com/office/drawing/2014/main" id="{CEF889DB-425E-7C1D-194B-E57F341569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3" y="746"/>
              <a:ext cx="307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为函数         的孤立奇点，称   </a:t>
              </a:r>
            </a:p>
          </p:txBody>
        </p:sp>
        <p:sp>
          <p:nvSpPr>
            <p:cNvPr id="12" name="Rectangle 19">
              <a:extLst>
                <a:ext uri="{FF2B5EF4-FFF2-40B4-BE49-F238E27FC236}">
                  <a16:creationId xmlns:a16="http://schemas.microsoft.com/office/drawing/2014/main" id="{26F8DAB7-85E1-5871-B97C-A70E6E3D98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" y="745"/>
              <a:ext cx="70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    </a:t>
              </a:r>
            </a:p>
          </p:txBody>
        </p:sp>
        <p:graphicFrame>
          <p:nvGraphicFramePr>
            <p:cNvPr id="13" name="Object 20">
              <a:extLst>
                <a:ext uri="{FF2B5EF4-FFF2-40B4-BE49-F238E27FC236}">
                  <a16:creationId xmlns:a16="http://schemas.microsoft.com/office/drawing/2014/main" id="{133A9B23-E0E2-E48F-1201-56863714F734}"/>
                </a:ext>
              </a:extLst>
            </p:cNvPr>
            <p:cNvGraphicFramePr/>
            <p:nvPr/>
          </p:nvGraphicFramePr>
          <p:xfrm>
            <a:off x="1147" y="765"/>
            <a:ext cx="17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68300" imgH="508000" progId="Equation.3">
                    <p:embed/>
                  </p:oleObj>
                </mc:Choice>
                <mc:Fallback>
                  <p:oleObj name="公式" r:id="rId3" imgW="368300" imgH="508000" progId="Equation.3">
                    <p:embed/>
                    <p:pic>
                      <p:nvPicPr>
                        <p:cNvPr id="13" name="Object 2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47" y="765"/>
                          <a:ext cx="177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25">
              <a:extLst>
                <a:ext uri="{FF2B5EF4-FFF2-40B4-BE49-F238E27FC236}">
                  <a16:creationId xmlns:a16="http://schemas.microsoft.com/office/drawing/2014/main" id="{DAB88B4A-D95B-1045-2E95-70C4349B988A}"/>
                </a:ext>
              </a:extLst>
            </p:cNvPr>
            <p:cNvGraphicFramePr/>
            <p:nvPr/>
          </p:nvGraphicFramePr>
          <p:xfrm>
            <a:off x="1943" y="797"/>
            <a:ext cx="40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50900" imgH="457200" progId="Equation.3">
                    <p:embed/>
                  </p:oleObj>
                </mc:Choice>
                <mc:Fallback>
                  <p:oleObj name="公式" r:id="rId5" imgW="850900" imgH="457200" progId="Equation.3">
                    <p:embed/>
                    <p:pic>
                      <p:nvPicPr>
                        <p:cNvPr id="14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3" y="797"/>
                          <a:ext cx="40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54">
            <a:extLst>
              <a:ext uri="{FF2B5EF4-FFF2-40B4-BE49-F238E27FC236}">
                <a16:creationId xmlns:a16="http://schemas.microsoft.com/office/drawing/2014/main" id="{0D945199-3B30-E144-AC7C-5AB7A1745533}"/>
              </a:ext>
            </a:extLst>
          </p:cNvPr>
          <p:cNvGrpSpPr/>
          <p:nvPr/>
        </p:nvGrpSpPr>
        <p:grpSpPr bwMode="auto">
          <a:xfrm>
            <a:off x="2579113" y="2055868"/>
            <a:ext cx="3646488" cy="461963"/>
            <a:chOff x="852" y="2136"/>
            <a:chExt cx="2297" cy="291"/>
          </a:xfrm>
        </p:grpSpPr>
        <p:sp>
          <p:nvSpPr>
            <p:cNvPr id="16" name="Rectangle 27">
              <a:extLst>
                <a:ext uri="{FF2B5EF4-FFF2-40B4-BE49-F238E27FC236}">
                  <a16:creationId xmlns:a16="http://schemas.microsoft.com/office/drawing/2014/main" id="{86E0054A-8099-B3FD-A314-A53A52882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" y="2136"/>
              <a:ext cx="22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         在     处的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留数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  </a:t>
              </a:r>
            </a:p>
          </p:txBody>
        </p:sp>
        <p:graphicFrame>
          <p:nvGraphicFramePr>
            <p:cNvPr id="18" name="Object 29">
              <a:extLst>
                <a:ext uri="{FF2B5EF4-FFF2-40B4-BE49-F238E27FC236}">
                  <a16:creationId xmlns:a16="http://schemas.microsoft.com/office/drawing/2014/main" id="{57886AA8-7089-25BC-1F38-40FB42A8E68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4189349687"/>
                </p:ext>
              </p:extLst>
            </p:nvPr>
          </p:nvGraphicFramePr>
          <p:xfrm>
            <a:off x="1766" y="2161"/>
            <a:ext cx="17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68300" imgH="508000" progId="Equation.3">
                    <p:embed/>
                  </p:oleObj>
                </mc:Choice>
                <mc:Fallback>
                  <p:oleObj name="公式" r:id="rId7" imgW="368300" imgH="508000" progId="Equation.3">
                    <p:embed/>
                    <p:pic>
                      <p:nvPicPr>
                        <p:cNvPr id="18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66" y="2161"/>
                          <a:ext cx="177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30">
              <a:extLst>
                <a:ext uri="{FF2B5EF4-FFF2-40B4-BE49-F238E27FC236}">
                  <a16:creationId xmlns:a16="http://schemas.microsoft.com/office/drawing/2014/main" id="{C411FD94-0F13-F73E-A858-64E6E457B4CF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08712792"/>
                </p:ext>
              </p:extLst>
            </p:nvPr>
          </p:nvGraphicFramePr>
          <p:xfrm>
            <a:off x="1098" y="2202"/>
            <a:ext cx="40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850900" imgH="457200" progId="Equation.3">
                    <p:embed/>
                  </p:oleObj>
                </mc:Choice>
                <mc:Fallback>
                  <p:oleObj name="公式" r:id="rId9" imgW="850900" imgH="457200" progId="Equation.3">
                    <p:embed/>
                    <p:pic>
                      <p:nvPicPr>
                        <p:cNvPr id="20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98" y="2202"/>
                          <a:ext cx="40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1" name="Rectangle 31">
            <a:extLst>
              <a:ext uri="{FF2B5EF4-FFF2-40B4-BE49-F238E27FC236}">
                <a16:creationId xmlns:a16="http://schemas.microsoft.com/office/drawing/2014/main" id="{6721EBE5-32C2-6309-C463-CA7E4067E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62051" y="2055868"/>
            <a:ext cx="103105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记作   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517B3058-34FF-C0B2-B4A1-6CCD0A8F2A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86170937"/>
              </p:ext>
            </p:extLst>
          </p:nvPr>
        </p:nvGraphicFramePr>
        <p:xfrm>
          <a:off x="6506803" y="2065383"/>
          <a:ext cx="1332387" cy="6376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634680" imgH="304560" progId="Equation.DSMT4">
                  <p:embed/>
                </p:oleObj>
              </mc:Choice>
              <mc:Fallback>
                <p:oleObj name="Equation" r:id="rId11" imgW="634680" imgH="30456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D5C39019-2208-65F4-4D8A-5173C8F3F91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2"/>
                      <a:stretch>
                        <a:fillRect/>
                      </a:stretch>
                    </p:blipFill>
                    <p:spPr>
                      <a:xfrm>
                        <a:off x="6506803" y="2065383"/>
                        <a:ext cx="1332387" cy="6376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19">
            <a:extLst>
              <a:ext uri="{FF2B5EF4-FFF2-40B4-BE49-F238E27FC236}">
                <a16:creationId xmlns:a16="http://schemas.microsoft.com/office/drawing/2014/main" id="{4DF6E7C9-2FAB-0FCA-5CA2-18F646551C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5369" y="3502163"/>
            <a:ext cx="17235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等价定义    </a:t>
            </a:r>
          </a:p>
        </p:txBody>
      </p:sp>
      <p:graphicFrame>
        <p:nvGraphicFramePr>
          <p:cNvPr id="36" name="对象 35">
            <a:extLst>
              <a:ext uri="{FF2B5EF4-FFF2-40B4-BE49-F238E27FC236}">
                <a16:creationId xmlns:a16="http://schemas.microsoft.com/office/drawing/2014/main" id="{22A81EE4-A76D-ED72-252B-0E9362C2B6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852642"/>
              </p:ext>
            </p:extLst>
          </p:nvPr>
        </p:nvGraphicFramePr>
        <p:xfrm>
          <a:off x="7141174" y="1167877"/>
          <a:ext cx="1917700" cy="841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7000" imgH="406080" progId="Equation.DSMT4">
                  <p:embed/>
                </p:oleObj>
              </mc:Choice>
              <mc:Fallback>
                <p:oleObj name="Equation" r:id="rId13" imgW="927000" imgH="4060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37CC3CC5-79EF-C384-9261-944D3C9A4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7141174" y="1167877"/>
                        <a:ext cx="1917700" cy="841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>
            <a:extLst>
              <a:ext uri="{FF2B5EF4-FFF2-40B4-BE49-F238E27FC236}">
                <a16:creationId xmlns:a16="http://schemas.microsoft.com/office/drawing/2014/main" id="{60A07659-8CAA-0416-A4E5-73FEB7FCF1A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0307460"/>
              </p:ext>
            </p:extLst>
          </p:nvPr>
        </p:nvGraphicFramePr>
        <p:xfrm>
          <a:off x="2651243" y="2759135"/>
          <a:ext cx="7450115" cy="454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733560" imgH="228600" progId="Equation.DSMT4">
                  <p:embed/>
                </p:oleObj>
              </mc:Choice>
              <mc:Fallback>
                <p:oleObj name="Equation" r:id="rId15" imgW="3733560" imgH="228600" progId="Equation.DSMT4">
                  <p:embed/>
                  <p:pic>
                    <p:nvPicPr>
                      <p:cNvPr id="37" name="对象 36">
                        <a:extLst>
                          <a:ext uri="{FF2B5EF4-FFF2-40B4-BE49-F238E27FC236}">
                            <a16:creationId xmlns:a16="http://schemas.microsoft.com/office/drawing/2014/main" id="{C58D1DA4-AA88-5495-21EC-DFDB95EB521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2651243" y="2759135"/>
                        <a:ext cx="7450115" cy="45481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52">
            <a:extLst>
              <a:ext uri="{FF2B5EF4-FFF2-40B4-BE49-F238E27FC236}">
                <a16:creationId xmlns:a16="http://schemas.microsoft.com/office/drawing/2014/main" id="{720977B4-A384-A86F-0192-75530D64E5F8}"/>
              </a:ext>
            </a:extLst>
          </p:cNvPr>
          <p:cNvGrpSpPr/>
          <p:nvPr/>
        </p:nvGrpSpPr>
        <p:grpSpPr bwMode="auto">
          <a:xfrm>
            <a:off x="6144723" y="3493640"/>
            <a:ext cx="3624263" cy="457200"/>
            <a:chOff x="3464" y="745"/>
            <a:chExt cx="2283" cy="288"/>
          </a:xfrm>
        </p:grpSpPr>
        <p:sp>
          <p:nvSpPr>
            <p:cNvPr id="22" name="Rectangle 22">
              <a:extLst>
                <a:ext uri="{FF2B5EF4-FFF2-40B4-BE49-F238E27FC236}">
                  <a16:creationId xmlns:a16="http://schemas.microsoft.com/office/drawing/2014/main" id="{2E688300-92F6-14F8-4184-D23513F8F3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4" y="745"/>
              <a:ext cx="228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的去心邻域   </a:t>
              </a:r>
            </a:p>
          </p:txBody>
        </p:sp>
        <p:graphicFrame>
          <p:nvGraphicFramePr>
            <p:cNvPr id="23" name="Object 23">
              <a:extLst>
                <a:ext uri="{FF2B5EF4-FFF2-40B4-BE49-F238E27FC236}">
                  <a16:creationId xmlns:a16="http://schemas.microsoft.com/office/drawing/2014/main" id="{F3FBE3FF-6719-B09E-520C-B32FA25CCF61}"/>
                </a:ext>
              </a:extLst>
            </p:cNvPr>
            <p:cNvGraphicFramePr/>
            <p:nvPr/>
          </p:nvGraphicFramePr>
          <p:xfrm>
            <a:off x="3727" y="793"/>
            <a:ext cx="40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850900" imgH="457200" progId="Equation.3">
                    <p:embed/>
                  </p:oleObj>
                </mc:Choice>
                <mc:Fallback>
                  <p:oleObj name="公式" r:id="rId17" imgW="850900" imgH="457200" progId="Equation.3">
                    <p:embed/>
                    <p:pic>
                      <p:nvPicPr>
                        <p:cNvPr id="8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7" y="793"/>
                          <a:ext cx="40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24">
              <a:extLst>
                <a:ext uri="{FF2B5EF4-FFF2-40B4-BE49-F238E27FC236}">
                  <a16:creationId xmlns:a16="http://schemas.microsoft.com/office/drawing/2014/main" id="{20E37762-5604-1F4F-D22E-F94B402CE444}"/>
                </a:ext>
              </a:extLst>
            </p:cNvPr>
            <p:cNvGraphicFramePr/>
            <p:nvPr/>
          </p:nvGraphicFramePr>
          <p:xfrm>
            <a:off x="4385" y="757"/>
            <a:ext cx="177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68300" imgH="508000" progId="Equation.3">
                    <p:embed/>
                  </p:oleObj>
                </mc:Choice>
                <mc:Fallback>
                  <p:oleObj name="公式" r:id="rId19" imgW="368300" imgH="508000" progId="Equation.3">
                    <p:embed/>
                    <p:pic>
                      <p:nvPicPr>
                        <p:cNvPr id="9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85" y="757"/>
                          <a:ext cx="177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4" name="Rectangle 36">
            <a:extLst>
              <a:ext uri="{FF2B5EF4-FFF2-40B4-BE49-F238E27FC236}">
                <a16:creationId xmlns:a16="http://schemas.microsoft.com/office/drawing/2014/main" id="{A362864B-ADF8-E8AE-FD52-EE8ABEBFE8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1600" y="4108592"/>
            <a:ext cx="30460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内展开成洛朗级数： </a:t>
            </a:r>
          </a:p>
        </p:txBody>
      </p:sp>
      <p:sp>
        <p:nvSpPr>
          <p:cNvPr id="46" name="Rectangle 48">
            <a:extLst>
              <a:ext uri="{FF2B5EF4-FFF2-40B4-BE49-F238E27FC236}">
                <a16:creationId xmlns:a16="http://schemas.microsoft.com/office/drawing/2014/main" id="{FDEC930F-06D8-7555-D5EE-8003B77097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24351" y="5337404"/>
            <a:ext cx="1377950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两边积分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</a:p>
        </p:txBody>
      </p:sp>
      <p:graphicFrame>
        <p:nvGraphicFramePr>
          <p:cNvPr id="47" name="Object 26">
            <a:extLst>
              <a:ext uri="{FF2B5EF4-FFF2-40B4-BE49-F238E27FC236}">
                <a16:creationId xmlns:a16="http://schemas.microsoft.com/office/drawing/2014/main" id="{7DBF223F-5235-1CE4-1BA4-249126D80F45}"/>
              </a:ext>
            </a:extLst>
          </p:cNvPr>
          <p:cNvGraphicFramePr/>
          <p:nvPr/>
        </p:nvGraphicFramePr>
        <p:xfrm>
          <a:off x="2969638" y="4592866"/>
          <a:ext cx="2706688" cy="876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3594100" imgH="1168400" progId="Equation.3">
                  <p:embed/>
                </p:oleObj>
              </mc:Choice>
              <mc:Fallback>
                <p:oleObj name="公式" r:id="rId21" imgW="3594100" imgH="1168400" progId="Equation.3">
                  <p:embed/>
                  <p:pic>
                    <p:nvPicPr>
                      <p:cNvPr id="27" name="Object 2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9638" y="4592866"/>
                        <a:ext cx="2706688" cy="8763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" name="Object 37">
            <a:extLst>
              <a:ext uri="{FF2B5EF4-FFF2-40B4-BE49-F238E27FC236}">
                <a16:creationId xmlns:a16="http://schemas.microsoft.com/office/drawing/2014/main" id="{512EE5A8-EF72-C96D-39FF-199452B576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10531148"/>
              </p:ext>
            </p:extLst>
          </p:nvPr>
        </p:nvGraphicFramePr>
        <p:xfrm>
          <a:off x="5676326" y="4594454"/>
          <a:ext cx="428307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158920" imgH="457200" progId="Equation.DSMT4">
                  <p:embed/>
                </p:oleObj>
              </mc:Choice>
              <mc:Fallback>
                <p:oleObj name="Equation" r:id="rId23" imgW="2158920" imgH="457200" progId="Equation.DSMT4">
                  <p:embed/>
                  <p:pic>
                    <p:nvPicPr>
                      <p:cNvPr id="28" name="Object 3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6326" y="4594454"/>
                        <a:ext cx="4283075" cy="9525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" name="对象 49">
            <a:extLst>
              <a:ext uri="{FF2B5EF4-FFF2-40B4-BE49-F238E27FC236}">
                <a16:creationId xmlns:a16="http://schemas.microsoft.com/office/drawing/2014/main" id="{B3267107-ACAB-7681-FC6A-B29ED506CE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50936"/>
              </p:ext>
            </p:extLst>
          </p:nvPr>
        </p:nvGraphicFramePr>
        <p:xfrm>
          <a:off x="2634261" y="3527265"/>
          <a:ext cx="3520576" cy="4511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777680" imgH="228600" progId="Equation.DSMT4">
                  <p:embed/>
                </p:oleObj>
              </mc:Choice>
              <mc:Fallback>
                <p:oleObj name="Equation" r:id="rId25" imgW="1777680" imgH="228600" progId="Equation.DSMT4">
                  <p:embed/>
                  <p:pic>
                    <p:nvPicPr>
                      <p:cNvPr id="35" name="对象 34">
                        <a:extLst>
                          <a:ext uri="{FF2B5EF4-FFF2-40B4-BE49-F238E27FC236}">
                            <a16:creationId xmlns:a16="http://schemas.microsoft.com/office/drawing/2014/main" id="{AE107E4F-FF85-5D9F-59CB-FD14220D11E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6"/>
                      <a:stretch>
                        <a:fillRect/>
                      </a:stretch>
                    </p:blipFill>
                    <p:spPr>
                      <a:xfrm>
                        <a:off x="2634261" y="3527265"/>
                        <a:ext cx="3520576" cy="45114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>
            <a:extLst>
              <a:ext uri="{FF2B5EF4-FFF2-40B4-BE49-F238E27FC236}">
                <a16:creationId xmlns:a16="http://schemas.microsoft.com/office/drawing/2014/main" id="{08622CB2-E0E8-A258-C6C5-308773F1550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2735427"/>
              </p:ext>
            </p:extLst>
          </p:nvPr>
        </p:nvGraphicFramePr>
        <p:xfrm>
          <a:off x="3059113" y="5611813"/>
          <a:ext cx="4229100" cy="84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2044440" imgH="406080" progId="Equation.DSMT4">
                  <p:embed/>
                </p:oleObj>
              </mc:Choice>
              <mc:Fallback>
                <p:oleObj name="Equation" r:id="rId27" imgW="2044440" imgH="406080" progId="Equation.DSMT4">
                  <p:embed/>
                  <p:pic>
                    <p:nvPicPr>
                      <p:cNvPr id="36" name="对象 35">
                        <a:extLst>
                          <a:ext uri="{FF2B5EF4-FFF2-40B4-BE49-F238E27FC236}">
                            <a16:creationId xmlns:a16="http://schemas.microsoft.com/office/drawing/2014/main" id="{37CC3CC5-79EF-C384-9261-944D3C9A4A8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3059113" y="5611813"/>
                        <a:ext cx="4229100" cy="8429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" name="对象 51">
            <a:extLst>
              <a:ext uri="{FF2B5EF4-FFF2-40B4-BE49-F238E27FC236}">
                <a16:creationId xmlns:a16="http://schemas.microsoft.com/office/drawing/2014/main" id="{FDC12E6E-A680-B8DC-4042-E409D2B5307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48716260"/>
              </p:ext>
            </p:extLst>
          </p:nvPr>
        </p:nvGraphicFramePr>
        <p:xfrm>
          <a:off x="2651243" y="5841846"/>
          <a:ext cx="356476" cy="3833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232296" imgH="249983" progId="Equation.DSMT4">
                  <p:embed/>
                </p:oleObj>
              </mc:Choice>
              <mc:Fallback>
                <p:oleObj name="Equation" r:id="rId29" imgW="232296" imgH="24998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2651243" y="5841846"/>
                        <a:ext cx="356476" cy="3833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385931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" grpId="0"/>
      <p:bldP spid="44" grpId="0"/>
      <p:bldP spid="4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63"/>
          <p:cNvGrpSpPr/>
          <p:nvPr/>
        </p:nvGrpSpPr>
        <p:grpSpPr bwMode="auto">
          <a:xfrm>
            <a:off x="7962453" y="2107942"/>
            <a:ext cx="2886075" cy="2032000"/>
            <a:chOff x="3842" y="1185"/>
            <a:chExt cx="1818" cy="1280"/>
          </a:xfrm>
        </p:grpSpPr>
        <p:sp>
          <p:nvSpPr>
            <p:cNvPr id="8" name="Freeform 21"/>
            <p:cNvSpPr>
              <a:spLocks noChangeAspect="1"/>
            </p:cNvSpPr>
            <p:nvPr/>
          </p:nvSpPr>
          <p:spPr bwMode="auto">
            <a:xfrm>
              <a:off x="3842" y="1185"/>
              <a:ext cx="1818" cy="1280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0000FF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22"/>
            <p:cNvSpPr>
              <a:spLocks noChangeAspect="1" noChangeArrowheads="1"/>
            </p:cNvSpPr>
            <p:nvPr/>
          </p:nvSpPr>
          <p:spPr bwMode="auto">
            <a:xfrm>
              <a:off x="4908" y="1493"/>
              <a:ext cx="3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" name="Line 31"/>
            <p:cNvSpPr>
              <a:spLocks noChangeAspect="1" noChangeShapeType="1"/>
            </p:cNvSpPr>
            <p:nvPr/>
          </p:nvSpPr>
          <p:spPr bwMode="auto">
            <a:xfrm flipH="1">
              <a:off x="4236" y="1757"/>
              <a:ext cx="5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32"/>
            <p:cNvSpPr>
              <a:spLocks noChangeAspect="1" noChangeArrowheads="1"/>
            </p:cNvSpPr>
            <p:nvPr/>
          </p:nvSpPr>
          <p:spPr bwMode="auto">
            <a:xfrm>
              <a:off x="4042" y="1730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graphicFrame>
          <p:nvGraphicFramePr>
            <p:cNvPr id="12" name="Object 35"/>
            <p:cNvGraphicFramePr>
              <a:graphicFrameLocks noChangeAspect="1"/>
            </p:cNvGraphicFramePr>
            <p:nvPr/>
          </p:nvGraphicFramePr>
          <p:xfrm>
            <a:off x="4540" y="1848"/>
            <a:ext cx="138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79400" imgH="368300" progId="Equation.3">
                    <p:embed/>
                  </p:oleObj>
                </mc:Choice>
                <mc:Fallback>
                  <p:oleObj name="公式" r:id="rId3" imgW="279400" imgH="368300" progId="Equation.3">
                    <p:embed/>
                    <p:pic>
                      <p:nvPicPr>
                        <p:cNvPr id="12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" y="1848"/>
                          <a:ext cx="138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Oval 36"/>
            <p:cNvSpPr>
              <a:spLocks noChangeAspect="1" noChangeArrowheads="1"/>
            </p:cNvSpPr>
            <p:nvPr/>
          </p:nvSpPr>
          <p:spPr bwMode="auto">
            <a:xfrm>
              <a:off x="4639" y="1867"/>
              <a:ext cx="35" cy="3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Object 39"/>
            <p:cNvGraphicFramePr>
              <a:graphicFrameLocks noChangeAspect="1"/>
            </p:cNvGraphicFramePr>
            <p:nvPr/>
          </p:nvGraphicFramePr>
          <p:xfrm>
            <a:off x="5225" y="1885"/>
            <a:ext cx="14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92100" imgH="381000" progId="Equation.3">
                    <p:embed/>
                  </p:oleObj>
                </mc:Choice>
                <mc:Fallback>
                  <p:oleObj name="公式" r:id="rId5" imgW="292100" imgH="381000" progId="Equation.3">
                    <p:embed/>
                    <p:pic>
                      <p:nvPicPr>
                        <p:cNvPr id="14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5" y="1885"/>
                          <a:ext cx="145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40"/>
            <p:cNvSpPr>
              <a:spLocks noChangeAspect="1" noChangeArrowheads="1"/>
            </p:cNvSpPr>
            <p:nvPr/>
          </p:nvSpPr>
          <p:spPr bwMode="auto">
            <a:xfrm>
              <a:off x="5327" y="1907"/>
              <a:ext cx="35" cy="3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Object 42"/>
            <p:cNvGraphicFramePr>
              <a:graphicFrameLocks noChangeAspect="1"/>
            </p:cNvGraphicFramePr>
            <p:nvPr/>
          </p:nvGraphicFramePr>
          <p:xfrm>
            <a:off x="4307" y="1498"/>
            <a:ext cx="13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66700" imgH="368300" progId="Equation.3">
                    <p:embed/>
                  </p:oleObj>
                </mc:Choice>
                <mc:Fallback>
                  <p:oleObj name="公式" r:id="rId7" imgW="266700" imgH="368300" progId="Equation.3">
                    <p:embed/>
                    <p:pic>
                      <p:nvPicPr>
                        <p:cNvPr id="16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" y="1498"/>
                          <a:ext cx="132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Oval 43"/>
            <p:cNvSpPr>
              <a:spLocks noChangeAspect="1" noChangeArrowheads="1"/>
            </p:cNvSpPr>
            <p:nvPr/>
          </p:nvSpPr>
          <p:spPr bwMode="auto">
            <a:xfrm>
              <a:off x="4391" y="1517"/>
              <a:ext cx="35" cy="3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49"/>
            <p:cNvSpPr>
              <a:spLocks noChangeAspect="1" noChangeArrowheads="1"/>
            </p:cNvSpPr>
            <p:nvPr/>
          </p:nvSpPr>
          <p:spPr bwMode="auto">
            <a:xfrm>
              <a:off x="4838" y="1605"/>
              <a:ext cx="3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0" name="Rectangle 5"/>
          <p:cNvSpPr>
            <a:spLocks noChangeArrowheads="1"/>
          </p:cNvSpPr>
          <p:nvPr/>
        </p:nvSpPr>
        <p:spPr bwMode="auto">
          <a:xfrm>
            <a:off x="1199456" y="821656"/>
            <a:ext cx="2974852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Cauchy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留数定理   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8"/>
          <p:cNvGraphicFramePr/>
          <p:nvPr>
            <p:extLst>
              <p:ext uri="{D42A27DB-BD31-4B8C-83A1-F6EECF244321}">
                <p14:modId xmlns:p14="http://schemas.microsoft.com/office/powerpoint/2010/main" val="3344707073"/>
              </p:ext>
            </p:extLst>
          </p:nvPr>
        </p:nvGraphicFramePr>
        <p:xfrm>
          <a:off x="4078288" y="2460625"/>
          <a:ext cx="37957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03240" imgH="431640" progId="Equation.DSMT4">
                  <p:embed/>
                </p:oleObj>
              </mc:Choice>
              <mc:Fallback>
                <p:oleObj name="Equation" r:id="rId9" imgW="1803240" imgH="431640" progId="Equation.DSMT4">
                  <p:embed/>
                  <p:pic>
                    <p:nvPicPr>
                      <p:cNvPr id="21" name="Object 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2460625"/>
                        <a:ext cx="3795712" cy="936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65"/>
          <p:cNvGrpSpPr/>
          <p:nvPr/>
        </p:nvGrpSpPr>
        <p:grpSpPr bwMode="auto">
          <a:xfrm>
            <a:off x="1177478" y="1484849"/>
            <a:ext cx="10217150" cy="1003299"/>
            <a:chOff x="333" y="773"/>
            <a:chExt cx="6436" cy="632"/>
          </a:xfrm>
        </p:grpSpPr>
        <p:sp>
          <p:nvSpPr>
            <p:cNvPr id="24" name="Rectangle 9"/>
            <p:cNvSpPr>
              <a:spLocks noChangeArrowheads="1"/>
            </p:cNvSpPr>
            <p:nvPr/>
          </p:nvSpPr>
          <p:spPr bwMode="auto">
            <a:xfrm>
              <a:off x="333" y="776"/>
              <a:ext cx="69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    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10"/>
            <p:cNvSpPr>
              <a:spLocks noChangeArrowheads="1"/>
            </p:cNvSpPr>
            <p:nvPr/>
          </p:nvSpPr>
          <p:spPr bwMode="auto">
            <a:xfrm>
              <a:off x="848" y="773"/>
              <a:ext cx="592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    在以周线或复周线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为边界的区域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535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除有限个孤立奇点    </a:t>
              </a:r>
            </a:p>
          </p:txBody>
        </p:sp>
        <p:graphicFrame>
          <p:nvGraphicFramePr>
            <p:cNvPr id="26" name="Object 11"/>
            <p:cNvGraphicFramePr>
              <a:graphicFrameLocks noChangeAspect="1"/>
            </p:cNvGraphicFramePr>
            <p:nvPr/>
          </p:nvGraphicFramePr>
          <p:xfrm>
            <a:off x="1124" y="822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35000" imgH="342900" progId="Equation.3">
                    <p:embed/>
                  </p:oleObj>
                </mc:Choice>
                <mc:Fallback>
                  <p:oleObj name="公式" r:id="rId11" imgW="635000" imgH="342900" progId="Equation.3">
                    <p:embed/>
                    <p:pic>
                      <p:nvPicPr>
                        <p:cNvPr id="2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4" y="822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3"/>
            <p:cNvGraphicFramePr/>
            <p:nvPr>
              <p:extLst>
                <p:ext uri="{D42A27DB-BD31-4B8C-83A1-F6EECF244321}">
                  <p14:modId xmlns:p14="http://schemas.microsoft.com/office/powerpoint/2010/main" val="1066344014"/>
                </p:ext>
              </p:extLst>
            </p:nvPr>
          </p:nvGraphicFramePr>
          <p:xfrm>
            <a:off x="886" y="1128"/>
            <a:ext cx="111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787320" imgH="228600" progId="Equation.DSMT4">
                    <p:embed/>
                  </p:oleObj>
                </mc:Choice>
                <mc:Fallback>
                  <p:oleObj name="Equation" r:id="rId13" imgW="787320" imgH="228600" progId="Equation.DSMT4">
                    <p:embed/>
                    <p:pic>
                      <p:nvPicPr>
                        <p:cNvPr id="27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" y="1128"/>
                          <a:ext cx="1112" cy="27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68"/>
          <p:cNvGrpSpPr/>
          <p:nvPr/>
        </p:nvGrpSpPr>
        <p:grpSpPr bwMode="auto">
          <a:xfrm>
            <a:off x="1991544" y="5949286"/>
            <a:ext cx="5156202" cy="468313"/>
            <a:chOff x="337" y="3681"/>
            <a:chExt cx="3248" cy="295"/>
          </a:xfrm>
        </p:grpSpPr>
        <p:sp>
          <p:nvSpPr>
            <p:cNvPr id="29" name="Rectangle 15"/>
            <p:cNvSpPr>
              <a:spLocks noChangeArrowheads="1"/>
            </p:cNvSpPr>
            <p:nvPr/>
          </p:nvSpPr>
          <p:spPr bwMode="auto">
            <a:xfrm>
              <a:off x="337" y="3681"/>
              <a:ext cx="69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注意    </a:t>
              </a:r>
            </a:p>
          </p:txBody>
        </p:sp>
        <p:sp>
          <p:nvSpPr>
            <p:cNvPr id="30" name="Rectangle 16"/>
            <p:cNvSpPr>
              <a:spLocks noChangeArrowheads="1"/>
            </p:cNvSpPr>
            <p:nvPr/>
          </p:nvSpPr>
          <p:spPr bwMode="auto">
            <a:xfrm>
              <a:off x="856" y="3685"/>
              <a:ext cx="272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定理中的 </a:t>
              </a:r>
              <a:r>
                <a:rPr kumimoji="1" lang="en-US" altLang="zh-CN" sz="2400" b="1" i="1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可以是多连通区域</a:t>
              </a: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5F9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endPara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5F9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2" name="Group 64"/>
          <p:cNvGrpSpPr/>
          <p:nvPr/>
        </p:nvGrpSpPr>
        <p:grpSpPr bwMode="auto">
          <a:xfrm>
            <a:off x="8532316" y="2365117"/>
            <a:ext cx="2068513" cy="1427162"/>
            <a:chOff x="4234" y="1347"/>
            <a:chExt cx="1303" cy="899"/>
          </a:xfrm>
        </p:grpSpPr>
        <p:sp>
          <p:nvSpPr>
            <p:cNvPr id="33" name="Oval 24"/>
            <p:cNvSpPr>
              <a:spLocks noChangeArrowheads="1"/>
            </p:cNvSpPr>
            <p:nvPr/>
          </p:nvSpPr>
          <p:spPr bwMode="auto">
            <a:xfrm>
              <a:off x="4440" y="1667"/>
              <a:ext cx="431" cy="431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Oval 38"/>
            <p:cNvSpPr>
              <a:spLocks noChangeArrowheads="1"/>
            </p:cNvSpPr>
            <p:nvPr/>
          </p:nvSpPr>
          <p:spPr bwMode="auto">
            <a:xfrm>
              <a:off x="5152" y="1725"/>
              <a:ext cx="385" cy="385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Oval 41"/>
            <p:cNvSpPr>
              <a:spLocks noChangeArrowheads="1"/>
            </p:cNvSpPr>
            <p:nvPr/>
          </p:nvSpPr>
          <p:spPr bwMode="auto">
            <a:xfrm>
              <a:off x="4234" y="1347"/>
              <a:ext cx="340" cy="340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44"/>
            <p:cNvSpPr>
              <a:spLocks noChangeAspect="1" noChangeShapeType="1"/>
            </p:cNvSpPr>
            <p:nvPr/>
          </p:nvSpPr>
          <p:spPr bwMode="auto">
            <a:xfrm>
              <a:off x="4444" y="1840"/>
              <a:ext cx="0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27"/>
            <p:cNvSpPr>
              <a:spLocks noChangeAspect="1" noChangeShapeType="1"/>
            </p:cNvSpPr>
            <p:nvPr/>
          </p:nvSpPr>
          <p:spPr bwMode="auto">
            <a:xfrm flipV="1">
              <a:off x="4572" y="1476"/>
              <a:ext cx="0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45"/>
            <p:cNvSpPr>
              <a:spLocks noChangeAspect="1" noChangeShapeType="1"/>
            </p:cNvSpPr>
            <p:nvPr/>
          </p:nvSpPr>
          <p:spPr bwMode="auto">
            <a:xfrm rot="5400000" flipV="1">
              <a:off x="5346" y="2070"/>
              <a:ext cx="0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" name="Object 46"/>
            <p:cNvGraphicFramePr>
              <a:graphicFrameLocks noChangeAspect="1"/>
            </p:cNvGraphicFramePr>
            <p:nvPr/>
          </p:nvGraphicFramePr>
          <p:xfrm>
            <a:off x="4605" y="1400"/>
            <a:ext cx="13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66700" imgH="368300" progId="Equation.3">
                    <p:embed/>
                  </p:oleObj>
                </mc:Choice>
                <mc:Fallback>
                  <p:oleObj name="公式" r:id="rId15" imgW="266700" imgH="368300" progId="Equation.3">
                    <p:embed/>
                    <p:pic>
                      <p:nvPicPr>
                        <p:cNvPr id="39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1400"/>
                          <a:ext cx="132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47"/>
            <p:cNvGraphicFramePr>
              <a:graphicFrameLocks noChangeAspect="1"/>
            </p:cNvGraphicFramePr>
            <p:nvPr/>
          </p:nvGraphicFramePr>
          <p:xfrm>
            <a:off x="4308" y="1850"/>
            <a:ext cx="13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79400" imgH="368300" progId="Equation.3">
                    <p:embed/>
                  </p:oleObj>
                </mc:Choice>
                <mc:Fallback>
                  <p:oleObj name="公式" r:id="rId17" imgW="279400" imgH="368300" progId="Equation.3">
                    <p:embed/>
                    <p:pic>
                      <p:nvPicPr>
                        <p:cNvPr id="4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8" y="1850"/>
                          <a:ext cx="139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8"/>
            <p:cNvGraphicFramePr>
              <a:graphicFrameLocks noChangeAspect="1"/>
            </p:cNvGraphicFramePr>
            <p:nvPr/>
          </p:nvGraphicFramePr>
          <p:xfrm>
            <a:off x="5187" y="2066"/>
            <a:ext cx="13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66700" imgH="368300" progId="Equation.3">
                    <p:embed/>
                  </p:oleObj>
                </mc:Choice>
                <mc:Fallback>
                  <p:oleObj name="公式" r:id="rId19" imgW="266700" imgH="368300" progId="Equation.3">
                    <p:embed/>
                    <p:pic>
                      <p:nvPicPr>
                        <p:cNvPr id="41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7" y="2066"/>
                          <a:ext cx="132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B31F9169-2CD7-82C6-E472-C615D347B8B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9607173"/>
              </p:ext>
            </p:extLst>
          </p:nvPr>
        </p:nvGraphicFramePr>
        <p:xfrm>
          <a:off x="3808413" y="2080418"/>
          <a:ext cx="43354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71520" imgH="215640" progId="Equation.DSMT4">
                  <p:embed/>
                </p:oleObj>
              </mc:Choice>
              <mc:Fallback>
                <p:oleObj name="Equation" r:id="rId21" imgW="2171520" imgH="215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08413" y="2080418"/>
                        <a:ext cx="4335462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组合 57">
            <a:extLst>
              <a:ext uri="{FF2B5EF4-FFF2-40B4-BE49-F238E27FC236}">
                <a16:creationId xmlns:a16="http://schemas.microsoft.com/office/drawing/2014/main" id="{A08999A4-0553-B55E-E041-34EB736AB123}"/>
              </a:ext>
            </a:extLst>
          </p:cNvPr>
          <p:cNvGrpSpPr/>
          <p:nvPr/>
        </p:nvGrpSpPr>
        <p:grpSpPr>
          <a:xfrm>
            <a:off x="9547962" y="3315126"/>
            <a:ext cx="680393" cy="384285"/>
            <a:chOff x="8317904" y="6070917"/>
            <a:chExt cx="680393" cy="384285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64C6CE5F-244A-0734-96AF-3516F6BBE072}"/>
                </a:ext>
              </a:extLst>
            </p:cNvPr>
            <p:cNvSpPr/>
            <p:nvPr/>
          </p:nvSpPr>
          <p:spPr>
            <a:xfrm>
              <a:off x="8317904" y="6070917"/>
              <a:ext cx="270024" cy="246274"/>
            </a:xfrm>
            <a:custGeom>
              <a:avLst/>
              <a:gdLst>
                <a:gd name="connsiteX0" fmla="*/ 49095 w 270024"/>
                <a:gd name="connsiteY0" fmla="*/ 49893 h 246274"/>
                <a:gd name="connsiteX1" fmla="*/ 0 w 270024"/>
                <a:gd name="connsiteY1" fmla="*/ 129673 h 246274"/>
                <a:gd name="connsiteX2" fmla="*/ 12274 w 270024"/>
                <a:gd name="connsiteY2" fmla="*/ 215590 h 246274"/>
                <a:gd name="connsiteX3" fmla="*/ 18410 w 270024"/>
                <a:gd name="connsiteY3" fmla="*/ 234000 h 246274"/>
                <a:gd name="connsiteX4" fmla="*/ 79780 w 270024"/>
                <a:gd name="connsiteY4" fmla="*/ 246274 h 246274"/>
                <a:gd name="connsiteX5" fmla="*/ 177970 w 270024"/>
                <a:gd name="connsiteY5" fmla="*/ 240137 h 246274"/>
                <a:gd name="connsiteX6" fmla="*/ 202518 w 270024"/>
                <a:gd name="connsiteY6" fmla="*/ 227864 h 246274"/>
                <a:gd name="connsiteX7" fmla="*/ 227065 w 270024"/>
                <a:gd name="connsiteY7" fmla="*/ 221727 h 246274"/>
                <a:gd name="connsiteX8" fmla="*/ 263887 w 270024"/>
                <a:gd name="connsiteY8" fmla="*/ 178768 h 246274"/>
                <a:gd name="connsiteX9" fmla="*/ 270024 w 270024"/>
                <a:gd name="connsiteY9" fmla="*/ 160358 h 246274"/>
                <a:gd name="connsiteX10" fmla="*/ 263887 w 270024"/>
                <a:gd name="connsiteY10" fmla="*/ 80578 h 246274"/>
                <a:gd name="connsiteX11" fmla="*/ 239339 w 270024"/>
                <a:gd name="connsiteY11" fmla="*/ 74441 h 246274"/>
                <a:gd name="connsiteX12" fmla="*/ 177970 w 270024"/>
                <a:gd name="connsiteY12" fmla="*/ 43756 h 246274"/>
                <a:gd name="connsiteX13" fmla="*/ 104327 w 270024"/>
                <a:gd name="connsiteY13" fmla="*/ 798 h 246274"/>
                <a:gd name="connsiteX14" fmla="*/ 79780 w 270024"/>
                <a:gd name="connsiteY14" fmla="*/ 13072 h 246274"/>
                <a:gd name="connsiteX15" fmla="*/ 49095 w 270024"/>
                <a:gd name="connsiteY15" fmla="*/ 49893 h 246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0024" h="246274">
                  <a:moveTo>
                    <a:pt x="49095" y="49893"/>
                  </a:moveTo>
                  <a:cubicBezTo>
                    <a:pt x="35799" y="69326"/>
                    <a:pt x="11794" y="82498"/>
                    <a:pt x="0" y="129673"/>
                  </a:cubicBezTo>
                  <a:cubicBezTo>
                    <a:pt x="4091" y="158312"/>
                    <a:pt x="7247" y="187100"/>
                    <a:pt x="12274" y="215590"/>
                  </a:cubicBezTo>
                  <a:cubicBezTo>
                    <a:pt x="13398" y="221960"/>
                    <a:pt x="12521" y="231323"/>
                    <a:pt x="18410" y="234000"/>
                  </a:cubicBezTo>
                  <a:cubicBezTo>
                    <a:pt x="37402" y="242633"/>
                    <a:pt x="59323" y="242183"/>
                    <a:pt x="79780" y="246274"/>
                  </a:cubicBezTo>
                  <a:cubicBezTo>
                    <a:pt x="112510" y="244228"/>
                    <a:pt x="145539" y="245001"/>
                    <a:pt x="177970" y="240137"/>
                  </a:cubicBezTo>
                  <a:cubicBezTo>
                    <a:pt x="187017" y="238780"/>
                    <a:pt x="193952" y="231076"/>
                    <a:pt x="202518" y="227864"/>
                  </a:cubicBezTo>
                  <a:cubicBezTo>
                    <a:pt x="210415" y="224903"/>
                    <a:pt x="218883" y="223773"/>
                    <a:pt x="227065" y="221727"/>
                  </a:cubicBezTo>
                  <a:cubicBezTo>
                    <a:pt x="241575" y="207217"/>
                    <a:pt x="253389" y="197138"/>
                    <a:pt x="263887" y="178768"/>
                  </a:cubicBezTo>
                  <a:cubicBezTo>
                    <a:pt x="267096" y="173152"/>
                    <a:pt x="267978" y="166495"/>
                    <a:pt x="270024" y="160358"/>
                  </a:cubicBezTo>
                  <a:cubicBezTo>
                    <a:pt x="267978" y="133765"/>
                    <a:pt x="272858" y="105696"/>
                    <a:pt x="263887" y="80578"/>
                  </a:cubicBezTo>
                  <a:cubicBezTo>
                    <a:pt x="261050" y="72635"/>
                    <a:pt x="247449" y="76758"/>
                    <a:pt x="239339" y="74441"/>
                  </a:cubicBezTo>
                  <a:cubicBezTo>
                    <a:pt x="210960" y="66333"/>
                    <a:pt x="212070" y="63242"/>
                    <a:pt x="177970" y="43756"/>
                  </a:cubicBezTo>
                  <a:cubicBezTo>
                    <a:pt x="149781" y="9929"/>
                    <a:pt x="152459" y="-3578"/>
                    <a:pt x="104327" y="798"/>
                  </a:cubicBezTo>
                  <a:cubicBezTo>
                    <a:pt x="95216" y="1626"/>
                    <a:pt x="87962" y="8981"/>
                    <a:pt x="79780" y="13072"/>
                  </a:cubicBezTo>
                  <a:cubicBezTo>
                    <a:pt x="59633" y="39933"/>
                    <a:pt x="62391" y="30460"/>
                    <a:pt x="49095" y="49893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txBody>
            <a:bodyPr wrap="square" rtlCol="0" anchor="ctr">
              <a:spAutoFit/>
            </a:bodyPr>
            <a:lstStyle/>
            <a:p>
              <a:pPr algn="ctr"/>
              <a:endPara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Rectangle 32">
              <a:extLst>
                <a:ext uri="{FF2B5EF4-FFF2-40B4-BE49-F238E27FC236}">
                  <a16:creationId xmlns:a16="http://schemas.microsoft.com/office/drawing/2014/main" id="{234A99F9-0207-A730-8F6F-A17E814937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501409" y="6088489"/>
              <a:ext cx="49688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2" name="Line 27">
            <a:extLst>
              <a:ext uri="{FF2B5EF4-FFF2-40B4-BE49-F238E27FC236}">
                <a16:creationId xmlns:a16="http://schemas.microsoft.com/office/drawing/2014/main" id="{AF63DFA0-DBA5-1F1C-AD8C-69C25E09CAE9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550996" y="3417629"/>
            <a:ext cx="0" cy="117475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tailEnd type="stealth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3"/>
          <p:cNvSpPr>
            <a:spLocks noChangeArrowheads="1"/>
          </p:cNvSpPr>
          <p:nvPr/>
        </p:nvSpPr>
        <p:spPr bwMode="auto">
          <a:xfrm>
            <a:off x="2966493" y="5786781"/>
            <a:ext cx="7194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而且在使用该方法时，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535FE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并不需要知道奇点的类型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1099593" y="805408"/>
            <a:ext cx="37274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二、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留数的求法</a:t>
            </a:r>
          </a:p>
        </p:txBody>
      </p:sp>
      <p:grpSp>
        <p:nvGrpSpPr>
          <p:cNvPr id="7" name="Group 35"/>
          <p:cNvGrpSpPr/>
          <p:nvPr/>
        </p:nvGrpSpPr>
        <p:grpSpPr bwMode="auto">
          <a:xfrm>
            <a:off x="2025107" y="1897756"/>
            <a:ext cx="4632325" cy="463550"/>
            <a:chOff x="333" y="1060"/>
            <a:chExt cx="2918" cy="292"/>
          </a:xfrm>
        </p:grpSpPr>
        <p:sp>
          <p:nvSpPr>
            <p:cNvPr id="8" name="Rectangle 6"/>
            <p:cNvSpPr>
              <a:spLocks noChangeArrowheads="1"/>
            </p:cNvSpPr>
            <p:nvPr/>
          </p:nvSpPr>
          <p:spPr bwMode="auto">
            <a:xfrm>
              <a:off x="849" y="1061"/>
              <a:ext cx="240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为         的可去奇点，  </a:t>
              </a:r>
            </a:p>
          </p:txBody>
        </p:sp>
        <p:sp>
          <p:nvSpPr>
            <p:cNvPr id="9" name="Rectangle 7"/>
            <p:cNvSpPr>
              <a:spLocks noChangeArrowheads="1"/>
            </p:cNvSpPr>
            <p:nvPr/>
          </p:nvSpPr>
          <p:spPr bwMode="auto">
            <a:xfrm>
              <a:off x="333" y="1060"/>
              <a:ext cx="7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方法      </a:t>
              </a:r>
            </a:p>
          </p:txBody>
        </p:sp>
        <p:graphicFrame>
          <p:nvGraphicFramePr>
            <p:cNvPr id="10" name="Object 8"/>
            <p:cNvGraphicFramePr>
              <a:graphicFrameLocks noChangeAspect="1"/>
            </p:cNvGraphicFramePr>
            <p:nvPr/>
          </p:nvGraphicFramePr>
          <p:xfrm>
            <a:off x="1123" y="1079"/>
            <a:ext cx="1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66700" imgH="381000" progId="Equation.3">
                    <p:embed/>
                  </p:oleObj>
                </mc:Choice>
                <mc:Fallback>
                  <p:oleObj name="公式" r:id="rId3" imgW="266700" imgH="381000" progId="Equation.3">
                    <p:embed/>
                    <p:pic>
                      <p:nvPicPr>
                        <p:cNvPr id="1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3" y="1079"/>
                          <a:ext cx="16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9"/>
            <p:cNvGraphicFramePr>
              <a:graphicFrameLocks noChangeAspect="1"/>
            </p:cNvGraphicFramePr>
            <p:nvPr/>
          </p:nvGraphicFramePr>
          <p:xfrm>
            <a:off x="1502" y="1110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11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1110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2029869" y="1369120"/>
            <a:ext cx="19607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可去奇点   </a:t>
            </a:r>
          </a:p>
        </p:txBody>
      </p:sp>
      <p:grpSp>
        <p:nvGrpSpPr>
          <p:cNvPr id="13" name="Group 38"/>
          <p:cNvGrpSpPr/>
          <p:nvPr/>
        </p:nvGrpSpPr>
        <p:grpSpPr bwMode="auto">
          <a:xfrm>
            <a:off x="2031456" y="3104257"/>
            <a:ext cx="4673600" cy="460375"/>
            <a:chOff x="337" y="1820"/>
            <a:chExt cx="2944" cy="290"/>
          </a:xfrm>
        </p:grpSpPr>
        <p:sp>
          <p:nvSpPr>
            <p:cNvPr id="14" name="Rectangle 13"/>
            <p:cNvSpPr>
              <a:spLocks noChangeArrowheads="1"/>
            </p:cNvSpPr>
            <p:nvPr/>
          </p:nvSpPr>
          <p:spPr bwMode="auto">
            <a:xfrm>
              <a:off x="853" y="1822"/>
              <a:ext cx="24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为         的本性奇点，   </a:t>
              </a:r>
            </a:p>
          </p:txBody>
        </p:sp>
        <p:sp>
          <p:nvSpPr>
            <p:cNvPr id="15" name="Rectangle 14"/>
            <p:cNvSpPr>
              <a:spLocks noChangeArrowheads="1"/>
            </p:cNvSpPr>
            <p:nvPr/>
          </p:nvSpPr>
          <p:spPr bwMode="auto">
            <a:xfrm>
              <a:off x="337" y="1820"/>
              <a:ext cx="79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方法      </a:t>
              </a:r>
            </a:p>
          </p:txBody>
        </p:sp>
        <p:graphicFrame>
          <p:nvGraphicFramePr>
            <p:cNvPr id="16" name="Object 15"/>
            <p:cNvGraphicFramePr>
              <a:graphicFrameLocks noChangeAspect="1"/>
            </p:cNvGraphicFramePr>
            <p:nvPr/>
          </p:nvGraphicFramePr>
          <p:xfrm>
            <a:off x="1127" y="1839"/>
            <a:ext cx="1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66700" imgH="381000" progId="Equation.3">
                    <p:embed/>
                  </p:oleObj>
                </mc:Choice>
                <mc:Fallback>
                  <p:oleObj name="公式" r:id="rId3" imgW="266700" imgH="381000" progId="Equation.3">
                    <p:embed/>
                    <p:pic>
                      <p:nvPicPr>
                        <p:cNvPr id="16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7" y="1839"/>
                          <a:ext cx="16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1506" y="1870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17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6" y="1870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" name="Rectangle 18"/>
          <p:cNvSpPr>
            <a:spLocks noChangeArrowheads="1"/>
          </p:cNvSpPr>
          <p:nvPr/>
        </p:nvSpPr>
        <p:spPr bwMode="auto">
          <a:xfrm>
            <a:off x="2026694" y="2556570"/>
            <a:ext cx="1960793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本性奇点   </a:t>
            </a:r>
          </a:p>
        </p:txBody>
      </p:sp>
      <p:grpSp>
        <p:nvGrpSpPr>
          <p:cNvPr id="20" name="Group 39"/>
          <p:cNvGrpSpPr/>
          <p:nvPr/>
        </p:nvGrpSpPr>
        <p:grpSpPr bwMode="auto">
          <a:xfrm>
            <a:off x="6284370" y="3107435"/>
            <a:ext cx="4664076" cy="461963"/>
            <a:chOff x="3016" y="1822"/>
            <a:chExt cx="2938" cy="291"/>
          </a:xfrm>
        </p:grpSpPr>
        <p:sp>
          <p:nvSpPr>
            <p:cNvPr id="21" name="Rectangle 37"/>
            <p:cNvSpPr>
              <a:spLocks noChangeArrowheads="1"/>
            </p:cNvSpPr>
            <p:nvPr/>
          </p:nvSpPr>
          <p:spPr bwMode="auto">
            <a:xfrm>
              <a:off x="3016" y="1822"/>
              <a:ext cx="293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“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只好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”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的去心  </a:t>
              </a:r>
            </a:p>
          </p:txBody>
        </p:sp>
        <p:graphicFrame>
          <p:nvGraphicFramePr>
            <p:cNvPr id="22" name="Object 20"/>
            <p:cNvGraphicFramePr>
              <a:graphicFrameLocks noChangeAspect="1"/>
            </p:cNvGraphicFramePr>
            <p:nvPr/>
          </p:nvGraphicFramePr>
          <p:xfrm>
            <a:off x="4983" y="1843"/>
            <a:ext cx="1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66700" imgH="381000" progId="Equation.3">
                    <p:embed/>
                  </p:oleObj>
                </mc:Choice>
                <mc:Fallback>
                  <p:oleObj name="公式" r:id="rId3" imgW="266700" imgH="381000" progId="Equation.3">
                    <p:embed/>
                    <p:pic>
                      <p:nvPicPr>
                        <p:cNvPr id="2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83" y="1843"/>
                          <a:ext cx="16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21"/>
            <p:cNvGraphicFramePr>
              <a:graphicFrameLocks noChangeAspect="1"/>
            </p:cNvGraphicFramePr>
            <p:nvPr/>
          </p:nvGraphicFramePr>
          <p:xfrm>
            <a:off x="4347" y="1868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23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7" y="1868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" name="Rectangle 24"/>
          <p:cNvSpPr>
            <a:spLocks noChangeArrowheads="1"/>
          </p:cNvSpPr>
          <p:nvPr/>
        </p:nvSpPr>
        <p:spPr bwMode="auto">
          <a:xfrm>
            <a:off x="2847431" y="3645595"/>
            <a:ext cx="464742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邻域内展开成洛朗级数并求       </a:t>
            </a: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.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grpSp>
        <p:nvGrpSpPr>
          <p:cNvPr id="25" name="Group 41"/>
          <p:cNvGrpSpPr/>
          <p:nvPr/>
        </p:nvGrpSpPr>
        <p:grpSpPr bwMode="auto">
          <a:xfrm>
            <a:off x="2026694" y="4221088"/>
            <a:ext cx="8034338" cy="471488"/>
            <a:chOff x="334" y="2603"/>
            <a:chExt cx="5061" cy="297"/>
          </a:xfrm>
        </p:grpSpPr>
        <p:sp>
          <p:nvSpPr>
            <p:cNvPr id="26" name="Rectangle 25"/>
            <p:cNvSpPr>
              <a:spLocks noChangeArrowheads="1"/>
            </p:cNvSpPr>
            <p:nvPr/>
          </p:nvSpPr>
          <p:spPr bwMode="auto">
            <a:xfrm>
              <a:off x="658" y="2609"/>
              <a:ext cx="47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在具体展开的时候，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535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不需要写出</a:t>
              </a:r>
              <a:r>
                <a:rPr kumimoji="1" lang="zh-CN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3535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535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完整</a:t>
              </a:r>
              <a:r>
                <a:rPr kumimoji="1" lang="zh-CN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3535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3535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的洛朗级数</a:t>
              </a:r>
              <a:r>
                <a:rPr kumimoji="1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</a:t>
              </a:r>
            </a:p>
          </p:txBody>
        </p:sp>
        <p:sp>
          <p:nvSpPr>
            <p:cNvPr id="27" name="Rectangle 29"/>
            <p:cNvSpPr>
              <a:spLocks noChangeArrowheads="1"/>
            </p:cNvSpPr>
            <p:nvPr/>
          </p:nvSpPr>
          <p:spPr bwMode="auto">
            <a:xfrm>
              <a:off x="334" y="2603"/>
              <a:ext cx="45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注</a:t>
              </a:r>
              <a:r>
                <a:rPr kumimoji="0" lang="zh-CN" altLang="en-US" sz="24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</p:grpSp>
      <p:grpSp>
        <p:nvGrpSpPr>
          <p:cNvPr id="28" name="Group 40"/>
          <p:cNvGrpSpPr/>
          <p:nvPr/>
        </p:nvGrpSpPr>
        <p:grpSpPr bwMode="auto">
          <a:xfrm>
            <a:off x="2963318" y="4752511"/>
            <a:ext cx="6965950" cy="457200"/>
            <a:chOff x="924" y="2932"/>
            <a:chExt cx="4388" cy="288"/>
          </a:xfrm>
        </p:grpSpPr>
        <p:graphicFrame>
          <p:nvGraphicFramePr>
            <p:cNvPr id="29" name="Object 27"/>
            <p:cNvGraphicFramePr/>
            <p:nvPr/>
          </p:nvGraphicFramePr>
          <p:xfrm>
            <a:off x="3335" y="2972"/>
            <a:ext cx="257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546100" imgH="495300" progId="Equation.3">
                    <p:embed/>
                  </p:oleObj>
                </mc:Choice>
                <mc:Fallback>
                  <p:oleObj name="公式" r:id="rId7" imgW="546100" imgH="495300" progId="Equation.3">
                    <p:embed/>
                    <p:pic>
                      <p:nvPicPr>
                        <p:cNvPr id="29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35" y="2972"/>
                          <a:ext cx="257" cy="232"/>
                        </a:xfrm>
                        <a:prstGeom prst="rect">
                          <a:avLst/>
                        </a:prstGeom>
                        <a:solidFill>
                          <a:srgbClr val="FFFF00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 30"/>
            <p:cNvSpPr>
              <a:spLocks noChangeArrowheads="1"/>
            </p:cNvSpPr>
            <p:nvPr/>
          </p:nvSpPr>
          <p:spPr bwMode="auto">
            <a:xfrm>
              <a:off x="924" y="2932"/>
              <a:ext cx="43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只需将其中负一次幂的系数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求出来就可以了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</a:t>
              </a:r>
            </a:p>
          </p:txBody>
        </p:sp>
      </p:grpSp>
      <p:sp>
        <p:nvSpPr>
          <p:cNvPr id="32" name="Rectangle 31"/>
          <p:cNvSpPr>
            <a:spLocks noChangeArrowheads="1"/>
          </p:cNvSpPr>
          <p:nvPr/>
        </p:nvSpPr>
        <p:spPr bwMode="auto">
          <a:xfrm>
            <a:off x="2544218" y="5269646"/>
            <a:ext cx="800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(2)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对于不是本性奇点的情况，该方法有时也是很有效的， </a:t>
            </a:r>
          </a:p>
        </p:txBody>
      </p:sp>
      <p:grpSp>
        <p:nvGrpSpPr>
          <p:cNvPr id="33" name="Group 36"/>
          <p:cNvGrpSpPr/>
          <p:nvPr/>
        </p:nvGrpSpPr>
        <p:grpSpPr bwMode="auto">
          <a:xfrm>
            <a:off x="6273257" y="1904109"/>
            <a:ext cx="2343151" cy="665163"/>
            <a:chOff x="3009" y="1064"/>
            <a:chExt cx="1476" cy="419"/>
          </a:xfrm>
        </p:grpSpPr>
        <p:graphicFrame>
          <p:nvGraphicFramePr>
            <p:cNvPr id="34" name="Object 10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8859394"/>
                </p:ext>
              </p:extLst>
            </p:nvPr>
          </p:nvGraphicFramePr>
          <p:xfrm>
            <a:off x="3273" y="1064"/>
            <a:ext cx="1212" cy="4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888840" imgH="304560" progId="Equation.DSMT4">
                    <p:embed/>
                  </p:oleObj>
                </mc:Choice>
                <mc:Fallback>
                  <p:oleObj name="Equation" r:id="rId9" imgW="888840" imgH="304560" progId="Equation.DSMT4">
                    <p:embed/>
                    <p:pic>
                      <p:nvPicPr>
                        <p:cNvPr id="3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73" y="1064"/>
                          <a:ext cx="1212" cy="41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5" name="Rectangle 34"/>
            <p:cNvSpPr>
              <a:spLocks noChangeArrowheads="1"/>
            </p:cNvSpPr>
            <p:nvPr/>
          </p:nvSpPr>
          <p:spPr bwMode="auto">
            <a:xfrm>
              <a:off x="3009" y="1064"/>
              <a:ext cx="40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</a:t>
              </a:r>
            </a:p>
          </p:txBody>
        </p:sp>
      </p:grpSp>
      <p:sp>
        <p:nvSpPr>
          <p:cNvPr id="36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Object 37">
            <a:extLst>
              <a:ext uri="{FF2B5EF4-FFF2-40B4-BE49-F238E27FC236}">
                <a16:creationId xmlns:a16="http://schemas.microsoft.com/office/drawing/2014/main" id="{F67EEAB4-900A-44EE-1E9D-ED899C42304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60662259"/>
              </p:ext>
            </p:extLst>
          </p:nvPr>
        </p:nvGraphicFramePr>
        <p:xfrm>
          <a:off x="6757988" y="836613"/>
          <a:ext cx="4735512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387520" imgH="444240" progId="Equation.DSMT4">
                  <p:embed/>
                </p:oleObj>
              </mc:Choice>
              <mc:Fallback>
                <p:oleObj name="Equation" r:id="rId11" imgW="2387520" imgH="444240" progId="Equation.DSMT4">
                  <p:embed/>
                  <p:pic>
                    <p:nvPicPr>
                      <p:cNvPr id="48" name="Object 37">
                        <a:extLst>
                          <a:ext uri="{FF2B5EF4-FFF2-40B4-BE49-F238E27FC236}">
                            <a16:creationId xmlns:a16="http://schemas.microsoft.com/office/drawing/2014/main" id="{512EE5A8-EF72-C96D-39FF-199452B57664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57988" y="836613"/>
                        <a:ext cx="4735512" cy="925512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00B05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C92A881-24FB-F4FF-E099-B20B73E9026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39462260"/>
              </p:ext>
            </p:extLst>
          </p:nvPr>
        </p:nvGraphicFramePr>
        <p:xfrm>
          <a:off x="6657432" y="3648770"/>
          <a:ext cx="446632" cy="474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2242" imgH="300074" progId="Equation.DSMT4">
                  <p:embed/>
                </p:oleObj>
              </mc:Choice>
              <mc:Fallback>
                <p:oleObj name="Equation" r:id="rId13" imgW="282242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6657432" y="3648770"/>
                        <a:ext cx="446632" cy="47423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2" grpId="0"/>
      <p:bldP spid="18" grpId="0"/>
      <p:bldP spid="24" grpId="0"/>
      <p:bldP spid="3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252266" y="846799"/>
            <a:ext cx="1406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极点    </a:t>
            </a:r>
          </a:p>
        </p:txBody>
      </p:sp>
      <p:grpSp>
        <p:nvGrpSpPr>
          <p:cNvPr id="12" name="Group 36"/>
          <p:cNvGrpSpPr/>
          <p:nvPr/>
        </p:nvGrpSpPr>
        <p:grpSpPr bwMode="auto">
          <a:xfrm>
            <a:off x="1228725" y="1363993"/>
            <a:ext cx="4968874" cy="461963"/>
            <a:chOff x="333" y="1048"/>
            <a:chExt cx="3130" cy="291"/>
          </a:xfrm>
        </p:grpSpPr>
        <p:sp>
          <p:nvSpPr>
            <p:cNvPr id="13" name="Rectangle 5"/>
            <p:cNvSpPr>
              <a:spLocks noChangeArrowheads="1"/>
            </p:cNvSpPr>
            <p:nvPr/>
          </p:nvSpPr>
          <p:spPr bwMode="auto">
            <a:xfrm>
              <a:off x="333" y="1048"/>
              <a:ext cx="7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     </a:t>
              </a:r>
            </a:p>
          </p:txBody>
        </p:sp>
        <p:sp>
          <p:nvSpPr>
            <p:cNvPr id="15" name="Rectangle 26"/>
            <p:cNvSpPr>
              <a:spLocks noChangeArrowheads="1"/>
            </p:cNvSpPr>
            <p:nvPr/>
          </p:nvSpPr>
          <p:spPr bwMode="auto">
            <a:xfrm>
              <a:off x="854" y="1048"/>
              <a:ext cx="26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为         的</a:t>
              </a: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极点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，则  </a:t>
              </a:r>
            </a:p>
          </p:txBody>
        </p:sp>
        <p:graphicFrame>
          <p:nvGraphicFramePr>
            <p:cNvPr id="16" name="Object 28"/>
            <p:cNvGraphicFramePr>
              <a:graphicFrameLocks noChangeAspect="1"/>
            </p:cNvGraphicFramePr>
            <p:nvPr/>
          </p:nvGraphicFramePr>
          <p:xfrm>
            <a:off x="1128" y="1066"/>
            <a:ext cx="1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66700" imgH="381000" progId="Equation.3">
                    <p:embed/>
                  </p:oleObj>
                </mc:Choice>
                <mc:Fallback>
                  <p:oleObj name="公式" r:id="rId3" imgW="266700" imgH="381000" progId="Equation.3">
                    <p:embed/>
                    <p:pic>
                      <p:nvPicPr>
                        <p:cNvPr id="16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" y="1066"/>
                          <a:ext cx="16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29"/>
            <p:cNvGraphicFramePr>
              <a:graphicFrameLocks noChangeAspect="1"/>
            </p:cNvGraphicFramePr>
            <p:nvPr/>
          </p:nvGraphicFramePr>
          <p:xfrm>
            <a:off x="1507" y="1097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17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7" y="1097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1" name="对象 2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65637455"/>
              </p:ext>
            </p:extLst>
          </p:nvPr>
        </p:nvGraphicFramePr>
        <p:xfrm>
          <a:off x="3212366" y="1883106"/>
          <a:ext cx="5913899" cy="908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869920" imgH="444240" progId="Equation.DSMT4">
                  <p:embed/>
                </p:oleObj>
              </mc:Choice>
              <mc:Fallback>
                <p:oleObj name="Equation" r:id="rId7" imgW="2869920" imgH="444240" progId="Equation.DSMT4">
                  <p:embed/>
                  <p:pic>
                    <p:nvPicPr>
                      <p:cNvPr id="21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366" y="1883106"/>
                        <a:ext cx="5913899" cy="908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8"/>
          <p:cNvGraphicFramePr>
            <a:graphicFrameLocks noChangeAspect="1"/>
          </p:cNvGraphicFramePr>
          <p:nvPr/>
        </p:nvGraphicFramePr>
        <p:xfrm>
          <a:off x="9480376" y="2324431"/>
          <a:ext cx="22002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3469600" imgH="4876800" progId="Equation.DSMT4">
                  <p:embed/>
                </p:oleObj>
              </mc:Choice>
              <mc:Fallback>
                <p:oleObj name="Equation" r:id="rId9" imgW="23469600" imgH="4876800" progId="Equation.DSMT4">
                  <p:embed/>
                  <p:pic>
                    <p:nvPicPr>
                      <p:cNvPr id="23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80376" y="2324431"/>
                        <a:ext cx="2200275" cy="457200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9" name="Object 16"/>
          <p:cNvGraphicFramePr/>
          <p:nvPr>
            <p:extLst>
              <p:ext uri="{D42A27DB-BD31-4B8C-83A1-F6EECF244321}">
                <p14:modId xmlns:p14="http://schemas.microsoft.com/office/powerpoint/2010/main" val="2192434741"/>
              </p:ext>
            </p:extLst>
          </p:nvPr>
        </p:nvGraphicFramePr>
        <p:xfrm>
          <a:off x="4974256" y="3058319"/>
          <a:ext cx="4006850" cy="62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968480" imgH="304560" progId="Equation.DSMT4">
                  <p:embed/>
                </p:oleObj>
              </mc:Choice>
              <mc:Fallback>
                <p:oleObj name="Equation" r:id="rId3" imgW="1968480" imgH="304560" progId="Equation.DSMT4">
                  <p:embed/>
                  <p:pic>
                    <p:nvPicPr>
                      <p:cNvPr id="49" name="Object 1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4256" y="3058319"/>
                        <a:ext cx="4006850" cy="6270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0" name="Group 31"/>
          <p:cNvGrpSpPr/>
          <p:nvPr/>
        </p:nvGrpSpPr>
        <p:grpSpPr bwMode="auto">
          <a:xfrm>
            <a:off x="170618" y="3026569"/>
            <a:ext cx="5287963" cy="463551"/>
            <a:chOff x="42" y="2060"/>
            <a:chExt cx="3331" cy="292"/>
          </a:xfrm>
        </p:grpSpPr>
        <p:sp>
          <p:nvSpPr>
            <p:cNvPr id="51" name="Rectangle 15"/>
            <p:cNvSpPr>
              <a:spLocks noChangeArrowheads="1"/>
            </p:cNvSpPr>
            <p:nvPr/>
          </p:nvSpPr>
          <p:spPr bwMode="auto">
            <a:xfrm>
              <a:off x="849" y="2061"/>
              <a:ext cx="252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为         的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单极点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  </a:t>
              </a:r>
            </a:p>
          </p:txBody>
        </p:sp>
        <p:graphicFrame>
          <p:nvGraphicFramePr>
            <p:cNvPr id="52" name="Object 18"/>
            <p:cNvGraphicFramePr>
              <a:graphicFrameLocks noChangeAspect="1"/>
            </p:cNvGraphicFramePr>
            <p:nvPr/>
          </p:nvGraphicFramePr>
          <p:xfrm>
            <a:off x="1398" y="2080"/>
            <a:ext cx="1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66700" imgH="381000" progId="Equation.3">
                    <p:embed/>
                  </p:oleObj>
                </mc:Choice>
                <mc:Fallback>
                  <p:oleObj name="公式" r:id="rId5" imgW="266700" imgH="381000" progId="Equation.3">
                    <p:embed/>
                    <p:pic>
                      <p:nvPicPr>
                        <p:cNvPr id="52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98" y="2080"/>
                          <a:ext cx="16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19"/>
            <p:cNvGraphicFramePr>
              <a:graphicFrameLocks noChangeAspect="1"/>
            </p:cNvGraphicFramePr>
            <p:nvPr/>
          </p:nvGraphicFramePr>
          <p:xfrm>
            <a:off x="1777" y="2111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5000" imgH="342900" progId="Equation.3">
                    <p:embed/>
                  </p:oleObj>
                </mc:Choice>
                <mc:Fallback>
                  <p:oleObj name="公式" r:id="rId7" imgW="635000" imgH="342900" progId="Equation.3">
                    <p:embed/>
                    <p:pic>
                      <p:nvPicPr>
                        <p:cNvPr id="53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7" y="2111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Rectangle 20"/>
            <p:cNvSpPr>
              <a:spLocks noChangeArrowheads="1"/>
            </p:cNvSpPr>
            <p:nvPr/>
          </p:nvSpPr>
          <p:spPr bwMode="auto">
            <a:xfrm>
              <a:off x="42" y="2060"/>
              <a:ext cx="89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特别地    </a:t>
              </a:r>
            </a:p>
          </p:txBody>
        </p:sp>
      </p:grpSp>
      <p:sp>
        <p:nvSpPr>
          <p:cNvPr id="28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" name="Group 36">
            <a:extLst>
              <a:ext uri="{FF2B5EF4-FFF2-40B4-BE49-F238E27FC236}">
                <a16:creationId xmlns:a16="http://schemas.microsoft.com/office/drawing/2014/main" id="{3F034AF3-EFAD-3351-11BA-F7A33E552B78}"/>
              </a:ext>
            </a:extLst>
          </p:cNvPr>
          <p:cNvGrpSpPr/>
          <p:nvPr/>
        </p:nvGrpSpPr>
        <p:grpSpPr bwMode="auto">
          <a:xfrm>
            <a:off x="1228725" y="1291758"/>
            <a:ext cx="4968874" cy="461963"/>
            <a:chOff x="333" y="1048"/>
            <a:chExt cx="3130" cy="291"/>
          </a:xfrm>
        </p:grpSpPr>
        <p:sp>
          <p:nvSpPr>
            <p:cNvPr id="3" name="Rectangle 5">
              <a:extLst>
                <a:ext uri="{FF2B5EF4-FFF2-40B4-BE49-F238E27FC236}">
                  <a16:creationId xmlns:a16="http://schemas.microsoft.com/office/drawing/2014/main" id="{0C207C05-1731-E2B2-5E56-1037000758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" y="1048"/>
              <a:ext cx="74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     </a:t>
              </a:r>
            </a:p>
          </p:txBody>
        </p:sp>
        <p:sp>
          <p:nvSpPr>
            <p:cNvPr id="4" name="Rectangle 26">
              <a:extLst>
                <a:ext uri="{FF2B5EF4-FFF2-40B4-BE49-F238E27FC236}">
                  <a16:creationId xmlns:a16="http://schemas.microsoft.com/office/drawing/2014/main" id="{9CE789C2-5FFC-6125-19F4-BCAFF045BE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" y="1048"/>
              <a:ext cx="260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为         的</a:t>
              </a: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极点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，则  </a:t>
              </a:r>
            </a:p>
          </p:txBody>
        </p:sp>
        <p:graphicFrame>
          <p:nvGraphicFramePr>
            <p:cNvPr id="5" name="Object 28">
              <a:extLst>
                <a:ext uri="{FF2B5EF4-FFF2-40B4-BE49-F238E27FC236}">
                  <a16:creationId xmlns:a16="http://schemas.microsoft.com/office/drawing/2014/main" id="{84BF75A3-37DA-A9A2-37D3-4F117A314A4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28" y="1066"/>
            <a:ext cx="1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66700" imgH="381000" progId="Equation.3">
                    <p:embed/>
                  </p:oleObj>
                </mc:Choice>
                <mc:Fallback>
                  <p:oleObj name="公式" r:id="rId5" imgW="266700" imgH="381000" progId="Equation.3">
                    <p:embed/>
                    <p:pic>
                      <p:nvPicPr>
                        <p:cNvPr id="16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8" y="1066"/>
                          <a:ext cx="16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" name="Object 29">
              <a:extLst>
                <a:ext uri="{FF2B5EF4-FFF2-40B4-BE49-F238E27FC236}">
                  <a16:creationId xmlns:a16="http://schemas.microsoft.com/office/drawing/2014/main" id="{3B83DB99-ABB0-E09B-5482-BC915F515E2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507" y="1097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635000" imgH="342900" progId="Equation.3">
                    <p:embed/>
                  </p:oleObj>
                </mc:Choice>
                <mc:Fallback>
                  <p:oleObj name="公式" r:id="rId7" imgW="635000" imgH="342900" progId="Equation.3">
                    <p:embed/>
                    <p:pic>
                      <p:nvPicPr>
                        <p:cNvPr id="17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7" y="1097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7" name="对象 28">
            <a:extLst>
              <a:ext uri="{FF2B5EF4-FFF2-40B4-BE49-F238E27FC236}">
                <a16:creationId xmlns:a16="http://schemas.microsoft.com/office/drawing/2014/main" id="{3C733AF9-3C7B-0883-57E5-D9AAE0DA11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85443885"/>
              </p:ext>
            </p:extLst>
          </p:nvPr>
        </p:nvGraphicFramePr>
        <p:xfrm>
          <a:off x="3212366" y="1810871"/>
          <a:ext cx="5913899" cy="9080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869920" imgH="444240" progId="Equation.DSMT4">
                  <p:embed/>
                </p:oleObj>
              </mc:Choice>
              <mc:Fallback>
                <p:oleObj name="Equation" r:id="rId9" imgW="2869920" imgH="444240" progId="Equation.DSMT4">
                  <p:embed/>
                  <p:pic>
                    <p:nvPicPr>
                      <p:cNvPr id="21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12366" y="1810871"/>
                        <a:ext cx="5913899" cy="90804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21">
            <a:extLst>
              <a:ext uri="{FF2B5EF4-FFF2-40B4-BE49-F238E27FC236}">
                <a16:creationId xmlns:a16="http://schemas.microsoft.com/office/drawing/2014/main" id="{81994D3A-29AF-F09D-EC63-869981FC84C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0227142"/>
              </p:ext>
            </p:extLst>
          </p:nvPr>
        </p:nvGraphicFramePr>
        <p:xfrm>
          <a:off x="4978339" y="4405314"/>
          <a:ext cx="2516188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295280" imgH="444240" progId="Equation.DSMT4">
                  <p:embed/>
                </p:oleObj>
              </mc:Choice>
              <mc:Fallback>
                <p:oleObj name="Equation" r:id="rId11" imgW="1295280" imgH="444240" progId="Equation.DSMT4">
                  <p:embed/>
                  <p:pic>
                    <p:nvPicPr>
                      <p:cNvPr id="56" name="Object 21">
                        <a:extLst>
                          <a:ext uri="{FF2B5EF4-FFF2-40B4-BE49-F238E27FC236}">
                            <a16:creationId xmlns:a16="http://schemas.microsoft.com/office/drawing/2014/main" id="{25861B50-4437-A817-2F51-AB32D18410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78339" y="4405314"/>
                        <a:ext cx="2516188" cy="8683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916D2894-6DAE-577B-4703-00BC4096FF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55068125"/>
              </p:ext>
            </p:extLst>
          </p:nvPr>
        </p:nvGraphicFramePr>
        <p:xfrm>
          <a:off x="1511442" y="3624262"/>
          <a:ext cx="9820275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143320" imgH="431640" progId="Equation.DSMT4">
                  <p:embed/>
                </p:oleObj>
              </mc:Choice>
              <mc:Fallback>
                <p:oleObj name="Equation" r:id="rId13" imgW="5143320" imgH="43164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81C9912B-3656-0CD9-94B0-1A97F89E60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11442" y="3624262"/>
                        <a:ext cx="9820275" cy="823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9D85887C-9792-0A70-73BD-FD8D9CF178C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4366498"/>
              </p:ext>
            </p:extLst>
          </p:nvPr>
        </p:nvGraphicFramePr>
        <p:xfrm>
          <a:off x="1446393" y="4608515"/>
          <a:ext cx="3531946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293745" imgH="300074" progId="Equation.DSMT4">
                  <p:embed/>
                </p:oleObj>
              </mc:Choice>
              <mc:Fallback>
                <p:oleObj name="Equation" r:id="rId15" imgW="2293745" imgH="300074" progId="Equation.DSMT4">
                  <p:embed/>
                  <p:pic>
                    <p:nvPicPr>
                      <p:cNvPr id="9" name="对象 8">
                        <a:extLst>
                          <a:ext uri="{FF2B5EF4-FFF2-40B4-BE49-F238E27FC236}">
                            <a16:creationId xmlns:a16="http://schemas.microsoft.com/office/drawing/2014/main" id="{893E0869-19E0-3EC8-CFB9-5E0D0E82C9E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446393" y="4608515"/>
                        <a:ext cx="3531946" cy="461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EE18F838-32CE-5A19-5F94-9122557C69EB}"/>
              </a:ext>
            </a:extLst>
          </p:cNvPr>
          <p:cNvCxnSpPr/>
          <p:nvPr/>
        </p:nvCxnSpPr>
        <p:spPr>
          <a:xfrm>
            <a:off x="7562850" y="4248150"/>
            <a:ext cx="2408856" cy="0"/>
          </a:xfrm>
          <a:prstGeom prst="line">
            <a:avLst/>
          </a:prstGeom>
          <a:ln w="28575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E51AC2A-8808-C0AE-13BE-F6BCBD6D0BD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8794772"/>
              </p:ext>
            </p:extLst>
          </p:nvPr>
        </p:nvGraphicFramePr>
        <p:xfrm>
          <a:off x="8688388" y="4325940"/>
          <a:ext cx="1546225" cy="300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545498" imgH="300074" progId="Equation.DSMT4">
                  <p:embed/>
                </p:oleObj>
              </mc:Choice>
              <mc:Fallback>
                <p:oleObj name="Equation" r:id="rId17" imgW="1545498" imgH="30007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8688388" y="4325940"/>
                        <a:ext cx="1546225" cy="300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163215"/>
              </p:ext>
            </p:extLst>
          </p:nvPr>
        </p:nvGraphicFramePr>
        <p:xfrm>
          <a:off x="3833590" y="4089023"/>
          <a:ext cx="2866439" cy="5732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84200" imgH="279360" progId="Equation.DSMT4">
                  <p:embed/>
                </p:oleObj>
              </mc:Choice>
              <mc:Fallback>
                <p:oleObj name="Equation" r:id="rId3" imgW="1384200" imgH="279360" progId="Equation.DSMT4">
                  <p:embed/>
                  <p:pic>
                    <p:nvPicPr>
                      <p:cNvPr id="5" name="Object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33590" y="4089023"/>
                        <a:ext cx="2866439" cy="57329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0"/>
          <p:cNvGrpSpPr/>
          <p:nvPr/>
        </p:nvGrpSpPr>
        <p:grpSpPr bwMode="auto">
          <a:xfrm>
            <a:off x="1941498" y="2172141"/>
            <a:ext cx="4479925" cy="461962"/>
            <a:chOff x="662" y="1379"/>
            <a:chExt cx="2822" cy="291"/>
          </a:xfrm>
        </p:grpSpPr>
        <p:sp>
          <p:nvSpPr>
            <p:cNvPr id="7" name="Rectangle 5"/>
            <p:cNvSpPr>
              <a:spLocks noChangeArrowheads="1"/>
            </p:cNvSpPr>
            <p:nvPr/>
          </p:nvSpPr>
          <p:spPr bwMode="auto">
            <a:xfrm>
              <a:off x="1393" y="1380"/>
              <a:ext cx="20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的可去奇点，  </a:t>
              </a:r>
            </a:p>
          </p:txBody>
        </p:sp>
        <p:graphicFrame>
          <p:nvGraphicFramePr>
            <p:cNvPr id="9" name="Object 9"/>
            <p:cNvGraphicFramePr/>
            <p:nvPr/>
          </p:nvGraphicFramePr>
          <p:xfrm>
            <a:off x="1001" y="1426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63600" imgH="393700" progId="Equation.3">
                    <p:embed/>
                  </p:oleObj>
                </mc:Choice>
                <mc:Fallback>
                  <p:oleObj name="公式" r:id="rId5" imgW="863600" imgH="393700" progId="Equation.3">
                    <p:embed/>
                    <p:pic>
                      <p:nvPicPr>
                        <p:cNvPr id="9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" y="1426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/>
            <p:nvPr/>
          </p:nvGraphicFramePr>
          <p:xfrm>
            <a:off x="1660" y="1408"/>
            <a:ext cx="44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927100" imgH="495300" progId="Equation.3">
                    <p:embed/>
                  </p:oleObj>
                </mc:Choice>
                <mc:Fallback>
                  <p:oleObj name="公式" r:id="rId7" imgW="927100" imgH="495300" progId="Equation.3">
                    <p:embed/>
                    <p:pic>
                      <p:nvPicPr>
                        <p:cNvPr id="10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1408"/>
                          <a:ext cx="440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Rectangle 24"/>
            <p:cNvSpPr>
              <a:spLocks noChangeArrowheads="1"/>
            </p:cNvSpPr>
            <p:nvPr/>
          </p:nvSpPr>
          <p:spPr bwMode="auto">
            <a:xfrm>
              <a:off x="662" y="1379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 </a:t>
              </a:r>
            </a:p>
          </p:txBody>
        </p:sp>
      </p:grpSp>
      <p:graphicFrame>
        <p:nvGraphicFramePr>
          <p:cNvPr id="12" name="Object 25"/>
          <p:cNvGraphicFramePr/>
          <p:nvPr>
            <p:extLst>
              <p:ext uri="{D42A27DB-BD31-4B8C-83A1-F6EECF244321}">
                <p14:modId xmlns:p14="http://schemas.microsoft.com/office/powerpoint/2010/main" val="1751067446"/>
              </p:ext>
            </p:extLst>
          </p:nvPr>
        </p:nvGraphicFramePr>
        <p:xfrm>
          <a:off x="6043866" y="2194280"/>
          <a:ext cx="1682216" cy="540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888840" imgH="279360" progId="Equation.DSMT4">
                  <p:embed/>
                </p:oleObj>
              </mc:Choice>
              <mc:Fallback>
                <p:oleObj name="Equation" r:id="rId9" imgW="888840" imgH="279360" progId="Equation.DSMT4">
                  <p:embed/>
                  <p:pic>
                    <p:nvPicPr>
                      <p:cNvPr id="12" name="Object 2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3866" y="2194280"/>
                        <a:ext cx="1682216" cy="54089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41"/>
          <p:cNvGrpSpPr/>
          <p:nvPr/>
        </p:nvGrpSpPr>
        <p:grpSpPr bwMode="auto">
          <a:xfrm>
            <a:off x="1934354" y="3227075"/>
            <a:ext cx="5654675" cy="461962"/>
            <a:chOff x="660" y="2283"/>
            <a:chExt cx="3562" cy="291"/>
          </a:xfrm>
        </p:grpSpPr>
        <p:sp>
          <p:nvSpPr>
            <p:cNvPr id="14" name="Rectangle 27"/>
            <p:cNvSpPr>
              <a:spLocks noChangeArrowheads="1"/>
            </p:cNvSpPr>
            <p:nvPr/>
          </p:nvSpPr>
          <p:spPr bwMode="auto">
            <a:xfrm>
              <a:off x="1361" y="2284"/>
              <a:ext cx="286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和         均为          的一阶极点，  </a:t>
              </a:r>
            </a:p>
          </p:txBody>
        </p:sp>
        <p:graphicFrame>
          <p:nvGraphicFramePr>
            <p:cNvPr id="15" name="Object 28"/>
            <p:cNvGraphicFramePr/>
            <p:nvPr/>
          </p:nvGraphicFramePr>
          <p:xfrm>
            <a:off x="1002" y="2330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63600" imgH="393700" progId="Equation.3">
                    <p:embed/>
                  </p:oleObj>
                </mc:Choice>
                <mc:Fallback>
                  <p:oleObj name="公式" r:id="rId5" imgW="863600" imgH="393700" progId="Equation.3">
                    <p:embed/>
                    <p:pic>
                      <p:nvPicPr>
                        <p:cNvPr id="15" name="Object 2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2" y="2330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9"/>
            <p:cNvGraphicFramePr/>
            <p:nvPr/>
          </p:nvGraphicFramePr>
          <p:xfrm>
            <a:off x="2440" y="2318"/>
            <a:ext cx="44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952500" imgH="495300" progId="Equation.3">
                    <p:embed/>
                  </p:oleObj>
                </mc:Choice>
                <mc:Fallback>
                  <p:oleObj name="公式" r:id="rId12" imgW="952500" imgH="495300" progId="Equation.3">
                    <p:embed/>
                    <p:pic>
                      <p:nvPicPr>
                        <p:cNvPr id="16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40" y="2318"/>
                          <a:ext cx="448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Rectangle 30"/>
            <p:cNvSpPr>
              <a:spLocks noChangeArrowheads="1"/>
            </p:cNvSpPr>
            <p:nvPr/>
          </p:nvSpPr>
          <p:spPr bwMode="auto">
            <a:xfrm>
              <a:off x="660" y="2283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</a:t>
              </a:r>
            </a:p>
          </p:txBody>
        </p:sp>
        <p:graphicFrame>
          <p:nvGraphicFramePr>
            <p:cNvPr id="18" name="Object 33"/>
            <p:cNvGraphicFramePr/>
            <p:nvPr/>
          </p:nvGraphicFramePr>
          <p:xfrm>
            <a:off x="1647" y="2316"/>
            <a:ext cx="392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825500" imgH="393700" progId="Equation.3">
                    <p:embed/>
                  </p:oleObj>
                </mc:Choice>
                <mc:Fallback>
                  <p:oleObj name="公式" r:id="rId14" imgW="825500" imgH="393700" progId="Equation.3">
                    <p:embed/>
                    <p:pic>
                      <p:nvPicPr>
                        <p:cNvPr id="18" name="Object 3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7" y="2316"/>
                          <a:ext cx="392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34"/>
          <p:cNvGraphicFramePr/>
          <p:nvPr/>
        </p:nvGraphicFramePr>
        <p:xfrm>
          <a:off x="6700029" y="3947803"/>
          <a:ext cx="1433513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917700" imgH="1054100" progId="Equation.3">
                  <p:embed/>
                </p:oleObj>
              </mc:Choice>
              <mc:Fallback>
                <p:oleObj name="公式" r:id="rId16" imgW="1917700" imgH="1054100" progId="Equation.3">
                  <p:embed/>
                  <p:pic>
                    <p:nvPicPr>
                      <p:cNvPr id="20" name="Object 3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00029" y="3947803"/>
                        <a:ext cx="1433513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35"/>
          <p:cNvGraphicFramePr/>
          <p:nvPr/>
        </p:nvGraphicFramePr>
        <p:xfrm>
          <a:off x="8192279" y="4166878"/>
          <a:ext cx="709613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952500" imgH="457200" progId="Equation.3">
                  <p:embed/>
                </p:oleObj>
              </mc:Choice>
              <mc:Fallback>
                <p:oleObj name="公式" r:id="rId18" imgW="952500" imgH="457200" progId="Equation.3">
                  <p:embed/>
                  <p:pic>
                    <p:nvPicPr>
                      <p:cNvPr id="21" name="Object 3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92279" y="4166878"/>
                        <a:ext cx="709613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36"/>
          <p:cNvGraphicFramePr/>
          <p:nvPr/>
        </p:nvGraphicFramePr>
        <p:xfrm>
          <a:off x="7321917" y="5038408"/>
          <a:ext cx="10287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1371600" imgH="1054100" progId="Equation.3">
                  <p:embed/>
                </p:oleObj>
              </mc:Choice>
              <mc:Fallback>
                <p:oleObj name="公式" r:id="rId20" imgW="1371600" imgH="1054100" progId="Equation.3">
                  <p:embed/>
                  <p:pic>
                    <p:nvPicPr>
                      <p:cNvPr id="22" name="Object 3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21917" y="5038408"/>
                        <a:ext cx="10287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37"/>
          <p:cNvGraphicFramePr/>
          <p:nvPr/>
        </p:nvGraphicFramePr>
        <p:xfrm>
          <a:off x="8407767" y="5247958"/>
          <a:ext cx="5080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673100" imgH="457200" progId="Equation.3">
                  <p:embed/>
                </p:oleObj>
              </mc:Choice>
              <mc:Fallback>
                <p:oleObj name="公式" r:id="rId22" imgW="673100" imgH="457200" progId="Equation.3">
                  <p:embed/>
                  <p:pic>
                    <p:nvPicPr>
                      <p:cNvPr id="23" name="Object 3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7767" y="5247958"/>
                        <a:ext cx="5080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38"/>
          <p:cNvGraphicFramePr/>
          <p:nvPr>
            <p:extLst>
              <p:ext uri="{D42A27DB-BD31-4B8C-83A1-F6EECF244321}">
                <p14:modId xmlns:p14="http://schemas.microsoft.com/office/powerpoint/2010/main" val="3994263252"/>
              </p:ext>
            </p:extLst>
          </p:nvPr>
        </p:nvGraphicFramePr>
        <p:xfrm>
          <a:off x="3978983" y="5190948"/>
          <a:ext cx="3342934" cy="5693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14320" imgH="279360" progId="Equation.DSMT4">
                  <p:embed/>
                </p:oleObj>
              </mc:Choice>
              <mc:Fallback>
                <p:oleObj name="Equation" r:id="rId24" imgW="1714320" imgH="279360" progId="Equation.DSMT4">
                  <p:embed/>
                  <p:pic>
                    <p:nvPicPr>
                      <p:cNvPr id="24" name="Object 3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8983" y="5190948"/>
                        <a:ext cx="3342934" cy="5693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7" name="对象 26"/>
          <p:cNvGraphicFramePr>
            <a:graphicFrameLocks noChangeAspect="1"/>
          </p:cNvGraphicFramePr>
          <p:nvPr/>
        </p:nvGraphicFramePr>
        <p:xfrm>
          <a:off x="879461" y="1208655"/>
          <a:ext cx="5429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6096000" imgH="4572000" progId="Equation.DSMT4">
                  <p:embed/>
                </p:oleObj>
              </mc:Choice>
              <mc:Fallback>
                <p:oleObj name="Equation" r:id="rId26" imgW="6096000" imgH="457200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61" y="1208655"/>
                        <a:ext cx="5429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631504" y="991320"/>
          <a:ext cx="9350375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05156000" imgH="10363200" progId="Equation.DSMT4">
                  <p:embed/>
                </p:oleObj>
              </mc:Choice>
              <mc:Fallback>
                <p:oleObj name="Equation" r:id="rId28" imgW="105156000" imgH="103632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504" y="991320"/>
                        <a:ext cx="9350375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15"/>
          <p:cNvSpPr txBox="1">
            <a:spLocks noChangeArrowheads="1"/>
          </p:cNvSpPr>
          <p:nvPr/>
        </p:nvSpPr>
        <p:spPr bwMode="auto">
          <a:xfrm>
            <a:off x="879461" y="2185490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对象 28">
            <a:extLst>
              <a:ext uri="{FF2B5EF4-FFF2-40B4-BE49-F238E27FC236}">
                <a16:creationId xmlns:a16="http://schemas.microsoft.com/office/drawing/2014/main" id="{89123E14-E406-73F0-301F-B11889586C5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3689410"/>
              </p:ext>
            </p:extLst>
          </p:nvPr>
        </p:nvGraphicFramePr>
        <p:xfrm>
          <a:off x="4747404" y="184401"/>
          <a:ext cx="6889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4089240" imgH="444240" progId="Equation.DSMT4">
                  <p:embed/>
                </p:oleObj>
              </mc:Choice>
              <mc:Fallback>
                <p:oleObj name="Equation" r:id="rId30" imgW="4089240" imgH="444240" progId="Equation.DSMT4">
                  <p:embed/>
                  <p:pic>
                    <p:nvPicPr>
                      <p:cNvPr id="7" name="对象 28">
                        <a:extLst>
                          <a:ext uri="{FF2B5EF4-FFF2-40B4-BE49-F238E27FC236}">
                            <a16:creationId xmlns:a16="http://schemas.microsoft.com/office/drawing/2014/main" id="{3C733AF9-3C7B-0883-57E5-D9AAE0DA116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7404" y="184401"/>
                        <a:ext cx="6889750" cy="7429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53"/>
          <p:cNvGrpSpPr/>
          <p:nvPr/>
        </p:nvGrpSpPr>
        <p:grpSpPr bwMode="auto">
          <a:xfrm>
            <a:off x="1979980" y="2065826"/>
            <a:ext cx="4433888" cy="463549"/>
            <a:chOff x="662" y="1331"/>
            <a:chExt cx="2793" cy="292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393" y="1332"/>
              <a:ext cx="2062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的三阶极点，  </a:t>
              </a:r>
            </a:p>
          </p:txBody>
        </p:sp>
        <p:graphicFrame>
          <p:nvGraphicFramePr>
            <p:cNvPr id="8" name="Object 7"/>
            <p:cNvGraphicFramePr/>
            <p:nvPr/>
          </p:nvGraphicFramePr>
          <p:xfrm>
            <a:off x="1001" y="1378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63600" imgH="393700" progId="Equation.3">
                    <p:embed/>
                  </p:oleObj>
                </mc:Choice>
                <mc:Fallback>
                  <p:oleObj name="公式" r:id="rId3" imgW="863600" imgH="393700" progId="Equation.3">
                    <p:embed/>
                    <p:pic>
                      <p:nvPicPr>
                        <p:cNvPr id="8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1" y="1378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8"/>
            <p:cNvGraphicFramePr/>
            <p:nvPr/>
          </p:nvGraphicFramePr>
          <p:xfrm>
            <a:off x="1660" y="1360"/>
            <a:ext cx="44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927100" imgH="495300" progId="Equation.3">
                    <p:embed/>
                  </p:oleObj>
                </mc:Choice>
                <mc:Fallback>
                  <p:oleObj name="公式" r:id="rId5" imgW="927100" imgH="495300" progId="Equation.3">
                    <p:embed/>
                    <p:pic>
                      <p:nvPicPr>
                        <p:cNvPr id="9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60" y="1360"/>
                          <a:ext cx="440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0" name="Rectangle 13"/>
            <p:cNvSpPr>
              <a:spLocks noChangeArrowheads="1"/>
            </p:cNvSpPr>
            <p:nvPr/>
          </p:nvSpPr>
          <p:spPr bwMode="auto">
            <a:xfrm>
              <a:off x="662" y="1331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(1)  </a:t>
              </a:r>
            </a:p>
          </p:txBody>
        </p:sp>
      </p:grpSp>
      <p:grpSp>
        <p:nvGrpSpPr>
          <p:cNvPr id="11" name="Group 56"/>
          <p:cNvGrpSpPr/>
          <p:nvPr/>
        </p:nvGrpSpPr>
        <p:grpSpPr bwMode="auto">
          <a:xfrm>
            <a:off x="2053114" y="3801120"/>
            <a:ext cx="4251325" cy="461962"/>
            <a:chOff x="660" y="2355"/>
            <a:chExt cx="2678" cy="291"/>
          </a:xfrm>
        </p:grpSpPr>
        <p:sp>
          <p:nvSpPr>
            <p:cNvPr id="12" name="Rectangle 15"/>
            <p:cNvSpPr>
              <a:spLocks noChangeArrowheads="1"/>
            </p:cNvSpPr>
            <p:nvPr/>
          </p:nvSpPr>
          <p:spPr bwMode="auto">
            <a:xfrm>
              <a:off x="1391" y="2356"/>
              <a:ext cx="19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          的二阶极点，</a:t>
              </a:r>
            </a:p>
          </p:txBody>
        </p:sp>
        <p:graphicFrame>
          <p:nvGraphicFramePr>
            <p:cNvPr id="13" name="Object 16"/>
            <p:cNvGraphicFramePr/>
            <p:nvPr/>
          </p:nvGraphicFramePr>
          <p:xfrm>
            <a:off x="1002" y="240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63600" imgH="393700" progId="Equation.3">
                    <p:embed/>
                  </p:oleObj>
                </mc:Choice>
                <mc:Fallback>
                  <p:oleObj name="公式" r:id="rId3" imgW="863600" imgH="393700" progId="Equation.3">
                    <p:embed/>
                    <p:pic>
                      <p:nvPicPr>
                        <p:cNvPr id="13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2" y="2402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7"/>
            <p:cNvGraphicFramePr/>
            <p:nvPr/>
          </p:nvGraphicFramePr>
          <p:xfrm>
            <a:off x="1642" y="2378"/>
            <a:ext cx="448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952500" imgH="495300" progId="Equation.3">
                    <p:embed/>
                  </p:oleObj>
                </mc:Choice>
                <mc:Fallback>
                  <p:oleObj name="公式" r:id="rId8" imgW="952500" imgH="495300" progId="Equation.3">
                    <p:embed/>
                    <p:pic>
                      <p:nvPicPr>
                        <p:cNvPr id="14" name="Object 1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42" y="2378"/>
                          <a:ext cx="448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Rectangle 18"/>
            <p:cNvSpPr>
              <a:spLocks noChangeArrowheads="1"/>
            </p:cNvSpPr>
            <p:nvPr/>
          </p:nvSpPr>
          <p:spPr bwMode="auto">
            <a:xfrm>
              <a:off x="660" y="2355"/>
              <a:ext cx="43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(2)  </a:t>
              </a:r>
            </a:p>
          </p:txBody>
        </p:sp>
      </p:grpSp>
      <p:grpSp>
        <p:nvGrpSpPr>
          <p:cNvPr id="16" name="Group 54"/>
          <p:cNvGrpSpPr/>
          <p:nvPr/>
        </p:nvGrpSpPr>
        <p:grpSpPr bwMode="auto">
          <a:xfrm>
            <a:off x="3432200" y="2785366"/>
            <a:ext cx="3952874" cy="800100"/>
            <a:chOff x="1344" y="1716"/>
            <a:chExt cx="2490" cy="504"/>
          </a:xfrm>
        </p:grpSpPr>
        <p:graphicFrame>
          <p:nvGraphicFramePr>
            <p:cNvPr id="17" name="Object 25"/>
            <p:cNvGraphicFramePr/>
            <p:nvPr>
              <p:extLst>
                <p:ext uri="{D42A27DB-BD31-4B8C-83A1-F6EECF244321}">
                  <p14:modId xmlns:p14="http://schemas.microsoft.com/office/powerpoint/2010/main" val="4201871843"/>
                </p:ext>
              </p:extLst>
            </p:nvPr>
          </p:nvGraphicFramePr>
          <p:xfrm>
            <a:off x="1344" y="1809"/>
            <a:ext cx="816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622080" imgH="279360" progId="Equation.DSMT4">
                    <p:embed/>
                  </p:oleObj>
                </mc:Choice>
                <mc:Fallback>
                  <p:oleObj name="Equation" r:id="rId10" imgW="622080" imgH="279360" progId="Equation.DSMT4">
                    <p:embed/>
                    <p:pic>
                      <p:nvPicPr>
                        <p:cNvPr id="17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44" y="1809"/>
                          <a:ext cx="816" cy="36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" name="Group 30"/>
            <p:cNvGrpSpPr/>
            <p:nvPr/>
          </p:nvGrpSpPr>
          <p:grpSpPr bwMode="auto">
            <a:xfrm>
              <a:off x="2160" y="1716"/>
              <a:ext cx="1674" cy="504"/>
              <a:chOff x="3624" y="1422"/>
              <a:chExt cx="1674" cy="504"/>
            </a:xfrm>
          </p:grpSpPr>
          <p:graphicFrame>
            <p:nvGraphicFramePr>
              <p:cNvPr id="20" name="Object 27"/>
              <p:cNvGraphicFramePr/>
              <p:nvPr/>
            </p:nvGraphicFramePr>
            <p:xfrm>
              <a:off x="3624" y="1426"/>
              <a:ext cx="1648" cy="4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3492500" imgH="1054100" progId="Equation.3">
                      <p:embed/>
                    </p:oleObj>
                  </mc:Choice>
                  <mc:Fallback>
                    <p:oleObj name="公式" r:id="rId12" imgW="3492500" imgH="1054100" progId="Equation.3">
                      <p:embed/>
                      <p:pic>
                        <p:nvPicPr>
                          <p:cNvPr id="20" name="Object 27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24" y="1426"/>
                            <a:ext cx="1648" cy="49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28"/>
              <p:cNvGraphicFramePr/>
              <p:nvPr/>
            </p:nvGraphicFramePr>
            <p:xfrm>
              <a:off x="4411" y="1422"/>
              <a:ext cx="720" cy="50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4" imgW="1524000" imgH="1066800" progId="Equation.3">
                      <p:embed/>
                    </p:oleObj>
                  </mc:Choice>
                  <mc:Fallback>
                    <p:oleObj name="公式" r:id="rId14" imgW="1524000" imgH="1066800" progId="Equation.3">
                      <p:embed/>
                      <p:pic>
                        <p:nvPicPr>
                          <p:cNvPr id="21" name="Object 28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11" y="1422"/>
                            <a:ext cx="720" cy="50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29"/>
              <p:cNvGraphicFramePr>
                <a:graphicFrameLocks noChangeAspect="1"/>
              </p:cNvGraphicFramePr>
              <p:nvPr/>
            </p:nvGraphicFramePr>
            <p:xfrm>
              <a:off x="5238" y="1443"/>
              <a:ext cx="60" cy="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16" imgW="95250" imgH="85725" progId="Paint.Picture">
                      <p:embed/>
                    </p:oleObj>
                  </mc:Choice>
                  <mc:Fallback>
                    <p:oleObj name="位图图像" r:id="rId16" imgW="95250" imgH="85725" progId="Paint.Picture">
                      <p:embed/>
                      <p:pic>
                        <p:nvPicPr>
                          <p:cNvPr id="22" name="Object 2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38" y="1443"/>
                            <a:ext cx="60" cy="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23" name="Group 55"/>
          <p:cNvGrpSpPr/>
          <p:nvPr/>
        </p:nvGrpSpPr>
        <p:grpSpPr bwMode="auto">
          <a:xfrm>
            <a:off x="7393014" y="2759966"/>
            <a:ext cx="1717675" cy="787400"/>
            <a:chOff x="3839" y="1700"/>
            <a:chExt cx="1082" cy="496"/>
          </a:xfrm>
        </p:grpSpPr>
        <p:graphicFrame>
          <p:nvGraphicFramePr>
            <p:cNvPr id="24" name="Object 31"/>
            <p:cNvGraphicFramePr/>
            <p:nvPr/>
          </p:nvGraphicFramePr>
          <p:xfrm>
            <a:off x="3839" y="1700"/>
            <a:ext cx="83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765300" imgH="1054100" progId="Equation.3">
                    <p:embed/>
                  </p:oleObj>
                </mc:Choice>
                <mc:Fallback>
                  <p:oleObj name="公式" r:id="rId18" imgW="1765300" imgH="1054100" progId="Equation.3">
                    <p:embed/>
                    <p:pic>
                      <p:nvPicPr>
                        <p:cNvPr id="24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39" y="1700"/>
                          <a:ext cx="832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2"/>
            <p:cNvGraphicFramePr/>
            <p:nvPr/>
          </p:nvGraphicFramePr>
          <p:xfrm>
            <a:off x="4689" y="1930"/>
            <a:ext cx="232" cy="24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495300" imgH="520700" progId="Equation.3">
                    <p:embed/>
                  </p:oleObj>
                </mc:Choice>
                <mc:Fallback>
                  <p:oleObj name="公式" r:id="rId20" imgW="495300" imgH="520700" progId="Equation.3">
                    <p:embed/>
                    <p:pic>
                      <p:nvPicPr>
                        <p:cNvPr id="25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89" y="1930"/>
                          <a:ext cx="232" cy="24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" name="Object 33"/>
          <p:cNvGraphicFramePr/>
          <p:nvPr/>
        </p:nvGraphicFramePr>
        <p:xfrm>
          <a:off x="9082113" y="2756791"/>
          <a:ext cx="876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168400" imgH="965200" progId="Equation.3">
                  <p:embed/>
                </p:oleObj>
              </mc:Choice>
              <mc:Fallback>
                <p:oleObj name="公式" r:id="rId22" imgW="1168400" imgH="965200" progId="Equation.3">
                  <p:embed/>
                  <p:pic>
                    <p:nvPicPr>
                      <p:cNvPr id="26" name="Object 3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82113" y="2756791"/>
                        <a:ext cx="876300" cy="723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" name="Group 57"/>
          <p:cNvGrpSpPr/>
          <p:nvPr/>
        </p:nvGrpSpPr>
        <p:grpSpPr bwMode="auto">
          <a:xfrm>
            <a:off x="3612383" y="4488290"/>
            <a:ext cx="3843338" cy="806450"/>
            <a:chOff x="1411" y="2756"/>
            <a:chExt cx="2421" cy="508"/>
          </a:xfrm>
        </p:grpSpPr>
        <p:graphicFrame>
          <p:nvGraphicFramePr>
            <p:cNvPr id="28" name="Object 5"/>
            <p:cNvGraphicFramePr/>
            <p:nvPr>
              <p:extLst>
                <p:ext uri="{D42A27DB-BD31-4B8C-83A1-F6EECF244321}">
                  <p14:modId xmlns:p14="http://schemas.microsoft.com/office/powerpoint/2010/main" val="3171917962"/>
                </p:ext>
              </p:extLst>
            </p:nvPr>
          </p:nvGraphicFramePr>
          <p:xfrm>
            <a:off x="1411" y="2855"/>
            <a:ext cx="770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634680" imgH="279360" progId="Equation.DSMT4">
                    <p:embed/>
                  </p:oleObj>
                </mc:Choice>
                <mc:Fallback>
                  <p:oleObj name="Equation" r:id="rId24" imgW="634680" imgH="279360" progId="Equation.DSMT4">
                    <p:embed/>
                    <p:pic>
                      <p:nvPicPr>
                        <p:cNvPr id="28" name="Object 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11" y="2855"/>
                          <a:ext cx="770" cy="36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" name="Object 35"/>
            <p:cNvGraphicFramePr/>
            <p:nvPr/>
          </p:nvGraphicFramePr>
          <p:xfrm>
            <a:off x="2192" y="2768"/>
            <a:ext cx="1640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3467100" imgH="1054100" progId="Equation.3">
                    <p:embed/>
                  </p:oleObj>
                </mc:Choice>
                <mc:Fallback>
                  <p:oleObj name="公式" r:id="rId26" imgW="3467100" imgH="1054100" progId="Equation.3">
                    <p:embed/>
                    <p:pic>
                      <p:nvPicPr>
                        <p:cNvPr id="29" name="Object 3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2" y="2768"/>
                          <a:ext cx="1640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38"/>
            <p:cNvGraphicFramePr/>
            <p:nvPr/>
          </p:nvGraphicFramePr>
          <p:xfrm>
            <a:off x="2983" y="2756"/>
            <a:ext cx="70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8" imgW="1485900" imgH="1066800" progId="Equation.3">
                    <p:embed/>
                  </p:oleObj>
                </mc:Choice>
                <mc:Fallback>
                  <p:oleObj name="公式" r:id="rId28" imgW="1485900" imgH="1066800" progId="Equation.3">
                    <p:embed/>
                    <p:pic>
                      <p:nvPicPr>
                        <p:cNvPr id="30" name="Object 3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83" y="2756"/>
                          <a:ext cx="704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" name="Object 39"/>
            <p:cNvGraphicFramePr>
              <a:graphicFrameLocks noChangeAspect="1"/>
            </p:cNvGraphicFramePr>
            <p:nvPr/>
          </p:nvGraphicFramePr>
          <p:xfrm>
            <a:off x="3801" y="2793"/>
            <a:ext cx="30" cy="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30" imgW="47625" imgH="85725" progId="Paint.Picture">
                    <p:embed/>
                  </p:oleObj>
                </mc:Choice>
                <mc:Fallback>
                  <p:oleObj name="位图图像" r:id="rId30" imgW="47625" imgH="85725" progId="Paint.Picture">
                    <p:embed/>
                    <p:pic>
                      <p:nvPicPr>
                        <p:cNvPr id="32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1" y="2793"/>
                          <a:ext cx="30" cy="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3" name="Object 40"/>
          <p:cNvGraphicFramePr/>
          <p:nvPr/>
        </p:nvGraphicFramePr>
        <p:xfrm>
          <a:off x="4918101" y="5628493"/>
          <a:ext cx="24749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2" imgW="3302000" imgH="1066800" progId="Equation.3">
                  <p:embed/>
                </p:oleObj>
              </mc:Choice>
              <mc:Fallback>
                <p:oleObj name="公式" r:id="rId32" imgW="3302000" imgH="1066800" progId="Equation.3">
                  <p:embed/>
                  <p:pic>
                    <p:nvPicPr>
                      <p:cNvPr id="33" name="Object 4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18101" y="5628493"/>
                        <a:ext cx="2474913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Object 42"/>
          <p:cNvGraphicFramePr/>
          <p:nvPr/>
        </p:nvGraphicFramePr>
        <p:xfrm>
          <a:off x="9205145" y="5853918"/>
          <a:ext cx="533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4" imgW="711200" imgH="457200" progId="Equation.3">
                  <p:embed/>
                </p:oleObj>
              </mc:Choice>
              <mc:Fallback>
                <p:oleObj name="公式" r:id="rId34" imgW="711200" imgH="457200" progId="Equation.3">
                  <p:embed/>
                  <p:pic>
                    <p:nvPicPr>
                      <p:cNvPr id="34" name="Object 4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05145" y="5853918"/>
                        <a:ext cx="5334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5" name="Group 58"/>
          <p:cNvGrpSpPr/>
          <p:nvPr/>
        </p:nvGrpSpPr>
        <p:grpSpPr bwMode="auto">
          <a:xfrm>
            <a:off x="7541445" y="4491465"/>
            <a:ext cx="1843088" cy="787400"/>
            <a:chOff x="3886" y="2758"/>
            <a:chExt cx="1161" cy="496"/>
          </a:xfrm>
        </p:grpSpPr>
        <p:graphicFrame>
          <p:nvGraphicFramePr>
            <p:cNvPr id="36" name="Object 45"/>
            <p:cNvGraphicFramePr/>
            <p:nvPr/>
          </p:nvGraphicFramePr>
          <p:xfrm>
            <a:off x="3886" y="2768"/>
            <a:ext cx="1152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2438400" imgH="965200" progId="Equation.3">
                    <p:embed/>
                  </p:oleObj>
                </mc:Choice>
                <mc:Fallback>
                  <p:oleObj name="公式" r:id="rId36" imgW="2438400" imgH="965200" progId="Equation.3">
                    <p:embed/>
                    <p:pic>
                      <p:nvPicPr>
                        <p:cNvPr id="36" name="Object 4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86" y="2768"/>
                          <a:ext cx="1152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7" name="Object 46"/>
            <p:cNvGraphicFramePr/>
            <p:nvPr/>
          </p:nvGraphicFramePr>
          <p:xfrm>
            <a:off x="4437" y="2758"/>
            <a:ext cx="456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8" imgW="965200" imgH="1054100" progId="Equation.3">
                    <p:embed/>
                  </p:oleObj>
                </mc:Choice>
                <mc:Fallback>
                  <p:oleObj name="公式" r:id="rId38" imgW="965200" imgH="1054100" progId="Equation.3">
                    <p:embed/>
                    <p:pic>
                      <p:nvPicPr>
                        <p:cNvPr id="37" name="Object 4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7" y="2758"/>
                          <a:ext cx="456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8" name="Object 47"/>
            <p:cNvGraphicFramePr>
              <a:graphicFrameLocks noChangeAspect="1"/>
            </p:cNvGraphicFramePr>
            <p:nvPr/>
          </p:nvGraphicFramePr>
          <p:xfrm>
            <a:off x="5017" y="2791"/>
            <a:ext cx="30" cy="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40" imgW="47625" imgH="85725" progId="Paint.Picture">
                    <p:embed/>
                  </p:oleObj>
                </mc:Choice>
                <mc:Fallback>
                  <p:oleObj name="位图图像" r:id="rId40" imgW="47625" imgH="85725" progId="Paint.Picture">
                    <p:embed/>
                    <p:pic>
                      <p:nvPicPr>
                        <p:cNvPr id="38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17" y="2791"/>
                          <a:ext cx="30" cy="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9" name="Group 59"/>
          <p:cNvGrpSpPr/>
          <p:nvPr/>
        </p:nvGrpSpPr>
        <p:grpSpPr bwMode="auto">
          <a:xfrm>
            <a:off x="7454133" y="5641193"/>
            <a:ext cx="1736725" cy="787400"/>
            <a:chOff x="576" y="3536"/>
            <a:chExt cx="1094" cy="496"/>
          </a:xfrm>
        </p:grpSpPr>
        <p:sp>
          <p:nvSpPr>
            <p:cNvPr id="40" name="Rectangle 49"/>
            <p:cNvSpPr>
              <a:spLocks noChangeArrowheads="1"/>
            </p:cNvSpPr>
            <p:nvPr/>
          </p:nvSpPr>
          <p:spPr bwMode="auto">
            <a:xfrm>
              <a:off x="576" y="3667"/>
              <a:ext cx="984" cy="2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" name="Object 41"/>
            <p:cNvGraphicFramePr/>
            <p:nvPr/>
          </p:nvGraphicFramePr>
          <p:xfrm>
            <a:off x="614" y="3536"/>
            <a:ext cx="1056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1" imgW="2235200" imgH="1054100" progId="Equation.3">
                    <p:embed/>
                  </p:oleObj>
                </mc:Choice>
                <mc:Fallback>
                  <p:oleObj name="公式" r:id="rId41" imgW="2235200" imgH="1054100" progId="Equation.3">
                    <p:embed/>
                    <p:pic>
                      <p:nvPicPr>
                        <p:cNvPr id="41" name="Object 4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14" y="3536"/>
                          <a:ext cx="1056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3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44" name="对象 43"/>
          <p:cNvGraphicFramePr>
            <a:graphicFrameLocks noChangeAspect="1"/>
          </p:cNvGraphicFramePr>
          <p:nvPr/>
        </p:nvGraphicFramePr>
        <p:xfrm>
          <a:off x="1269803" y="1140605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6400800" imgH="4572000" progId="Equation.DSMT4">
                  <p:embed/>
                </p:oleObj>
              </mc:Choice>
              <mc:Fallback>
                <p:oleObj name="Equation" r:id="rId43" imgW="6400800" imgH="4572000" progId="Equation.DSMT4">
                  <p:embed/>
                  <p:pic>
                    <p:nvPicPr>
                      <p:cNvPr id="44" name="对象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1140605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" name="对象 44"/>
          <p:cNvGraphicFramePr>
            <a:graphicFrameLocks noChangeAspect="1"/>
          </p:cNvGraphicFramePr>
          <p:nvPr/>
        </p:nvGraphicFramePr>
        <p:xfrm>
          <a:off x="1994718" y="952267"/>
          <a:ext cx="85629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96316800" imgH="10058400" progId="Equation.DSMT4">
                  <p:embed/>
                </p:oleObj>
              </mc:Choice>
              <mc:Fallback>
                <p:oleObj name="Equation" r:id="rId45" imgW="96316800" imgH="10058400" progId="Equation.DSMT4">
                  <p:embed/>
                  <p:pic>
                    <p:nvPicPr>
                      <p:cNvPr id="45" name="对象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4718" y="952267"/>
                        <a:ext cx="85629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6" name="Text Box 15"/>
          <p:cNvSpPr txBox="1">
            <a:spLocks noChangeArrowheads="1"/>
          </p:cNvSpPr>
          <p:nvPr/>
        </p:nvSpPr>
        <p:spPr bwMode="auto">
          <a:xfrm>
            <a:off x="1227614" y="1898650"/>
            <a:ext cx="853119" cy="4770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5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5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20267470-4FBC-C1F5-A977-8724DB909D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5047538"/>
              </p:ext>
            </p:extLst>
          </p:nvPr>
        </p:nvGraphicFramePr>
        <p:xfrm>
          <a:off x="4852221" y="221704"/>
          <a:ext cx="6889750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6890194" imgH="742347" progId="Equation.DSMT4">
                  <p:embed/>
                </p:oleObj>
              </mc:Choice>
              <mc:Fallback>
                <p:oleObj name="Equation" r:id="rId47" imgW="6890194" imgH="74234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8"/>
                      <a:stretch>
                        <a:fillRect/>
                      </a:stretch>
                    </p:blipFill>
                    <p:spPr>
                      <a:xfrm>
                        <a:off x="4852221" y="221704"/>
                        <a:ext cx="6889750" cy="74295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5" name="Group 98"/>
          <p:cNvGrpSpPr/>
          <p:nvPr/>
        </p:nvGrpSpPr>
        <p:grpSpPr bwMode="auto">
          <a:xfrm>
            <a:off x="2704899" y="2893970"/>
            <a:ext cx="3811587" cy="611188"/>
            <a:chOff x="1195" y="2087"/>
            <a:chExt cx="2401" cy="385"/>
          </a:xfrm>
        </p:grpSpPr>
        <p:graphicFrame>
          <p:nvGraphicFramePr>
            <p:cNvPr id="26" name="Object 83"/>
            <p:cNvGraphicFramePr/>
            <p:nvPr/>
          </p:nvGraphicFramePr>
          <p:xfrm>
            <a:off x="1940" y="2118"/>
            <a:ext cx="165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3505200" imgH="723900" progId="Equation.3">
                    <p:embed/>
                  </p:oleObj>
                </mc:Choice>
                <mc:Fallback>
                  <p:oleObj name="公式" r:id="rId3" imgW="3505200" imgH="723900" progId="Equation.3">
                    <p:embed/>
                    <p:pic>
                      <p:nvPicPr>
                        <p:cNvPr id="26" name="Object 8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0" y="2118"/>
                          <a:ext cx="1656" cy="3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60"/>
            <p:cNvGraphicFramePr/>
            <p:nvPr>
              <p:extLst>
                <p:ext uri="{D42A27DB-BD31-4B8C-83A1-F6EECF244321}">
                  <p14:modId xmlns:p14="http://schemas.microsoft.com/office/powerpoint/2010/main" val="1094692503"/>
                </p:ext>
              </p:extLst>
            </p:nvPr>
          </p:nvGraphicFramePr>
          <p:xfrm>
            <a:off x="1195" y="2087"/>
            <a:ext cx="737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596880" imgH="291960" progId="Equation.DSMT4">
                    <p:embed/>
                  </p:oleObj>
                </mc:Choice>
                <mc:Fallback>
                  <p:oleObj name="Equation" r:id="rId5" imgW="596880" imgH="291960" progId="Equation.DSMT4">
                    <p:embed/>
                    <p:pic>
                      <p:nvPicPr>
                        <p:cNvPr id="27" name="Object 6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95" y="2087"/>
                          <a:ext cx="737" cy="38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8" name="Group 99"/>
          <p:cNvGrpSpPr/>
          <p:nvPr/>
        </p:nvGrpSpPr>
        <p:grpSpPr bwMode="auto">
          <a:xfrm>
            <a:off x="7624560" y="3821069"/>
            <a:ext cx="1346200" cy="400050"/>
            <a:chOff x="4294" y="2671"/>
            <a:chExt cx="848" cy="252"/>
          </a:xfrm>
        </p:grpSpPr>
        <p:graphicFrame>
          <p:nvGraphicFramePr>
            <p:cNvPr id="29" name="Object 85"/>
            <p:cNvGraphicFramePr/>
            <p:nvPr/>
          </p:nvGraphicFramePr>
          <p:xfrm>
            <a:off x="4294" y="2720"/>
            <a:ext cx="264" cy="1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558800" imgH="368300" progId="Equation.3">
                    <p:embed/>
                  </p:oleObj>
                </mc:Choice>
                <mc:Fallback>
                  <p:oleObj name="公式" r:id="rId7" imgW="558800" imgH="368300" progId="Equation.3">
                    <p:embed/>
                    <p:pic>
                      <p:nvPicPr>
                        <p:cNvPr id="29" name="Object 8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94" y="2720"/>
                          <a:ext cx="264" cy="17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Rectangle 97"/>
            <p:cNvSpPr>
              <a:spLocks noChangeArrowheads="1"/>
            </p:cNvSpPr>
            <p:nvPr/>
          </p:nvSpPr>
          <p:spPr bwMode="auto">
            <a:xfrm>
              <a:off x="4515" y="2671"/>
              <a:ext cx="62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麻烦</a:t>
              </a:r>
              <a:r>
                <a:rPr kumimoji="1" lang="en-US" altLang="zh-CN" sz="20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  </a:t>
              </a:r>
            </a:p>
          </p:txBody>
        </p:sp>
      </p:grpSp>
      <p:graphicFrame>
        <p:nvGraphicFramePr>
          <p:cNvPr id="32" name="Object 84"/>
          <p:cNvGraphicFramePr/>
          <p:nvPr/>
        </p:nvGraphicFramePr>
        <p:xfrm>
          <a:off x="3881236" y="3609930"/>
          <a:ext cx="3683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4914900" imgH="1155700" progId="Equation.3">
                  <p:embed/>
                </p:oleObj>
              </mc:Choice>
              <mc:Fallback>
                <p:oleObj name="公式" r:id="rId9" imgW="4914900" imgH="1155700" progId="Equation.3">
                  <p:embed/>
                  <p:pic>
                    <p:nvPicPr>
                      <p:cNvPr id="32" name="Object 8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236" y="3609930"/>
                        <a:ext cx="3683000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Rectangle 86"/>
          <p:cNvSpPr>
            <a:spLocks noChangeArrowheads="1"/>
          </p:cNvSpPr>
          <p:nvPr/>
        </p:nvSpPr>
        <p:spPr bwMode="auto">
          <a:xfrm>
            <a:off x="3879649" y="2918314"/>
            <a:ext cx="5038725" cy="154305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CN" altLang="zh-CN" sz="24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34" name="Group 89"/>
          <p:cNvGrpSpPr/>
          <p:nvPr/>
        </p:nvGrpSpPr>
        <p:grpSpPr bwMode="auto">
          <a:xfrm>
            <a:off x="1847528" y="1921672"/>
            <a:ext cx="3724275" cy="461963"/>
            <a:chOff x="655" y="1002"/>
            <a:chExt cx="2346" cy="291"/>
          </a:xfrm>
        </p:grpSpPr>
        <p:sp>
          <p:nvSpPr>
            <p:cNvPr id="35" name="Rectangle 4"/>
            <p:cNvSpPr>
              <a:spLocks noChangeArrowheads="1"/>
            </p:cNvSpPr>
            <p:nvPr/>
          </p:nvSpPr>
          <p:spPr bwMode="auto">
            <a:xfrm>
              <a:off x="655" y="1002"/>
              <a:ext cx="2346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         有四个单极点， </a:t>
              </a:r>
            </a:p>
          </p:txBody>
        </p:sp>
        <p:graphicFrame>
          <p:nvGraphicFramePr>
            <p:cNvPr id="37" name="Object 8"/>
            <p:cNvGraphicFramePr/>
            <p:nvPr/>
          </p:nvGraphicFramePr>
          <p:xfrm>
            <a:off x="1110" y="1038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850900" imgH="457200" progId="Equation.3">
                    <p:embed/>
                  </p:oleObj>
                </mc:Choice>
                <mc:Fallback>
                  <p:oleObj name="公式" r:id="rId11" imgW="850900" imgH="457200" progId="Equation.3">
                    <p:embed/>
                    <p:pic>
                      <p:nvPicPr>
                        <p:cNvPr id="37" name="Object 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0" y="1038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8" name="Group 87"/>
          <p:cNvGrpSpPr/>
          <p:nvPr/>
        </p:nvGrpSpPr>
        <p:grpSpPr bwMode="auto">
          <a:xfrm>
            <a:off x="9721818" y="2653189"/>
            <a:ext cx="1638300" cy="1457325"/>
            <a:chOff x="4542" y="529"/>
            <a:chExt cx="1032" cy="918"/>
          </a:xfrm>
        </p:grpSpPr>
        <p:grpSp>
          <p:nvGrpSpPr>
            <p:cNvPr id="39" name="Group 52"/>
            <p:cNvGrpSpPr/>
            <p:nvPr/>
          </p:nvGrpSpPr>
          <p:grpSpPr bwMode="auto">
            <a:xfrm>
              <a:off x="4542" y="529"/>
              <a:ext cx="1032" cy="918"/>
              <a:chOff x="4038" y="565"/>
              <a:chExt cx="1464" cy="1266"/>
            </a:xfrm>
          </p:grpSpPr>
          <p:sp>
            <p:nvSpPr>
              <p:cNvPr id="49" name="Line 37"/>
              <p:cNvSpPr>
                <a:spLocks noChangeShapeType="1"/>
              </p:cNvSpPr>
              <p:nvPr/>
            </p:nvSpPr>
            <p:spPr bwMode="auto">
              <a:xfrm>
                <a:off x="4038" y="1218"/>
                <a:ext cx="1464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50" name="Line 38"/>
              <p:cNvSpPr>
                <a:spLocks noChangeShapeType="1"/>
              </p:cNvSpPr>
              <p:nvPr/>
            </p:nvSpPr>
            <p:spPr bwMode="auto">
              <a:xfrm rot="-5400000">
                <a:off x="4114" y="1198"/>
                <a:ext cx="1266" cy="0"/>
              </a:xfrm>
              <a:prstGeom prst="line">
                <a:avLst/>
              </a:prstGeom>
              <a:noFill/>
              <a:ln w="9525">
                <a:solidFill>
                  <a:srgbClr val="5F5F5F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40" name="Oval 40"/>
            <p:cNvSpPr>
              <a:spLocks noChangeAspect="1" noChangeArrowheads="1"/>
            </p:cNvSpPr>
            <p:nvPr/>
          </p:nvSpPr>
          <p:spPr bwMode="auto">
            <a:xfrm>
              <a:off x="4761" y="720"/>
              <a:ext cx="561" cy="562"/>
            </a:xfrm>
            <a:prstGeom prst="ellipse">
              <a:avLst/>
            </a:prstGeom>
            <a:noFill/>
            <a:ln w="12700" algn="ctr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1" name="Object 42"/>
            <p:cNvGraphicFramePr>
              <a:graphicFrameLocks noChangeAspect="1"/>
            </p:cNvGraphicFramePr>
            <p:nvPr/>
          </p:nvGraphicFramePr>
          <p:xfrm>
            <a:off x="5346" y="1025"/>
            <a:ext cx="83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15900" imgH="355600" progId="Equation.3">
                    <p:embed/>
                  </p:oleObj>
                </mc:Choice>
                <mc:Fallback>
                  <p:oleObj name="公式" r:id="rId13" imgW="215900" imgH="355600" progId="Equation.3">
                    <p:embed/>
                    <p:pic>
                      <p:nvPicPr>
                        <p:cNvPr id="41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46" y="1025"/>
                          <a:ext cx="83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Line 54"/>
            <p:cNvSpPr>
              <a:spLocks noChangeShapeType="1"/>
            </p:cNvSpPr>
            <p:nvPr/>
          </p:nvSpPr>
          <p:spPr bwMode="auto">
            <a:xfrm rot="-2694382">
              <a:off x="4772" y="992"/>
              <a:ext cx="561" cy="0"/>
            </a:xfrm>
            <a:prstGeom prst="line">
              <a:avLst/>
            </a:prstGeom>
            <a:noFill/>
            <a:ln w="12700">
              <a:solidFill>
                <a:srgbClr val="339933"/>
              </a:solidFill>
              <a:prstDash val="dash"/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3" name="Line 55"/>
            <p:cNvSpPr>
              <a:spLocks noChangeShapeType="1"/>
            </p:cNvSpPr>
            <p:nvPr/>
          </p:nvSpPr>
          <p:spPr bwMode="auto">
            <a:xfrm rot="-8094382">
              <a:off x="4757" y="998"/>
              <a:ext cx="566" cy="0"/>
            </a:xfrm>
            <a:prstGeom prst="line">
              <a:avLst/>
            </a:prstGeom>
            <a:noFill/>
            <a:ln w="12700">
              <a:solidFill>
                <a:srgbClr val="339933"/>
              </a:solidFill>
              <a:prstDash val="dash"/>
              <a:round/>
              <a:tailEnd type="non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Oval 49"/>
            <p:cNvSpPr>
              <a:spLocks noChangeAspect="1" noChangeArrowheads="1"/>
            </p:cNvSpPr>
            <p:nvPr/>
          </p:nvSpPr>
          <p:spPr bwMode="auto">
            <a:xfrm>
              <a:off x="5221" y="785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Oval 48"/>
            <p:cNvSpPr>
              <a:spLocks noChangeAspect="1" noChangeArrowheads="1"/>
            </p:cNvSpPr>
            <p:nvPr/>
          </p:nvSpPr>
          <p:spPr bwMode="auto">
            <a:xfrm>
              <a:off x="5223" y="1186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Oval 46"/>
            <p:cNvSpPr>
              <a:spLocks noChangeAspect="1" noChangeArrowheads="1"/>
            </p:cNvSpPr>
            <p:nvPr/>
          </p:nvSpPr>
          <p:spPr bwMode="auto">
            <a:xfrm>
              <a:off x="4824" y="1183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Oval 47"/>
            <p:cNvSpPr>
              <a:spLocks noChangeAspect="1" noChangeArrowheads="1"/>
            </p:cNvSpPr>
            <p:nvPr/>
          </p:nvSpPr>
          <p:spPr bwMode="auto">
            <a:xfrm>
              <a:off x="4829" y="783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8" name="Object 56"/>
            <p:cNvGraphicFramePr>
              <a:graphicFrameLocks noChangeAspect="1"/>
            </p:cNvGraphicFramePr>
            <p:nvPr/>
          </p:nvGraphicFramePr>
          <p:xfrm>
            <a:off x="4576" y="1028"/>
            <a:ext cx="179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469900" imgH="457200" progId="Equation.3">
                    <p:embed/>
                  </p:oleObj>
                </mc:Choice>
                <mc:Fallback>
                  <p:oleObj name="公式" r:id="rId15" imgW="469900" imgH="457200" progId="Equation.3">
                    <p:embed/>
                    <p:pic>
                      <p:nvPicPr>
                        <p:cNvPr id="48" name="Object 5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6" y="1028"/>
                          <a:ext cx="179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52" name="Object 7"/>
          <p:cNvGraphicFramePr/>
          <p:nvPr>
            <p:extLst>
              <p:ext uri="{D42A27DB-BD31-4B8C-83A1-F6EECF244321}">
                <p14:modId xmlns:p14="http://schemas.microsoft.com/office/powerpoint/2010/main" val="3768930757"/>
              </p:ext>
            </p:extLst>
          </p:nvPr>
        </p:nvGraphicFramePr>
        <p:xfrm>
          <a:off x="5259899" y="1698902"/>
          <a:ext cx="4809582" cy="6730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2387520" imgH="342720" progId="Equation.DSMT4">
                  <p:embed/>
                </p:oleObj>
              </mc:Choice>
              <mc:Fallback>
                <p:oleObj name="Equation" r:id="rId17" imgW="2387520" imgH="342720" progId="Equation.DSMT4">
                  <p:embed/>
                  <p:pic>
                    <p:nvPicPr>
                      <p:cNvPr id="52" name="Object 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9899" y="1698902"/>
                        <a:ext cx="4809582" cy="6730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6" name="Group 92"/>
          <p:cNvGrpSpPr/>
          <p:nvPr/>
        </p:nvGrpSpPr>
        <p:grpSpPr bwMode="auto">
          <a:xfrm>
            <a:off x="3879649" y="2690768"/>
            <a:ext cx="1962150" cy="952500"/>
            <a:chOff x="1935" y="1952"/>
            <a:chExt cx="1236" cy="600"/>
          </a:xfrm>
        </p:grpSpPr>
        <p:graphicFrame>
          <p:nvGraphicFramePr>
            <p:cNvPr id="58" name="Object 68"/>
            <p:cNvGraphicFramePr/>
            <p:nvPr/>
          </p:nvGraphicFramePr>
          <p:xfrm>
            <a:off x="1935" y="1952"/>
            <a:ext cx="944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993900" imgH="1206500" progId="Equation.3">
                    <p:embed/>
                  </p:oleObj>
                </mc:Choice>
                <mc:Fallback>
                  <p:oleObj name="公式" r:id="rId19" imgW="1993900" imgH="1206500" progId="Equation.3">
                    <p:embed/>
                    <p:pic>
                      <p:nvPicPr>
                        <p:cNvPr id="58" name="Object 6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5" y="1952"/>
                          <a:ext cx="944" cy="5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9" name="Object 69"/>
            <p:cNvGraphicFramePr/>
            <p:nvPr/>
          </p:nvGraphicFramePr>
          <p:xfrm>
            <a:off x="2875" y="2264"/>
            <a:ext cx="29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622300" imgH="609600" progId="Equation.3">
                    <p:embed/>
                  </p:oleObj>
                </mc:Choice>
                <mc:Fallback>
                  <p:oleObj name="公式" r:id="rId21" imgW="622300" imgH="609600" progId="Equation.3">
                    <p:embed/>
                    <p:pic>
                      <p:nvPicPr>
                        <p:cNvPr id="59" name="Object 6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75" y="2264"/>
                          <a:ext cx="29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Group 93"/>
          <p:cNvGrpSpPr/>
          <p:nvPr/>
        </p:nvGrpSpPr>
        <p:grpSpPr bwMode="auto">
          <a:xfrm>
            <a:off x="5857674" y="2738394"/>
            <a:ext cx="1276350" cy="873125"/>
            <a:chOff x="3181" y="1982"/>
            <a:chExt cx="804" cy="550"/>
          </a:xfrm>
        </p:grpSpPr>
        <p:graphicFrame>
          <p:nvGraphicFramePr>
            <p:cNvPr id="61" name="Object 70"/>
            <p:cNvGraphicFramePr/>
            <p:nvPr/>
          </p:nvGraphicFramePr>
          <p:xfrm>
            <a:off x="3181" y="1982"/>
            <a:ext cx="51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079500" imgH="1117600" progId="Equation.3">
                    <p:embed/>
                  </p:oleObj>
                </mc:Choice>
                <mc:Fallback>
                  <p:oleObj name="公式" r:id="rId23" imgW="1079500" imgH="1117600" progId="Equation.3">
                    <p:embed/>
                    <p:pic>
                      <p:nvPicPr>
                        <p:cNvPr id="61" name="Object 7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81" y="1982"/>
                          <a:ext cx="512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2" name="Object 71"/>
            <p:cNvGraphicFramePr/>
            <p:nvPr/>
          </p:nvGraphicFramePr>
          <p:xfrm>
            <a:off x="3689" y="2244"/>
            <a:ext cx="29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622300" imgH="609600" progId="Equation.3">
                    <p:embed/>
                  </p:oleObj>
                </mc:Choice>
                <mc:Fallback>
                  <p:oleObj name="公式" r:id="rId25" imgW="622300" imgH="609600" progId="Equation.3">
                    <p:embed/>
                    <p:pic>
                      <p:nvPicPr>
                        <p:cNvPr id="62" name="Object 7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89" y="2244"/>
                          <a:ext cx="29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63" name="Object 72"/>
          <p:cNvGraphicFramePr/>
          <p:nvPr>
            <p:extLst>
              <p:ext uri="{D42A27DB-BD31-4B8C-83A1-F6EECF244321}">
                <p14:modId xmlns:p14="http://schemas.microsoft.com/office/powerpoint/2010/main" val="2012387189"/>
              </p:ext>
            </p:extLst>
          </p:nvPr>
        </p:nvGraphicFramePr>
        <p:xfrm>
          <a:off x="7099268" y="2665972"/>
          <a:ext cx="1098188" cy="9766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83920" imgH="419040" progId="Equation.DSMT4">
                  <p:embed/>
                </p:oleObj>
              </mc:Choice>
              <mc:Fallback>
                <p:oleObj name="Equation" r:id="rId27" imgW="583920" imgH="419040" progId="Equation.DSMT4">
                  <p:embed/>
                  <p:pic>
                    <p:nvPicPr>
                      <p:cNvPr id="63" name="Object 7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99268" y="2665972"/>
                        <a:ext cx="1098188" cy="97669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" name="Object 76"/>
          <p:cNvGraphicFramePr/>
          <p:nvPr>
            <p:extLst>
              <p:ext uri="{D42A27DB-BD31-4B8C-83A1-F6EECF244321}">
                <p14:modId xmlns:p14="http://schemas.microsoft.com/office/powerpoint/2010/main" val="3794103677"/>
              </p:ext>
            </p:extLst>
          </p:nvPr>
        </p:nvGraphicFramePr>
        <p:xfrm>
          <a:off x="5109268" y="4129620"/>
          <a:ext cx="1033782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520560" imgH="419040" progId="Equation.DSMT4">
                  <p:embed/>
                </p:oleObj>
              </mc:Choice>
              <mc:Fallback>
                <p:oleObj name="Equation" r:id="rId29" imgW="520560" imgH="419040" progId="Equation.DSMT4">
                  <p:embed/>
                  <p:pic>
                    <p:nvPicPr>
                      <p:cNvPr id="64" name="Object 7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9268" y="4129620"/>
                        <a:ext cx="1033782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5" name="Group 95"/>
          <p:cNvGrpSpPr/>
          <p:nvPr/>
        </p:nvGrpSpPr>
        <p:grpSpPr bwMode="auto">
          <a:xfrm>
            <a:off x="2718198" y="5368335"/>
            <a:ext cx="2339976" cy="958850"/>
            <a:chOff x="1202" y="3408"/>
            <a:chExt cx="1474" cy="604"/>
          </a:xfrm>
        </p:grpSpPr>
        <p:graphicFrame>
          <p:nvGraphicFramePr>
            <p:cNvPr id="66" name="Object 77"/>
            <p:cNvGraphicFramePr/>
            <p:nvPr>
              <p:extLst>
                <p:ext uri="{D42A27DB-BD31-4B8C-83A1-F6EECF244321}">
                  <p14:modId xmlns:p14="http://schemas.microsoft.com/office/powerpoint/2010/main" val="3792568643"/>
                </p:ext>
              </p:extLst>
            </p:nvPr>
          </p:nvGraphicFramePr>
          <p:xfrm>
            <a:off x="1202" y="3542"/>
            <a:ext cx="737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1" imgW="596880" imgH="304560" progId="Equation.DSMT4">
                    <p:embed/>
                  </p:oleObj>
                </mc:Choice>
                <mc:Fallback>
                  <p:oleObj name="Equation" r:id="rId31" imgW="596880" imgH="304560" progId="Equation.DSMT4">
                    <p:embed/>
                    <p:pic>
                      <p:nvPicPr>
                        <p:cNvPr id="66" name="Object 7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542"/>
                          <a:ext cx="737" cy="38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67" name="Object 78"/>
            <p:cNvGraphicFramePr/>
            <p:nvPr>
              <p:extLst>
                <p:ext uri="{D42A27DB-BD31-4B8C-83A1-F6EECF244321}">
                  <p14:modId xmlns:p14="http://schemas.microsoft.com/office/powerpoint/2010/main" val="523678630"/>
                </p:ext>
              </p:extLst>
            </p:nvPr>
          </p:nvGraphicFramePr>
          <p:xfrm>
            <a:off x="1939" y="3408"/>
            <a:ext cx="737" cy="6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3" imgW="634680" imgH="419040" progId="Equation.DSMT4">
                    <p:embed/>
                  </p:oleObj>
                </mc:Choice>
                <mc:Fallback>
                  <p:oleObj name="Equation" r:id="rId33" imgW="634680" imgH="419040" progId="Equation.DSMT4">
                    <p:embed/>
                    <p:pic>
                      <p:nvPicPr>
                        <p:cNvPr id="67" name="Object 7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" y="3408"/>
                          <a:ext cx="737" cy="60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1" name="Group 94"/>
          <p:cNvGrpSpPr/>
          <p:nvPr/>
        </p:nvGrpSpPr>
        <p:grpSpPr bwMode="auto">
          <a:xfrm>
            <a:off x="1836936" y="4135915"/>
            <a:ext cx="3324225" cy="873125"/>
            <a:chOff x="662" y="2734"/>
            <a:chExt cx="2094" cy="550"/>
          </a:xfrm>
        </p:grpSpPr>
        <p:graphicFrame>
          <p:nvGraphicFramePr>
            <p:cNvPr id="72" name="Object 73"/>
            <p:cNvGraphicFramePr/>
            <p:nvPr>
              <p:extLst>
                <p:ext uri="{D42A27DB-BD31-4B8C-83A1-F6EECF244321}">
                  <p14:modId xmlns:p14="http://schemas.microsoft.com/office/powerpoint/2010/main" val="1180769128"/>
                </p:ext>
              </p:extLst>
            </p:nvPr>
          </p:nvGraphicFramePr>
          <p:xfrm>
            <a:off x="1200" y="2836"/>
            <a:ext cx="716" cy="3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596880" imgH="291960" progId="Equation.DSMT4">
                    <p:embed/>
                  </p:oleObj>
                </mc:Choice>
                <mc:Fallback>
                  <p:oleObj name="Equation" r:id="rId35" imgW="596880" imgH="291960" progId="Equation.DSMT4">
                    <p:embed/>
                    <p:pic>
                      <p:nvPicPr>
                        <p:cNvPr id="72" name="Object 7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0" y="2836"/>
                          <a:ext cx="716" cy="38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3" name="Object 74"/>
            <p:cNvGraphicFramePr/>
            <p:nvPr>
              <p:extLst>
                <p:ext uri="{D42A27DB-BD31-4B8C-83A1-F6EECF244321}">
                  <p14:modId xmlns:p14="http://schemas.microsoft.com/office/powerpoint/2010/main" val="1370245910"/>
                </p:ext>
              </p:extLst>
            </p:nvPr>
          </p:nvGraphicFramePr>
          <p:xfrm>
            <a:off x="1942" y="2734"/>
            <a:ext cx="512" cy="5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7" imgW="1079500" imgH="1117600" progId="Equation.3">
                    <p:embed/>
                  </p:oleObj>
                </mc:Choice>
                <mc:Fallback>
                  <p:oleObj name="公式" r:id="rId37" imgW="1079500" imgH="1117600" progId="Equation.3">
                    <p:embed/>
                    <p:pic>
                      <p:nvPicPr>
                        <p:cNvPr id="73" name="Object 7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42" y="2734"/>
                          <a:ext cx="512" cy="52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4" name="Object 75"/>
            <p:cNvGraphicFramePr/>
            <p:nvPr>
              <p:extLst>
                <p:ext uri="{D42A27DB-BD31-4B8C-83A1-F6EECF244321}">
                  <p14:modId xmlns:p14="http://schemas.microsoft.com/office/powerpoint/2010/main" val="3206356306"/>
                </p:ext>
              </p:extLst>
            </p:nvPr>
          </p:nvGraphicFramePr>
          <p:xfrm>
            <a:off x="2452" y="2996"/>
            <a:ext cx="304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9" imgW="647700" imgH="609600" progId="Equation.3">
                    <p:embed/>
                  </p:oleObj>
                </mc:Choice>
                <mc:Fallback>
                  <p:oleObj name="公式" r:id="rId39" imgW="647700" imgH="609600" progId="Equation.3">
                    <p:embed/>
                    <p:pic>
                      <p:nvPicPr>
                        <p:cNvPr id="74" name="Object 7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2" y="2996"/>
                          <a:ext cx="304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5" name="Rectangle 81"/>
            <p:cNvSpPr>
              <a:spLocks noChangeArrowheads="1"/>
            </p:cNvSpPr>
            <p:nvPr/>
          </p:nvSpPr>
          <p:spPr bwMode="auto">
            <a:xfrm>
              <a:off x="662" y="2821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同理   </a:t>
              </a:r>
            </a:p>
          </p:txBody>
        </p:sp>
      </p:grpSp>
      <p:sp>
        <p:nvSpPr>
          <p:cNvPr id="76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7" name="对象 56"/>
          <p:cNvGraphicFramePr>
            <a:graphicFrameLocks noChangeAspect="1"/>
          </p:cNvGraphicFramePr>
          <p:nvPr/>
        </p:nvGraphicFramePr>
        <p:xfrm>
          <a:off x="1269803" y="1018107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6400800" imgH="4572000" progId="Equation.DSMT4">
                  <p:embed/>
                </p:oleObj>
              </mc:Choice>
              <mc:Fallback>
                <p:oleObj name="Equation" r:id="rId41" imgW="6400800" imgH="4572000" progId="Equation.DSMT4">
                  <p:embed/>
                  <p:pic>
                    <p:nvPicPr>
                      <p:cNvPr id="57" name="对象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1018107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" name="对象 76"/>
          <p:cNvGraphicFramePr>
            <a:graphicFrameLocks noChangeAspect="1"/>
          </p:cNvGraphicFramePr>
          <p:nvPr/>
        </p:nvGraphicFramePr>
        <p:xfrm>
          <a:off x="2108640" y="764704"/>
          <a:ext cx="5175250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58216800" imgH="10363200" progId="Equation.DSMT4">
                  <p:embed/>
                </p:oleObj>
              </mc:Choice>
              <mc:Fallback>
                <p:oleObj name="Equation" r:id="rId43" imgW="58216800" imgH="10363200" progId="Equation.DSMT4">
                  <p:embed/>
                  <p:pic>
                    <p:nvPicPr>
                      <p:cNvPr id="77" name="对象 7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640" y="764704"/>
                        <a:ext cx="5175250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" name="Text Box 15"/>
          <p:cNvSpPr txBox="1">
            <a:spLocks noChangeArrowheads="1"/>
          </p:cNvSpPr>
          <p:nvPr/>
        </p:nvSpPr>
        <p:spPr bwMode="auto">
          <a:xfrm>
            <a:off x="1227614" y="1898650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E68D1DB1-7092-25B6-6AD4-3BBDD47434D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7395712"/>
              </p:ext>
            </p:extLst>
          </p:nvPr>
        </p:nvGraphicFramePr>
        <p:xfrm>
          <a:off x="7437543" y="322263"/>
          <a:ext cx="3994733" cy="78109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273040" imgH="444240" progId="Equation.DSMT4">
                  <p:embed/>
                </p:oleObj>
              </mc:Choice>
              <mc:Fallback>
                <p:oleObj name="Equation" r:id="rId45" imgW="2273040" imgH="4442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20267470-4FBC-C1F5-A977-8724DB909D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6"/>
                      <a:stretch>
                        <a:fillRect/>
                      </a:stretch>
                    </p:blipFill>
                    <p:spPr>
                      <a:xfrm>
                        <a:off x="7437543" y="322263"/>
                        <a:ext cx="3994733" cy="78109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95">
            <a:extLst>
              <a:ext uri="{FF2B5EF4-FFF2-40B4-BE49-F238E27FC236}">
                <a16:creationId xmlns:a16="http://schemas.microsoft.com/office/drawing/2014/main" id="{6C99CF2F-7C23-C8CA-C1BD-B5430E91248E}"/>
              </a:ext>
            </a:extLst>
          </p:cNvPr>
          <p:cNvGrpSpPr/>
          <p:nvPr/>
        </p:nvGrpSpPr>
        <p:grpSpPr bwMode="auto">
          <a:xfrm>
            <a:off x="5161161" y="5368335"/>
            <a:ext cx="2171700" cy="857250"/>
            <a:chOff x="1202" y="3408"/>
            <a:chExt cx="1368" cy="540"/>
          </a:xfrm>
        </p:grpSpPr>
        <p:graphicFrame>
          <p:nvGraphicFramePr>
            <p:cNvPr id="4" name="Object 77">
              <a:extLst>
                <a:ext uri="{FF2B5EF4-FFF2-40B4-BE49-F238E27FC236}">
                  <a16:creationId xmlns:a16="http://schemas.microsoft.com/office/drawing/2014/main" id="{EED9D0A7-D20D-2B38-F0FE-9518305F38EE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960191080"/>
                </p:ext>
              </p:extLst>
            </p:nvPr>
          </p:nvGraphicFramePr>
          <p:xfrm>
            <a:off x="1202" y="3550"/>
            <a:ext cx="737" cy="3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7" imgW="596880" imgH="291960" progId="Equation.DSMT4">
                    <p:embed/>
                  </p:oleObj>
                </mc:Choice>
                <mc:Fallback>
                  <p:oleObj name="Equation" r:id="rId47" imgW="596880" imgH="291960" progId="Equation.DSMT4">
                    <p:embed/>
                    <p:pic>
                      <p:nvPicPr>
                        <p:cNvPr id="66" name="Object 7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02" y="3550"/>
                          <a:ext cx="737" cy="36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" name="Object 78">
              <a:extLst>
                <a:ext uri="{FF2B5EF4-FFF2-40B4-BE49-F238E27FC236}">
                  <a16:creationId xmlns:a16="http://schemas.microsoft.com/office/drawing/2014/main" id="{1172A2B8-FAB9-8E1D-6DEA-C415F017354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678683991"/>
                </p:ext>
              </p:extLst>
            </p:nvPr>
          </p:nvGraphicFramePr>
          <p:xfrm>
            <a:off x="1939" y="3408"/>
            <a:ext cx="631" cy="5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9" imgW="571320" imgH="419040" progId="Equation.DSMT4">
                    <p:embed/>
                  </p:oleObj>
                </mc:Choice>
                <mc:Fallback>
                  <p:oleObj name="Equation" r:id="rId49" imgW="571320" imgH="419040" progId="Equation.DSMT4">
                    <p:embed/>
                    <p:pic>
                      <p:nvPicPr>
                        <p:cNvPr id="67" name="Object 7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39" y="3408"/>
                          <a:ext cx="631" cy="540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7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48"/>
          <p:cNvGrpSpPr/>
          <p:nvPr/>
        </p:nvGrpSpPr>
        <p:grpSpPr bwMode="auto">
          <a:xfrm>
            <a:off x="2284585" y="1866934"/>
            <a:ext cx="3819525" cy="461962"/>
            <a:chOff x="749" y="978"/>
            <a:chExt cx="2406" cy="291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1141" y="978"/>
              <a:ext cx="20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本性奇点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， </a:t>
              </a:r>
            </a:p>
          </p:txBody>
        </p:sp>
        <p:graphicFrame>
          <p:nvGraphicFramePr>
            <p:cNvPr id="8" name="Object 10"/>
            <p:cNvGraphicFramePr/>
            <p:nvPr/>
          </p:nvGraphicFramePr>
          <p:xfrm>
            <a:off x="749" y="1024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63600" imgH="393700" progId="Equation.3">
                    <p:embed/>
                  </p:oleObj>
                </mc:Choice>
                <mc:Fallback>
                  <p:oleObj name="公式" r:id="rId3" imgW="863600" imgH="393700" progId="Equation.3">
                    <p:embed/>
                    <p:pic>
                      <p:nvPicPr>
                        <p:cNvPr id="8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9" y="1024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1"/>
            <p:cNvGraphicFramePr/>
            <p:nvPr/>
          </p:nvGraphicFramePr>
          <p:xfrm>
            <a:off x="1428" y="101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50900" imgH="457200" progId="Equation.3">
                    <p:embed/>
                  </p:oleObj>
                </mc:Choice>
                <mc:Fallback>
                  <p:oleObj name="公式" r:id="rId5" imgW="850900" imgH="457200" progId="Equation.3">
                    <p:embed/>
                    <p:pic>
                      <p:nvPicPr>
                        <p:cNvPr id="9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1014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21"/>
          <p:cNvGraphicFramePr/>
          <p:nvPr>
            <p:extLst>
              <p:ext uri="{D42A27DB-BD31-4B8C-83A1-F6EECF244321}">
                <p14:modId xmlns:p14="http://schemas.microsoft.com/office/powerpoint/2010/main" val="2542763714"/>
              </p:ext>
            </p:extLst>
          </p:nvPr>
        </p:nvGraphicFramePr>
        <p:xfrm>
          <a:off x="3362498" y="5331295"/>
          <a:ext cx="2381250" cy="58943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180800" imgH="279360" progId="Equation.DSMT4">
                  <p:embed/>
                </p:oleObj>
              </mc:Choice>
              <mc:Fallback>
                <p:oleObj name="Equation" r:id="rId7" imgW="1180800" imgH="279360" progId="Equation.DSMT4">
                  <p:embed/>
                  <p:pic>
                    <p:nvPicPr>
                      <p:cNvPr id="10" name="Object 2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62498" y="5331295"/>
                        <a:ext cx="2381250" cy="58943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49"/>
          <p:cNvGrpSpPr/>
          <p:nvPr/>
        </p:nvGrpSpPr>
        <p:grpSpPr bwMode="auto">
          <a:xfrm>
            <a:off x="2080433" y="2645460"/>
            <a:ext cx="5995988" cy="457200"/>
            <a:chOff x="662" y="1369"/>
            <a:chExt cx="3777" cy="288"/>
          </a:xfrm>
        </p:grpSpPr>
        <p:sp>
          <p:nvSpPr>
            <p:cNvPr id="12" name="Rectangle 40"/>
            <p:cNvSpPr>
              <a:spLocks noChangeArrowheads="1"/>
            </p:cNvSpPr>
            <p:nvPr/>
          </p:nvSpPr>
          <p:spPr bwMode="auto">
            <a:xfrm>
              <a:off x="662" y="1369"/>
              <a:ext cx="377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的去心邻域内洛朗展开，     </a:t>
              </a:r>
            </a:p>
          </p:txBody>
        </p:sp>
        <p:graphicFrame>
          <p:nvGraphicFramePr>
            <p:cNvPr id="13" name="Object 41"/>
            <p:cNvGraphicFramePr/>
            <p:nvPr/>
          </p:nvGraphicFramePr>
          <p:xfrm>
            <a:off x="1581" y="141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63600" imgH="393700" progId="Equation.3">
                    <p:embed/>
                  </p:oleObj>
                </mc:Choice>
                <mc:Fallback>
                  <p:oleObj name="公式" r:id="rId3" imgW="863600" imgH="393700" progId="Equation.3">
                    <p:embed/>
                    <p:pic>
                      <p:nvPicPr>
                        <p:cNvPr id="13" name="Object 4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1" y="1412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42"/>
            <p:cNvGraphicFramePr/>
            <p:nvPr/>
          </p:nvGraphicFramePr>
          <p:xfrm>
            <a:off x="922" y="141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50900" imgH="457200" progId="Equation.3">
                    <p:embed/>
                  </p:oleObj>
                </mc:Choice>
                <mc:Fallback>
                  <p:oleObj name="公式" r:id="rId10" imgW="850900" imgH="457200" progId="Equation.3">
                    <p:embed/>
                    <p:pic>
                      <p:nvPicPr>
                        <p:cNvPr id="14" name="Object 4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" y="1414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50"/>
          <p:cNvGrpSpPr/>
          <p:nvPr/>
        </p:nvGrpSpPr>
        <p:grpSpPr bwMode="auto">
          <a:xfrm>
            <a:off x="2689398" y="3309319"/>
            <a:ext cx="6292850" cy="765175"/>
            <a:chOff x="917" y="1800"/>
            <a:chExt cx="3964" cy="482"/>
          </a:xfrm>
        </p:grpSpPr>
        <p:graphicFrame>
          <p:nvGraphicFramePr>
            <p:cNvPr id="16" name="Object 43"/>
            <p:cNvGraphicFramePr/>
            <p:nvPr/>
          </p:nvGraphicFramePr>
          <p:xfrm>
            <a:off x="917" y="1800"/>
            <a:ext cx="1240" cy="4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628900" imgH="977900" progId="Equation.3">
                    <p:embed/>
                  </p:oleObj>
                </mc:Choice>
                <mc:Fallback>
                  <p:oleObj name="公式" r:id="rId12" imgW="2628900" imgH="977900" progId="Equation.3">
                    <p:embed/>
                    <p:pic>
                      <p:nvPicPr>
                        <p:cNvPr id="16" name="Object 4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17" y="1800"/>
                          <a:ext cx="1240" cy="46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44"/>
            <p:cNvGraphicFramePr/>
            <p:nvPr/>
          </p:nvGraphicFramePr>
          <p:xfrm>
            <a:off x="2209" y="1802"/>
            <a:ext cx="2672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5651500" imgH="1016000" progId="Equation.3">
                    <p:embed/>
                  </p:oleObj>
                </mc:Choice>
                <mc:Fallback>
                  <p:oleObj name="公式" r:id="rId14" imgW="5651500" imgH="1016000" progId="Equation.3">
                    <p:embed/>
                    <p:pic>
                      <p:nvPicPr>
                        <p:cNvPr id="17" name="Object 4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09" y="1802"/>
                          <a:ext cx="2672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45"/>
          <p:cNvGraphicFramePr/>
          <p:nvPr/>
        </p:nvGraphicFramePr>
        <p:xfrm>
          <a:off x="4740448" y="4328493"/>
          <a:ext cx="3454400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4610100" imgH="1016000" progId="Equation.3">
                  <p:embed/>
                </p:oleObj>
              </mc:Choice>
              <mc:Fallback>
                <p:oleObj name="公式" r:id="rId16" imgW="4610100" imgH="1016000" progId="Equation.3">
                  <p:embed/>
                  <p:pic>
                    <p:nvPicPr>
                      <p:cNvPr id="18" name="Object 4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40448" y="4328493"/>
                        <a:ext cx="3454400" cy="762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2" name="对象 21"/>
          <p:cNvGraphicFramePr>
            <a:graphicFrameLocks noChangeAspect="1"/>
          </p:cNvGraphicFramePr>
          <p:nvPr/>
        </p:nvGraphicFramePr>
        <p:xfrm>
          <a:off x="1269803" y="1018107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400800" imgH="4572000" progId="Equation.DSMT4">
                  <p:embed/>
                </p:oleObj>
              </mc:Choice>
              <mc:Fallback>
                <p:oleObj name="Equation" r:id="rId18" imgW="6400800" imgH="4572000" progId="Equation.DSMT4">
                  <p:embed/>
                  <p:pic>
                    <p:nvPicPr>
                      <p:cNvPr id="22" name="对象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1018107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/>
          <p:cNvGraphicFramePr>
            <a:graphicFrameLocks noChangeAspect="1"/>
          </p:cNvGraphicFramePr>
          <p:nvPr/>
        </p:nvGraphicFramePr>
        <p:xfrm>
          <a:off x="1988048" y="807278"/>
          <a:ext cx="541813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60960000" imgH="10058400" progId="Equation.DSMT4">
                  <p:embed/>
                </p:oleObj>
              </mc:Choice>
              <mc:Fallback>
                <p:oleObj name="Equation" r:id="rId20" imgW="60960000" imgH="10058400" progId="Equation.DSMT4">
                  <p:embed/>
                  <p:pic>
                    <p:nvPicPr>
                      <p:cNvPr id="23" name="对象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8048" y="807278"/>
                        <a:ext cx="541813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 Box 15"/>
          <p:cNvSpPr txBox="1">
            <a:spLocks noChangeArrowheads="1"/>
          </p:cNvSpPr>
          <p:nvPr/>
        </p:nvSpPr>
        <p:spPr bwMode="auto">
          <a:xfrm>
            <a:off x="1228725" y="1846437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28"/>
          <p:cNvGrpSpPr/>
          <p:nvPr/>
        </p:nvGrpSpPr>
        <p:grpSpPr bwMode="auto">
          <a:xfrm>
            <a:off x="2054225" y="1861617"/>
            <a:ext cx="3819525" cy="461962"/>
            <a:chOff x="749" y="918"/>
            <a:chExt cx="2406" cy="291"/>
          </a:xfrm>
        </p:grpSpPr>
        <p:sp>
          <p:nvSpPr>
            <p:cNvPr id="6" name="Rectangle 4"/>
            <p:cNvSpPr>
              <a:spLocks noChangeArrowheads="1"/>
            </p:cNvSpPr>
            <p:nvPr/>
          </p:nvSpPr>
          <p:spPr bwMode="auto">
            <a:xfrm>
              <a:off x="1141" y="918"/>
              <a:ext cx="201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是          的本性奇点， </a:t>
              </a:r>
            </a:p>
          </p:txBody>
        </p:sp>
        <p:graphicFrame>
          <p:nvGraphicFramePr>
            <p:cNvPr id="8" name="Object 6"/>
            <p:cNvGraphicFramePr/>
            <p:nvPr/>
          </p:nvGraphicFramePr>
          <p:xfrm>
            <a:off x="749" y="964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63600" imgH="393700" progId="Equation.3">
                    <p:embed/>
                  </p:oleObj>
                </mc:Choice>
                <mc:Fallback>
                  <p:oleObj name="公式" r:id="rId3" imgW="863600" imgH="393700" progId="Equation.3">
                    <p:embed/>
                    <p:pic>
                      <p:nvPicPr>
                        <p:cNvPr id="8" name="Object 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49" y="964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7"/>
            <p:cNvGraphicFramePr/>
            <p:nvPr/>
          </p:nvGraphicFramePr>
          <p:xfrm>
            <a:off x="1428" y="95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50900" imgH="457200" progId="Equation.3">
                    <p:embed/>
                  </p:oleObj>
                </mc:Choice>
                <mc:Fallback>
                  <p:oleObj name="公式" r:id="rId5" imgW="850900" imgH="457200" progId="Equation.3">
                    <p:embed/>
                    <p:pic>
                      <p:nvPicPr>
                        <p:cNvPr id="9" name="Object 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8" y="954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9"/>
          <p:cNvGraphicFramePr/>
          <p:nvPr>
            <p:extLst>
              <p:ext uri="{D42A27DB-BD31-4B8C-83A1-F6EECF244321}">
                <p14:modId xmlns:p14="http://schemas.microsoft.com/office/powerpoint/2010/main" val="2872899561"/>
              </p:ext>
            </p:extLst>
          </p:nvPr>
        </p:nvGraphicFramePr>
        <p:xfrm>
          <a:off x="2252143" y="5081080"/>
          <a:ext cx="2216987" cy="762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06360" imgH="406080" progId="Equation.DSMT4">
                  <p:embed/>
                </p:oleObj>
              </mc:Choice>
              <mc:Fallback>
                <p:oleObj name="Equation" r:id="rId7" imgW="1206360" imgH="406080" progId="Equation.DSMT4">
                  <p:embed/>
                  <p:pic>
                    <p:nvPicPr>
                      <p:cNvPr id="10" name="Object 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52143" y="5081080"/>
                        <a:ext cx="2216987" cy="7620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29"/>
          <p:cNvGrpSpPr/>
          <p:nvPr/>
        </p:nvGrpSpPr>
        <p:grpSpPr bwMode="auto">
          <a:xfrm>
            <a:off x="1951311" y="2689770"/>
            <a:ext cx="5843588" cy="457200"/>
            <a:chOff x="662" y="1309"/>
            <a:chExt cx="3681" cy="288"/>
          </a:xfrm>
        </p:grpSpPr>
        <p:sp>
          <p:nvSpPr>
            <p:cNvPr id="12" name="Rectangle 10"/>
            <p:cNvSpPr>
              <a:spLocks noChangeArrowheads="1"/>
            </p:cNvSpPr>
            <p:nvPr/>
          </p:nvSpPr>
          <p:spPr bwMode="auto">
            <a:xfrm>
              <a:off x="662" y="1309"/>
              <a:ext cx="36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的去心邻域内洛朗展开，   </a:t>
              </a:r>
            </a:p>
          </p:txBody>
        </p:sp>
        <p:graphicFrame>
          <p:nvGraphicFramePr>
            <p:cNvPr id="13" name="Object 11"/>
            <p:cNvGraphicFramePr/>
            <p:nvPr/>
          </p:nvGraphicFramePr>
          <p:xfrm>
            <a:off x="1581" y="135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63600" imgH="393700" progId="Equation.3">
                    <p:embed/>
                  </p:oleObj>
                </mc:Choice>
                <mc:Fallback>
                  <p:oleObj name="公式" r:id="rId3" imgW="863600" imgH="393700" progId="Equation.3">
                    <p:embed/>
                    <p:pic>
                      <p:nvPicPr>
                        <p:cNvPr id="13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81" y="1352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2"/>
            <p:cNvGraphicFramePr/>
            <p:nvPr/>
          </p:nvGraphicFramePr>
          <p:xfrm>
            <a:off x="922" y="135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50900" imgH="457200" progId="Equation.3">
                    <p:embed/>
                  </p:oleObj>
                </mc:Choice>
                <mc:Fallback>
                  <p:oleObj name="公式" r:id="rId10" imgW="850900" imgH="457200" progId="Equation.3">
                    <p:embed/>
                    <p:pic>
                      <p:nvPicPr>
                        <p:cNvPr id="14" name="Object 1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22" y="1354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5" name="Object 15"/>
          <p:cNvGraphicFramePr/>
          <p:nvPr/>
        </p:nvGraphicFramePr>
        <p:xfrm>
          <a:off x="4493394" y="4344480"/>
          <a:ext cx="27686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695700" imgH="977900" progId="Equation.3">
                  <p:embed/>
                </p:oleObj>
              </mc:Choice>
              <mc:Fallback>
                <p:oleObj name="公式" r:id="rId12" imgW="3695700" imgH="977900" progId="Equation.3">
                  <p:embed/>
                  <p:pic>
                    <p:nvPicPr>
                      <p:cNvPr id="15" name="Object 1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3394" y="4344480"/>
                        <a:ext cx="2768600" cy="736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30"/>
          <p:cNvGrpSpPr/>
          <p:nvPr/>
        </p:nvGrpSpPr>
        <p:grpSpPr bwMode="auto">
          <a:xfrm>
            <a:off x="2316480" y="3180257"/>
            <a:ext cx="6572250" cy="1006475"/>
            <a:chOff x="917" y="1588"/>
            <a:chExt cx="4140" cy="634"/>
          </a:xfrm>
        </p:grpSpPr>
        <p:graphicFrame>
          <p:nvGraphicFramePr>
            <p:cNvPr id="17" name="Object 14"/>
            <p:cNvGraphicFramePr/>
            <p:nvPr/>
          </p:nvGraphicFramePr>
          <p:xfrm>
            <a:off x="2273" y="1742"/>
            <a:ext cx="2784" cy="4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5892800" imgH="1016000" progId="Equation.3">
                    <p:embed/>
                  </p:oleObj>
                </mc:Choice>
                <mc:Fallback>
                  <p:oleObj name="公式" r:id="rId14" imgW="5892800" imgH="1016000" progId="Equation.3">
                    <p:embed/>
                    <p:pic>
                      <p:nvPicPr>
                        <p:cNvPr id="17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73" y="1742"/>
                          <a:ext cx="2784" cy="4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8" name="Group 21"/>
            <p:cNvGrpSpPr/>
            <p:nvPr/>
          </p:nvGrpSpPr>
          <p:grpSpPr bwMode="auto">
            <a:xfrm>
              <a:off x="917" y="1588"/>
              <a:ext cx="1328" cy="496"/>
              <a:chOff x="1387" y="114"/>
              <a:chExt cx="1328" cy="496"/>
            </a:xfrm>
          </p:grpSpPr>
          <p:graphicFrame>
            <p:nvGraphicFramePr>
              <p:cNvPr id="20" name="Object 22"/>
              <p:cNvGraphicFramePr/>
              <p:nvPr/>
            </p:nvGraphicFramePr>
            <p:xfrm>
              <a:off x="1387" y="390"/>
              <a:ext cx="1192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6" imgW="2527300" imgH="457200" progId="Equation.3">
                      <p:embed/>
                    </p:oleObj>
                  </mc:Choice>
                  <mc:Fallback>
                    <p:oleObj name="公式" r:id="rId16" imgW="2527300" imgH="457200" progId="Equation.3">
                      <p:embed/>
                      <p:pic>
                        <p:nvPicPr>
                          <p:cNvPr id="20" name="Object 22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87" y="390"/>
                            <a:ext cx="1192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1" name="Object 23"/>
              <p:cNvGraphicFramePr/>
              <p:nvPr/>
            </p:nvGraphicFramePr>
            <p:xfrm>
              <a:off x="2539" y="114"/>
              <a:ext cx="176" cy="4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8" imgW="368300" imgH="1054100" progId="Equation.3">
                      <p:embed/>
                    </p:oleObj>
                  </mc:Choice>
                  <mc:Fallback>
                    <p:oleObj name="公式" r:id="rId18" imgW="368300" imgH="1054100" progId="Equation.3">
                      <p:embed/>
                      <p:pic>
                        <p:nvPicPr>
                          <p:cNvPr id="21" name="Object 23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39" y="114"/>
                            <a:ext cx="176" cy="49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2" name="Object 24"/>
              <p:cNvGraphicFramePr/>
              <p:nvPr/>
            </p:nvGraphicFramePr>
            <p:xfrm>
              <a:off x="2579" y="340"/>
              <a:ext cx="96" cy="22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0" imgW="203200" imgH="469900" progId="Equation.3">
                      <p:embed/>
                    </p:oleObj>
                  </mc:Choice>
                  <mc:Fallback>
                    <p:oleObj name="公式" r:id="rId20" imgW="203200" imgH="469900" progId="Equation.3">
                      <p:embed/>
                      <p:pic>
                        <p:nvPicPr>
                          <p:cNvPr id="22" name="Object 24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79" y="340"/>
                            <a:ext cx="96" cy="22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3" name="Object 25"/>
              <p:cNvGraphicFramePr/>
              <p:nvPr/>
            </p:nvGraphicFramePr>
            <p:xfrm>
              <a:off x="2585" y="204"/>
              <a:ext cx="80" cy="19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2" imgW="165100" imgH="406400" progId="Equation.3">
                      <p:embed/>
                    </p:oleObj>
                  </mc:Choice>
                  <mc:Fallback>
                    <p:oleObj name="公式" r:id="rId22" imgW="165100" imgH="406400" progId="Equation.3">
                      <p:embed/>
                      <p:pic>
                        <p:nvPicPr>
                          <p:cNvPr id="23" name="Object 25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85" y="204"/>
                            <a:ext cx="80" cy="192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5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1269803" y="1018107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6400800" imgH="4572000" progId="Equation.DSMT4">
                  <p:embed/>
                </p:oleObj>
              </mc:Choice>
              <mc:Fallback>
                <p:oleObj name="Equation" r:id="rId24" imgW="6400800" imgH="45720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1018107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" name="对象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76889694"/>
              </p:ext>
            </p:extLst>
          </p:nvPr>
        </p:nvGraphicFramePr>
        <p:xfrm>
          <a:off x="1997246" y="808231"/>
          <a:ext cx="5459104" cy="70993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2654280" imgH="342720" progId="Equation.DSMT4">
                  <p:embed/>
                </p:oleObj>
              </mc:Choice>
              <mc:Fallback>
                <p:oleObj name="Equation" r:id="rId26" imgW="2654280" imgH="342720" progId="Equation.DSMT4">
                  <p:embed/>
                  <p:pic>
                    <p:nvPicPr>
                      <p:cNvPr id="27" name="对象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7246" y="808231"/>
                        <a:ext cx="5459104" cy="70993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" name="Text Box 15"/>
          <p:cNvSpPr txBox="1">
            <a:spLocks noChangeArrowheads="1"/>
          </p:cNvSpPr>
          <p:nvPr/>
        </p:nvSpPr>
        <p:spPr bwMode="auto">
          <a:xfrm>
            <a:off x="1228725" y="1846437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6"/>
          <p:cNvSpPr>
            <a:spLocks noChangeArrowheads="1"/>
          </p:cNvSpPr>
          <p:nvPr/>
        </p:nvSpPr>
        <p:spPr bwMode="auto">
          <a:xfrm>
            <a:off x="1854996" y="1859676"/>
            <a:ext cx="410881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方法一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利用洛朗展式求留数</a:t>
            </a:r>
          </a:p>
        </p:txBody>
      </p:sp>
      <p:graphicFrame>
        <p:nvGraphicFramePr>
          <p:cNvPr id="8" name="Object 9"/>
          <p:cNvGraphicFramePr/>
          <p:nvPr/>
        </p:nvGraphicFramePr>
        <p:xfrm>
          <a:off x="2591789" y="3349699"/>
          <a:ext cx="6007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8013700" imgH="1066800" progId="Equation.3">
                  <p:embed/>
                </p:oleObj>
              </mc:Choice>
              <mc:Fallback>
                <p:oleObj name="公式" r:id="rId3" imgW="8013700" imgH="1066800" progId="Equation.3">
                  <p:embed/>
                  <p:pic>
                    <p:nvPicPr>
                      <p:cNvPr id="8" name="Object 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1789" y="3349699"/>
                        <a:ext cx="60071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0"/>
          <p:cNvGraphicFramePr/>
          <p:nvPr/>
        </p:nvGraphicFramePr>
        <p:xfrm>
          <a:off x="3249014" y="4340299"/>
          <a:ext cx="3276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4368800" imgH="1066800" progId="Equation.3">
                  <p:embed/>
                </p:oleObj>
              </mc:Choice>
              <mc:Fallback>
                <p:oleObj name="公式" r:id="rId5" imgW="4368800" imgH="1066800" progId="Equation.3">
                  <p:embed/>
                  <p:pic>
                    <p:nvPicPr>
                      <p:cNvPr id="9" name="Object 1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49014" y="4340299"/>
                        <a:ext cx="32766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1"/>
          <p:cNvGraphicFramePr/>
          <p:nvPr>
            <p:extLst>
              <p:ext uri="{D42A27DB-BD31-4B8C-83A1-F6EECF244321}">
                <p14:modId xmlns:p14="http://schemas.microsoft.com/office/powerpoint/2010/main" val="2576103710"/>
              </p:ext>
            </p:extLst>
          </p:nvPr>
        </p:nvGraphicFramePr>
        <p:xfrm>
          <a:off x="2582265" y="5298599"/>
          <a:ext cx="2480688" cy="7946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358640" imgH="406080" progId="Equation.DSMT4">
                  <p:embed/>
                </p:oleObj>
              </mc:Choice>
              <mc:Fallback>
                <p:oleObj name="Equation" r:id="rId7" imgW="1358640" imgH="406080" progId="Equation.DSMT4">
                  <p:embed/>
                  <p:pic>
                    <p:nvPicPr>
                      <p:cNvPr id="10" name="Object 1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82265" y="5298599"/>
                        <a:ext cx="2480688" cy="7946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17"/>
          <p:cNvGrpSpPr/>
          <p:nvPr/>
        </p:nvGrpSpPr>
        <p:grpSpPr bwMode="auto">
          <a:xfrm>
            <a:off x="2159990" y="2636912"/>
            <a:ext cx="5153025" cy="457200"/>
            <a:chOff x="850" y="1345"/>
            <a:chExt cx="3246" cy="288"/>
          </a:xfrm>
        </p:grpSpPr>
        <p:sp>
          <p:nvSpPr>
            <p:cNvPr id="12" name="Rectangle 8"/>
            <p:cNvSpPr>
              <a:spLocks noChangeArrowheads="1"/>
            </p:cNvSpPr>
            <p:nvPr/>
          </p:nvSpPr>
          <p:spPr bwMode="auto">
            <a:xfrm>
              <a:off x="850" y="1345"/>
              <a:ext cx="32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将         在          的去心邻域展开，      </a:t>
              </a:r>
            </a:p>
          </p:txBody>
        </p:sp>
        <p:graphicFrame>
          <p:nvGraphicFramePr>
            <p:cNvPr id="13" name="Object 12"/>
            <p:cNvGraphicFramePr/>
            <p:nvPr/>
          </p:nvGraphicFramePr>
          <p:xfrm>
            <a:off x="1787" y="1390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863600" imgH="393700" progId="Equation.3">
                    <p:embed/>
                  </p:oleObj>
                </mc:Choice>
                <mc:Fallback>
                  <p:oleObj name="公式" r:id="rId9" imgW="863600" imgH="393700" progId="Equation.3">
                    <p:embed/>
                    <p:pic>
                      <p:nvPicPr>
                        <p:cNvPr id="13" name="Object 1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87" y="1390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3"/>
            <p:cNvGraphicFramePr/>
            <p:nvPr/>
          </p:nvGraphicFramePr>
          <p:xfrm>
            <a:off x="1116" y="139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850900" imgH="457200" progId="Equation.3">
                    <p:embed/>
                  </p:oleObj>
                </mc:Choice>
                <mc:Fallback>
                  <p:oleObj name="公式" r:id="rId11" imgW="850900" imgH="457200" progId="Equation.3">
                    <p:embed/>
                    <p:pic>
                      <p:nvPicPr>
                        <p:cNvPr id="14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6" y="1392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269803" y="1018107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6400800" imgH="4572000" progId="Equation.DSMT4">
                  <p:embed/>
                </p:oleObj>
              </mc:Choice>
              <mc:Fallback>
                <p:oleObj name="Equation" r:id="rId13" imgW="6400800" imgH="4572000" progId="Equation.DSMT4">
                  <p:embed/>
                  <p:pic>
                    <p:nvPicPr>
                      <p:cNvPr id="17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1018107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对象 17"/>
          <p:cNvGraphicFramePr>
            <a:graphicFrameLocks noChangeAspect="1"/>
          </p:cNvGraphicFramePr>
          <p:nvPr/>
        </p:nvGraphicFramePr>
        <p:xfrm>
          <a:off x="2000447" y="831855"/>
          <a:ext cx="54721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61569600" imgH="10058400" progId="Equation.DSMT4">
                  <p:embed/>
                </p:oleObj>
              </mc:Choice>
              <mc:Fallback>
                <p:oleObj name="Equation" r:id="rId15" imgW="61569600" imgH="10058400" progId="Equation.DSMT4">
                  <p:embed/>
                  <p:pic>
                    <p:nvPicPr>
                      <p:cNvPr id="18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447" y="831855"/>
                        <a:ext cx="54721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5"/>
          <p:cNvSpPr txBox="1">
            <a:spLocks noChangeArrowheads="1"/>
          </p:cNvSpPr>
          <p:nvPr/>
        </p:nvSpPr>
        <p:spPr bwMode="auto">
          <a:xfrm>
            <a:off x="1228725" y="1846437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6"/>
          <p:cNvGraphicFramePr/>
          <p:nvPr>
            <p:extLst>
              <p:ext uri="{D42A27DB-BD31-4B8C-83A1-F6EECF244321}">
                <p14:modId xmlns:p14="http://schemas.microsoft.com/office/powerpoint/2010/main" val="1246774366"/>
              </p:ext>
            </p:extLst>
          </p:nvPr>
        </p:nvGraphicFramePr>
        <p:xfrm>
          <a:off x="3221878" y="3237487"/>
          <a:ext cx="347367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14320" imgH="406080" progId="Equation.DSMT4">
                  <p:embed/>
                </p:oleObj>
              </mc:Choice>
              <mc:Fallback>
                <p:oleObj name="Equation" r:id="rId3" imgW="1714320" imgH="406080" progId="Equation.DSMT4">
                  <p:embed/>
                  <p:pic>
                    <p:nvPicPr>
                      <p:cNvPr id="5" name="Object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21878" y="3237487"/>
                        <a:ext cx="3473677" cy="8636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Object 7"/>
          <p:cNvGraphicFramePr/>
          <p:nvPr/>
        </p:nvGraphicFramePr>
        <p:xfrm>
          <a:off x="8775179" y="5421887"/>
          <a:ext cx="977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308100" imgH="1054100" progId="Equation.3">
                  <p:embed/>
                </p:oleObj>
              </mc:Choice>
              <mc:Fallback>
                <p:oleObj name="公式" r:id="rId5" imgW="1308100" imgH="1054100" progId="Equation.3">
                  <p:embed/>
                  <p:pic>
                    <p:nvPicPr>
                      <p:cNvPr id="6" name="Object 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5179" y="5421887"/>
                        <a:ext cx="977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23"/>
          <p:cNvGrpSpPr/>
          <p:nvPr/>
        </p:nvGrpSpPr>
        <p:grpSpPr bwMode="auto">
          <a:xfrm>
            <a:off x="2423592" y="2627887"/>
            <a:ext cx="4387850" cy="457200"/>
            <a:chOff x="853" y="1368"/>
            <a:chExt cx="2764" cy="288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853" y="1368"/>
              <a:ext cx="276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由于          是         三阶极点，    </a:t>
              </a:r>
            </a:p>
          </p:txBody>
        </p:sp>
        <p:graphicFrame>
          <p:nvGraphicFramePr>
            <p:cNvPr id="9" name="Object 9"/>
            <p:cNvGraphicFramePr/>
            <p:nvPr/>
          </p:nvGraphicFramePr>
          <p:xfrm>
            <a:off x="1319" y="1414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863600" imgH="393700" progId="Equation.3">
                    <p:embed/>
                  </p:oleObj>
                </mc:Choice>
                <mc:Fallback>
                  <p:oleObj name="公式" r:id="rId7" imgW="863600" imgH="393700" progId="Equation.3">
                    <p:embed/>
                    <p:pic>
                      <p:nvPicPr>
                        <p:cNvPr id="9" name="Object 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19" y="1414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0"/>
            <p:cNvGraphicFramePr/>
            <p:nvPr/>
          </p:nvGraphicFramePr>
          <p:xfrm>
            <a:off x="1992" y="1410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850900" imgH="457200" progId="Equation.3">
                    <p:embed/>
                  </p:oleObj>
                </mc:Choice>
                <mc:Fallback>
                  <p:oleObj name="公式" r:id="rId9" imgW="850900" imgH="457200" progId="Equation.3">
                    <p:embed/>
                    <p:pic>
                      <p:nvPicPr>
                        <p:cNvPr id="10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92" y="1410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964994" y="1919760"/>
            <a:ext cx="5416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方法二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利用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极点的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留数计算公式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</a:t>
            </a:r>
          </a:p>
        </p:txBody>
      </p:sp>
      <p:graphicFrame>
        <p:nvGraphicFramePr>
          <p:cNvPr id="13" name="Object 13"/>
          <p:cNvGraphicFramePr/>
          <p:nvPr/>
        </p:nvGraphicFramePr>
        <p:xfrm>
          <a:off x="4301605" y="4297937"/>
          <a:ext cx="47228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299200" imgH="1155700" progId="Equation.3">
                  <p:embed/>
                </p:oleObj>
              </mc:Choice>
              <mc:Fallback>
                <p:oleObj name="公式" r:id="rId11" imgW="6299200" imgH="1155700" progId="Equation.3">
                  <p:embed/>
                  <p:pic>
                    <p:nvPicPr>
                      <p:cNvPr id="13" name="Object 1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01605" y="4297937"/>
                        <a:ext cx="472281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4"/>
          <p:cNvGrpSpPr/>
          <p:nvPr/>
        </p:nvGrpSpPr>
        <p:grpSpPr bwMode="auto">
          <a:xfrm>
            <a:off x="6736830" y="3304162"/>
            <a:ext cx="2657475" cy="800100"/>
            <a:chOff x="2262" y="1992"/>
            <a:chExt cx="1674" cy="504"/>
          </a:xfrm>
        </p:grpSpPr>
        <p:graphicFrame>
          <p:nvGraphicFramePr>
            <p:cNvPr id="15" name="Object 15"/>
            <p:cNvGraphicFramePr/>
            <p:nvPr/>
          </p:nvGraphicFramePr>
          <p:xfrm>
            <a:off x="2262" y="1996"/>
            <a:ext cx="164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3492500" imgH="1054100" progId="Equation.3">
                    <p:embed/>
                  </p:oleObj>
                </mc:Choice>
                <mc:Fallback>
                  <p:oleObj name="公式" r:id="rId13" imgW="3492500" imgH="1054100" progId="Equation.3">
                    <p:embed/>
                    <p:pic>
                      <p:nvPicPr>
                        <p:cNvPr id="15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62" y="1996"/>
                          <a:ext cx="1648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16"/>
            <p:cNvGraphicFramePr/>
            <p:nvPr/>
          </p:nvGraphicFramePr>
          <p:xfrm>
            <a:off x="3049" y="1992"/>
            <a:ext cx="720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524000" imgH="1066800" progId="Equation.3">
                    <p:embed/>
                  </p:oleObj>
                </mc:Choice>
                <mc:Fallback>
                  <p:oleObj name="公式" r:id="rId15" imgW="1524000" imgH="1066800" progId="Equation.3">
                    <p:embed/>
                    <p:pic>
                      <p:nvPicPr>
                        <p:cNvPr id="16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49" y="1992"/>
                          <a:ext cx="720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7"/>
            <p:cNvGraphicFramePr>
              <a:graphicFrameLocks noChangeAspect="1"/>
            </p:cNvGraphicFramePr>
            <p:nvPr/>
          </p:nvGraphicFramePr>
          <p:xfrm>
            <a:off x="3876" y="2013"/>
            <a:ext cx="60" cy="5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位图图像" r:id="rId17" imgW="95250" imgH="85725" progId="Paint.Picture">
                    <p:embed/>
                  </p:oleObj>
                </mc:Choice>
                <mc:Fallback>
                  <p:oleObj name="位图图像" r:id="rId17" imgW="95250" imgH="85725" progId="Paint.Picture">
                    <p:embed/>
                    <p:pic>
                      <p:nvPicPr>
                        <p:cNvPr id="17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76" y="2013"/>
                          <a:ext cx="60" cy="5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8" name="Object 18"/>
          <p:cNvGraphicFramePr/>
          <p:nvPr/>
        </p:nvGraphicFramePr>
        <p:xfrm>
          <a:off x="4298430" y="5358387"/>
          <a:ext cx="4418013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5892800" imgH="1130300" progId="Equation.3">
                  <p:embed/>
                </p:oleObj>
              </mc:Choice>
              <mc:Fallback>
                <p:oleObj name="公式" r:id="rId19" imgW="5892800" imgH="1130300" progId="Equation.3">
                  <p:embed/>
                  <p:pic>
                    <p:nvPicPr>
                      <p:cNvPr id="18" name="Object 1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98430" y="5358387"/>
                        <a:ext cx="4418013" cy="850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Text Box 19"/>
          <p:cNvSpPr txBox="1">
            <a:spLocks noChangeArrowheads="1"/>
          </p:cNvSpPr>
          <p:nvPr/>
        </p:nvSpPr>
        <p:spPr bwMode="auto">
          <a:xfrm>
            <a:off x="2620443" y="5577462"/>
            <a:ext cx="1765227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洛必达法则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 </a:t>
            </a:r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6324080" y="2626300"/>
            <a:ext cx="13319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因此有   </a:t>
            </a:r>
          </a:p>
        </p:txBody>
      </p:sp>
      <p:sp>
        <p:nvSpPr>
          <p:cNvPr id="22" name="Text Box 44"/>
          <p:cNvSpPr txBox="1">
            <a:spLocks noChangeArrowheads="1"/>
          </p:cNvSpPr>
          <p:nvPr/>
        </p:nvSpPr>
        <p:spPr bwMode="auto">
          <a:xfrm>
            <a:off x="9809977" y="5577462"/>
            <a:ext cx="1337226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好麻烦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!)  </a:t>
            </a:r>
          </a:p>
        </p:txBody>
      </p:sp>
      <p:sp>
        <p:nvSpPr>
          <p:cNvPr id="24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1269803" y="1018107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6400800" imgH="4572000" progId="Equation.DSMT4">
                  <p:embed/>
                </p:oleObj>
              </mc:Choice>
              <mc:Fallback>
                <p:oleObj name="Equation" r:id="rId21" imgW="6400800" imgH="4572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1018107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/>
          <p:cNvGraphicFramePr>
            <a:graphicFrameLocks noChangeAspect="1"/>
          </p:cNvGraphicFramePr>
          <p:nvPr/>
        </p:nvGraphicFramePr>
        <p:xfrm>
          <a:off x="2000447" y="831855"/>
          <a:ext cx="54721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1569600" imgH="10058400" progId="Equation.DSMT4">
                  <p:embed/>
                </p:oleObj>
              </mc:Choice>
              <mc:Fallback>
                <p:oleObj name="Equation" r:id="rId23" imgW="61569600" imgH="10058400" progId="Equation.DSMT4">
                  <p:embed/>
                  <p:pic>
                    <p:nvPicPr>
                      <p:cNvPr id="26" name="对象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447" y="831855"/>
                        <a:ext cx="54721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 Box 15"/>
          <p:cNvSpPr txBox="1">
            <a:spLocks noChangeArrowheads="1"/>
          </p:cNvSpPr>
          <p:nvPr/>
        </p:nvSpPr>
        <p:spPr bwMode="auto">
          <a:xfrm>
            <a:off x="1228725" y="1846437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1" grpId="0"/>
      <p:bldP spid="22" grpId="0"/>
      <p:bldP spid="27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Rectangle 11"/>
          <p:cNvSpPr>
            <a:spLocks noChangeArrowheads="1"/>
          </p:cNvSpPr>
          <p:nvPr/>
        </p:nvSpPr>
        <p:spPr bwMode="auto">
          <a:xfrm>
            <a:off x="1861923" y="1718271"/>
            <a:ext cx="54938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方法二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利用极点的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留数计算法则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</a:t>
            </a:r>
          </a:p>
        </p:txBody>
      </p:sp>
      <p:grpSp>
        <p:nvGrpSpPr>
          <p:cNvPr id="7" name="Group 21"/>
          <p:cNvGrpSpPr/>
          <p:nvPr/>
        </p:nvGrpSpPr>
        <p:grpSpPr bwMode="auto">
          <a:xfrm>
            <a:off x="1991544" y="2348880"/>
            <a:ext cx="7069137" cy="481013"/>
            <a:chOff x="856" y="1356"/>
            <a:chExt cx="4453" cy="303"/>
          </a:xfrm>
        </p:grpSpPr>
        <p:grpSp>
          <p:nvGrpSpPr>
            <p:cNvPr id="8" name="Group 6"/>
            <p:cNvGrpSpPr/>
            <p:nvPr/>
          </p:nvGrpSpPr>
          <p:grpSpPr bwMode="auto">
            <a:xfrm>
              <a:off x="1057" y="1356"/>
              <a:ext cx="4252" cy="303"/>
              <a:chOff x="1297" y="1356"/>
              <a:chExt cx="4252" cy="303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1338" y="1356"/>
                <a:ext cx="4065" cy="294"/>
              </a:xfrm>
              <a:prstGeom prst="rect">
                <a:avLst/>
              </a:prstGeom>
              <a:solidFill>
                <a:srgbClr val="CCFFFF"/>
              </a:solidFill>
              <a:ln w="9525" algn="ctr">
                <a:solidFill>
                  <a:srgbClr val="FF3300"/>
                </a:solidFill>
                <a:miter lim="800000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97" y="1368"/>
                <a:ext cx="4252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若</a:t>
                </a:r>
                <a:r>
                  <a:rPr kumimoji="1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“不幸”</a:t>
                </a:r>
                <a:r>
                  <a:rPr kumimoji="1" lang="zh-CN" altLang="en-US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将         判断成了         的</a:t>
                </a: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六阶</a:t>
                </a: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极点，  </a:t>
                </a:r>
              </a:p>
            </p:txBody>
          </p:sp>
          <p:graphicFrame>
            <p:nvGraphicFramePr>
              <p:cNvPr id="12" name="Object 9"/>
              <p:cNvGraphicFramePr/>
              <p:nvPr/>
            </p:nvGraphicFramePr>
            <p:xfrm>
              <a:off x="2556" y="1414"/>
              <a:ext cx="408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863600" imgH="393700" progId="Equation.3">
                      <p:embed/>
                    </p:oleObj>
                  </mc:Choice>
                  <mc:Fallback>
                    <p:oleObj name="公式" r:id="rId3" imgW="863600" imgH="393700" progId="Equation.3">
                      <p:embed/>
                      <p:pic>
                        <p:nvPicPr>
                          <p:cNvPr id="12" name="Object 9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556" y="1414"/>
                            <a:ext cx="408" cy="18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3" name="Object 10"/>
              <p:cNvGraphicFramePr/>
              <p:nvPr/>
            </p:nvGraphicFramePr>
            <p:xfrm>
              <a:off x="3743" y="1404"/>
              <a:ext cx="400" cy="21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850900" imgH="457200" progId="Equation.3">
                      <p:embed/>
                    </p:oleObj>
                  </mc:Choice>
                  <mc:Fallback>
                    <p:oleObj name="公式" r:id="rId5" imgW="850900" imgH="457200" progId="Equation.3">
                      <p:embed/>
                      <p:pic>
                        <p:nvPicPr>
                          <p:cNvPr id="13" name="Object 10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43" y="1404"/>
                            <a:ext cx="400" cy="21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" name="Text Box 13"/>
            <p:cNvSpPr txBox="1">
              <a:spLocks noChangeArrowheads="1"/>
            </p:cNvSpPr>
            <p:nvPr/>
          </p:nvSpPr>
          <p:spPr bwMode="auto">
            <a:xfrm>
              <a:off x="856" y="1364"/>
              <a:ext cx="280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Pct val="85000"/>
                <a:buFontTx/>
                <a:buBlip>
                  <a:blip r:embed="rId7"/>
                </a:buBlip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</p:grpSp>
      <p:graphicFrame>
        <p:nvGraphicFramePr>
          <p:cNvPr id="14" name="Object 14"/>
          <p:cNvGraphicFramePr/>
          <p:nvPr>
            <p:extLst>
              <p:ext uri="{D42A27DB-BD31-4B8C-83A1-F6EECF244321}">
                <p14:modId xmlns:p14="http://schemas.microsoft.com/office/powerpoint/2010/main" val="3270080118"/>
              </p:ext>
            </p:extLst>
          </p:nvPr>
        </p:nvGraphicFramePr>
        <p:xfrm>
          <a:off x="1904882" y="2991383"/>
          <a:ext cx="4385454" cy="8728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222280" imgH="444240" progId="Equation.DSMT4">
                  <p:embed/>
                </p:oleObj>
              </mc:Choice>
              <mc:Fallback>
                <p:oleObj name="Equation" r:id="rId8" imgW="2222280" imgH="444240" progId="Equation.DSMT4">
                  <p:embed/>
                  <p:pic>
                    <p:nvPicPr>
                      <p:cNvPr id="14" name="Object 1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4882" y="2991383"/>
                        <a:ext cx="4385454" cy="87286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5"/>
          <p:cNvGraphicFramePr/>
          <p:nvPr/>
        </p:nvGraphicFramePr>
        <p:xfrm>
          <a:off x="3072000" y="3861048"/>
          <a:ext cx="3024000" cy="936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7490400" imgH="10668000" progId="Equation.DSMT4">
                  <p:embed/>
                </p:oleObj>
              </mc:Choice>
              <mc:Fallback>
                <p:oleObj name="Equation" r:id="rId10" imgW="37490400" imgH="10668000" progId="Equation.DSMT4">
                  <p:embed/>
                  <p:pic>
                    <p:nvPicPr>
                      <p:cNvPr id="15" name="Object 1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2000" y="3861048"/>
                        <a:ext cx="3024000" cy="936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6"/>
          <p:cNvGraphicFramePr/>
          <p:nvPr/>
        </p:nvGraphicFramePr>
        <p:xfrm>
          <a:off x="6151861" y="3943390"/>
          <a:ext cx="21971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933700" imgH="1054100" progId="Equation.3">
                  <p:embed/>
                </p:oleObj>
              </mc:Choice>
              <mc:Fallback>
                <p:oleObj name="公式" r:id="rId12" imgW="2933700" imgH="1054100" progId="Equation.3">
                  <p:embed/>
                  <p:pic>
                    <p:nvPicPr>
                      <p:cNvPr id="16" name="Object 1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1861" y="3943390"/>
                        <a:ext cx="21971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7"/>
          <p:cNvGraphicFramePr/>
          <p:nvPr/>
        </p:nvGraphicFramePr>
        <p:xfrm>
          <a:off x="8441036" y="3940215"/>
          <a:ext cx="9779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08100" imgH="1054100" progId="Equation.3">
                  <p:embed/>
                </p:oleObj>
              </mc:Choice>
              <mc:Fallback>
                <p:oleObj name="公式" r:id="rId14" imgW="1308100" imgH="1054100" progId="Equation.3">
                  <p:embed/>
                  <p:pic>
                    <p:nvPicPr>
                      <p:cNvPr id="17" name="Object 1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1036" y="3940215"/>
                        <a:ext cx="9779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Rectangle 19"/>
          <p:cNvSpPr>
            <a:spLocks noChangeArrowheads="1"/>
          </p:cNvSpPr>
          <p:nvPr/>
        </p:nvSpPr>
        <p:spPr bwMode="auto">
          <a:xfrm>
            <a:off x="9511012" y="4125953"/>
            <a:ext cx="1038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巧合</a:t>
            </a:r>
            <a:r>
              <a:rPr kumimoji="1" lang="en-US" altLang="zh-CN" sz="22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?</a:t>
            </a:r>
            <a:r>
              <a:rPr kumimoji="1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27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8" name="对象 27"/>
          <p:cNvGraphicFramePr>
            <a:graphicFrameLocks noChangeAspect="1"/>
          </p:cNvGraphicFramePr>
          <p:nvPr/>
        </p:nvGraphicFramePr>
        <p:xfrm>
          <a:off x="1269803" y="950956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6400800" imgH="4572000" progId="Equation.DSMT4">
                  <p:embed/>
                </p:oleObj>
              </mc:Choice>
              <mc:Fallback>
                <p:oleObj name="Equation" r:id="rId16" imgW="6400800" imgH="4572000" progId="Equation.DSMT4">
                  <p:embed/>
                  <p:pic>
                    <p:nvPicPr>
                      <p:cNvPr id="28" name="对象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950956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对象 28"/>
          <p:cNvGraphicFramePr>
            <a:graphicFrameLocks noChangeAspect="1"/>
          </p:cNvGraphicFramePr>
          <p:nvPr/>
        </p:nvGraphicFramePr>
        <p:xfrm>
          <a:off x="2000447" y="764704"/>
          <a:ext cx="5472113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61569600" imgH="10058400" progId="Equation.DSMT4">
                  <p:embed/>
                </p:oleObj>
              </mc:Choice>
              <mc:Fallback>
                <p:oleObj name="Equation" r:id="rId18" imgW="61569600" imgH="10058400" progId="Equation.DSMT4">
                  <p:embed/>
                  <p:pic>
                    <p:nvPicPr>
                      <p:cNvPr id="29" name="对象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447" y="764704"/>
                        <a:ext cx="5472113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15"/>
          <p:cNvSpPr txBox="1">
            <a:spLocks noChangeArrowheads="1"/>
          </p:cNvSpPr>
          <p:nvPr/>
        </p:nvSpPr>
        <p:spPr bwMode="auto">
          <a:xfrm>
            <a:off x="1228725" y="1700808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26"/>
          <p:cNvGrpSpPr/>
          <p:nvPr/>
        </p:nvGrpSpPr>
        <p:grpSpPr bwMode="auto">
          <a:xfrm>
            <a:off x="2053009" y="1599762"/>
            <a:ext cx="4267200" cy="457200"/>
            <a:chOff x="374" y="755"/>
            <a:chExt cx="2688" cy="288"/>
          </a:xfrm>
        </p:grpSpPr>
        <p:sp>
          <p:nvSpPr>
            <p:cNvPr id="6" name="Rectangle 7"/>
            <p:cNvSpPr>
              <a:spLocks noChangeArrowheads="1"/>
            </p:cNvSpPr>
            <p:nvPr/>
          </p:nvSpPr>
          <p:spPr bwMode="auto">
            <a:xfrm>
              <a:off x="374" y="755"/>
              <a:ext cx="26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若    为         的</a:t>
              </a:r>
              <a:r>
                <a:rPr kumimoji="1" lang="zh-CN" altLang="en-US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m</a:t>
              </a:r>
              <a:r>
                <a:rPr kumimoji="1" lang="en-US" altLang="zh-CN" sz="24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阶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极点，        </a:t>
              </a:r>
            </a:p>
          </p:txBody>
        </p:sp>
        <p:graphicFrame>
          <p:nvGraphicFramePr>
            <p:cNvPr id="7" name="Object 8"/>
            <p:cNvGraphicFramePr>
              <a:graphicFrameLocks noChangeAspect="1"/>
            </p:cNvGraphicFramePr>
            <p:nvPr/>
          </p:nvGraphicFramePr>
          <p:xfrm>
            <a:off x="648" y="772"/>
            <a:ext cx="165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66700" imgH="381000" progId="Equation.3">
                    <p:embed/>
                  </p:oleObj>
                </mc:Choice>
                <mc:Fallback>
                  <p:oleObj name="公式" r:id="rId3" imgW="266700" imgH="381000" progId="Equation.3">
                    <p:embed/>
                    <p:pic>
                      <p:nvPicPr>
                        <p:cNvPr id="7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48" y="772"/>
                          <a:ext cx="165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9"/>
            <p:cNvGraphicFramePr>
              <a:graphicFrameLocks noChangeAspect="1"/>
            </p:cNvGraphicFramePr>
            <p:nvPr/>
          </p:nvGraphicFramePr>
          <p:xfrm>
            <a:off x="1027" y="803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635000" imgH="342900" progId="Equation.3">
                    <p:embed/>
                  </p:oleObj>
                </mc:Choice>
                <mc:Fallback>
                  <p:oleObj name="公式" r:id="rId5" imgW="635000" imgH="342900" progId="Equation.3">
                    <p:embed/>
                    <p:pic>
                      <p:nvPicPr>
                        <p:cNvPr id="8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27" y="803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9" name="Object 11"/>
          <p:cNvGraphicFramePr/>
          <p:nvPr/>
        </p:nvGraphicFramePr>
        <p:xfrm>
          <a:off x="3201988" y="2178050"/>
          <a:ext cx="626745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8318500" imgH="1117600" progId="Equation.DSMT4">
                  <p:embed/>
                </p:oleObj>
              </mc:Choice>
              <mc:Fallback>
                <p:oleObj name="Equation" r:id="rId7" imgW="8318500" imgH="1117600" progId="Equation.DSMT4">
                  <p:embed/>
                  <p:pic>
                    <p:nvPicPr>
                      <p:cNvPr id="9" name="Object 11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1988" y="2178050"/>
                        <a:ext cx="6267450" cy="83820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12"/>
          <p:cNvGraphicFramePr/>
          <p:nvPr/>
        </p:nvGraphicFramePr>
        <p:xfrm>
          <a:off x="2130798" y="3219012"/>
          <a:ext cx="169862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247900" imgH="596900" progId="Equation.3">
                  <p:embed/>
                </p:oleObj>
              </mc:Choice>
              <mc:Fallback>
                <p:oleObj name="公式" r:id="rId9" imgW="2247900" imgH="596900" progId="Equation.3">
                  <p:embed/>
                  <p:pic>
                    <p:nvPicPr>
                      <p:cNvPr id="10" name="Object 12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0798" y="3219012"/>
                        <a:ext cx="1698625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3"/>
          <p:cNvGraphicFramePr>
            <a:graphicFrameLocks noChangeAspect="1"/>
          </p:cNvGraphicFramePr>
          <p:nvPr/>
        </p:nvGraphicFramePr>
        <p:xfrm>
          <a:off x="2138734" y="4171512"/>
          <a:ext cx="6167438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6159500" imgH="863600" progId="Equation.3">
                  <p:embed/>
                </p:oleObj>
              </mc:Choice>
              <mc:Fallback>
                <p:oleObj name="公式" r:id="rId11" imgW="6159500" imgH="863600" progId="Equation.3">
                  <p:embed/>
                  <p:pic>
                    <p:nvPicPr>
                      <p:cNvPr id="11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38734" y="4171512"/>
                        <a:ext cx="6167438" cy="869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5"/>
          <p:cNvSpPr>
            <a:spLocks noChangeArrowheads="1"/>
          </p:cNvSpPr>
          <p:nvPr/>
        </p:nvSpPr>
        <p:spPr bwMode="auto">
          <a:xfrm>
            <a:off x="1992684" y="931425"/>
            <a:ext cx="6592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附：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关于极点的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留数计算法则</a:t>
            </a:r>
            <a:r>
              <a:rPr kumimoji="0" lang="zh-CN" altLang="en-US" sz="2800" b="1" i="0" u="sng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的说明    </a:t>
            </a:r>
          </a:p>
        </p:txBody>
      </p:sp>
      <p:graphicFrame>
        <p:nvGraphicFramePr>
          <p:cNvPr id="13" name="Object 16"/>
          <p:cNvGraphicFramePr/>
          <p:nvPr>
            <p:extLst>
              <p:ext uri="{D42A27DB-BD31-4B8C-83A1-F6EECF244321}">
                <p14:modId xmlns:p14="http://schemas.microsoft.com/office/powerpoint/2010/main" val="2762104382"/>
              </p:ext>
            </p:extLst>
          </p:nvPr>
        </p:nvGraphicFramePr>
        <p:xfrm>
          <a:off x="3867523" y="3225362"/>
          <a:ext cx="6503987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9207500" imgH="596900" progId="Equation.3">
                  <p:embed/>
                </p:oleObj>
              </mc:Choice>
              <mc:Fallback>
                <p:oleObj name="公式" r:id="rId13" imgW="9207500" imgH="596900" progId="Equation.3">
                  <p:embed/>
                  <p:pic>
                    <p:nvPicPr>
                      <p:cNvPr id="13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7523" y="3225362"/>
                        <a:ext cx="6503987" cy="444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27"/>
          <p:cNvGrpSpPr/>
          <p:nvPr/>
        </p:nvGrpSpPr>
        <p:grpSpPr bwMode="auto">
          <a:xfrm>
            <a:off x="8509373" y="3871478"/>
            <a:ext cx="1928812" cy="461963"/>
            <a:chOff x="4441" y="2186"/>
            <a:chExt cx="1215" cy="291"/>
          </a:xfrm>
        </p:grpSpPr>
        <p:sp>
          <p:nvSpPr>
            <p:cNvPr id="15" name="Text Box 17"/>
            <p:cNvSpPr txBox="1">
              <a:spLocks noChangeArrowheads="1"/>
            </p:cNvSpPr>
            <p:nvPr/>
          </p:nvSpPr>
          <p:spPr bwMode="auto">
            <a:xfrm>
              <a:off x="4441" y="2186"/>
              <a:ext cx="121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(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          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)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33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</a:p>
          </p:txBody>
        </p:sp>
        <p:graphicFrame>
          <p:nvGraphicFramePr>
            <p:cNvPr id="16" name="Object 18"/>
            <p:cNvGraphicFramePr>
              <a:graphicFrameLocks noChangeAspect="1"/>
            </p:cNvGraphicFramePr>
            <p:nvPr/>
          </p:nvGraphicFramePr>
          <p:xfrm>
            <a:off x="5006" y="2239"/>
            <a:ext cx="480" cy="1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028700" imgH="342900" progId="Equation.3">
                    <p:embed/>
                  </p:oleObj>
                </mc:Choice>
                <mc:Fallback>
                  <p:oleObj name="公式" r:id="rId15" imgW="1028700" imgH="342900" progId="Equation.3">
                    <p:embed/>
                    <p:pic>
                      <p:nvPicPr>
                        <p:cNvPr id="16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06" y="2239"/>
                          <a:ext cx="480" cy="16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7" name="Group 29"/>
          <p:cNvGrpSpPr/>
          <p:nvPr/>
        </p:nvGrpSpPr>
        <p:grpSpPr bwMode="auto">
          <a:xfrm>
            <a:off x="2133578" y="5163735"/>
            <a:ext cx="7816850" cy="923925"/>
            <a:chOff x="426" y="3084"/>
            <a:chExt cx="4924" cy="582"/>
          </a:xfrm>
        </p:grpSpPr>
        <p:sp>
          <p:nvSpPr>
            <p:cNvPr id="18" name="Rectangle 23"/>
            <p:cNvSpPr>
              <a:spLocks noChangeArrowheads="1"/>
            </p:cNvSpPr>
            <p:nvPr/>
          </p:nvSpPr>
          <p:spPr bwMode="auto">
            <a:xfrm>
              <a:off x="774" y="3084"/>
              <a:ext cx="4494" cy="582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rgbClr val="FFCC99"/>
              </a:solidFill>
              <a:miter lim="800000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20" name="Group 28"/>
            <p:cNvGrpSpPr/>
            <p:nvPr/>
          </p:nvGrpSpPr>
          <p:grpSpPr bwMode="auto">
            <a:xfrm>
              <a:off x="426" y="3095"/>
              <a:ext cx="4924" cy="548"/>
              <a:chOff x="426" y="3095"/>
              <a:chExt cx="4924" cy="548"/>
            </a:xfrm>
          </p:grpSpPr>
          <p:graphicFrame>
            <p:nvGraphicFramePr>
              <p:cNvPr id="21" name="Object 14"/>
              <p:cNvGraphicFramePr>
                <a:graphicFrameLocks noChangeAspect="1"/>
              </p:cNvGraphicFramePr>
              <p:nvPr/>
            </p:nvGraphicFramePr>
            <p:xfrm>
              <a:off x="426" y="3095"/>
              <a:ext cx="3564" cy="54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5651500" imgH="863600" progId="Equation.3">
                      <p:embed/>
                    </p:oleObj>
                  </mc:Choice>
                  <mc:Fallback>
                    <p:oleObj name="公式" r:id="rId17" imgW="5651500" imgH="863600" progId="Equation.3">
                      <p:embed/>
                      <p:pic>
                        <p:nvPicPr>
                          <p:cNvPr id="21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26" y="3095"/>
                            <a:ext cx="3564" cy="54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" name="Text Box 21"/>
              <p:cNvSpPr txBox="1">
                <a:spLocks noChangeArrowheads="1"/>
              </p:cNvSpPr>
              <p:nvPr/>
            </p:nvSpPr>
            <p:spPr bwMode="auto">
              <a:xfrm>
                <a:off x="4087" y="3240"/>
                <a:ext cx="1263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kumimoji="1" lang="zh-CN" altLang="en-US" sz="2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其中           </a:t>
                </a: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kumimoji="1" lang="en-US" altLang="zh-CN" sz="24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33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</a:t>
                </a:r>
              </a:p>
            </p:txBody>
          </p:sp>
          <p:graphicFrame>
            <p:nvGraphicFramePr>
              <p:cNvPr id="23" name="Object 22"/>
              <p:cNvGraphicFramePr>
                <a:graphicFrameLocks noChangeAspect="1"/>
              </p:cNvGraphicFramePr>
              <p:nvPr/>
            </p:nvGraphicFramePr>
            <p:xfrm>
              <a:off x="4652" y="3293"/>
              <a:ext cx="480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9" imgW="1028700" imgH="342900" progId="Equation.3">
                      <p:embed/>
                    </p:oleObj>
                  </mc:Choice>
                  <mc:Fallback>
                    <p:oleObj name="公式" r:id="rId19" imgW="1028700" imgH="342900" progId="Equation.3">
                      <p:embed/>
                      <p:pic>
                        <p:nvPicPr>
                          <p:cNvPr id="23" name="Object 2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52" y="3293"/>
                            <a:ext cx="480" cy="160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sp>
        <p:nvSpPr>
          <p:cNvPr id="24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3BE326F4-7BD3-8274-E26E-BCD08D1BC297}"/>
              </a:ext>
            </a:extLst>
          </p:cNvPr>
          <p:cNvGrpSpPr/>
          <p:nvPr/>
        </p:nvGrpSpPr>
        <p:grpSpPr>
          <a:xfrm>
            <a:off x="2852726" y="6227396"/>
            <a:ext cx="5989627" cy="461301"/>
            <a:chOff x="2368848" y="6290336"/>
            <a:chExt cx="5989627" cy="461301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7D5DA40C-DA33-AF9B-C07F-2D163E46A45E}"/>
                </a:ext>
              </a:extLst>
            </p:cNvPr>
            <p:cNvSpPr txBox="1"/>
            <p:nvPr/>
          </p:nvSpPr>
          <p:spPr>
            <a:xfrm>
              <a:off x="2368848" y="6290336"/>
              <a:ext cx="5989627" cy="461301"/>
            </a:xfrm>
            <a:prstGeom prst="rect">
              <a:avLst/>
            </a:prstGeom>
          </p:spPr>
          <p:txBody>
            <a:bodyPr vert="horz" wrap="square" lIns="91440" tIns="45720" rIns="91440" bIns="45720" rtlCol="0">
              <a:noAutofit/>
            </a:bodyPr>
            <a:lstStyle/>
            <a:p>
              <a:pPr algn="ctr"/>
              <a:r>
                <a:rPr lang="en-US" altLang="zh-CN" sz="2400" b="1" i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2400" b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 </a:t>
              </a:r>
              <a:r>
                <a:rPr lang="zh-CN" altLang="en-US" sz="2400" b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不必等于极点的阶数 </a:t>
              </a:r>
              <a:r>
                <a:rPr lang="en-US" altLang="zh-CN" sz="2400" b="1" i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m,  </a:t>
              </a:r>
              <a:r>
                <a:rPr lang="zh-CN" altLang="en-US" sz="2400" b="1" kern="100" dirty="0">
                  <a:solidFill>
                    <a:srgbClr val="FF0000"/>
                  </a:solidFill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rPr>
                <a:t>只要            即可</a:t>
              </a:r>
            </a:p>
          </p:txBody>
        </p:sp>
        <p:graphicFrame>
          <p:nvGraphicFramePr>
            <p:cNvPr id="3" name="对象 2">
              <a:extLst>
                <a:ext uri="{FF2B5EF4-FFF2-40B4-BE49-F238E27FC236}">
                  <a16:creationId xmlns:a16="http://schemas.microsoft.com/office/drawing/2014/main" id="{A42755A6-29B5-5806-30DE-D74FFC9CE37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037912140"/>
                </p:ext>
              </p:extLst>
            </p:nvPr>
          </p:nvGraphicFramePr>
          <p:xfrm>
            <a:off x="6703608" y="6361739"/>
            <a:ext cx="888139" cy="3498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419040" imgH="164880" progId="Equation.DSMT4">
                    <p:embed/>
                  </p:oleObj>
                </mc:Choice>
                <mc:Fallback>
                  <p:oleObj name="Equation" r:id="rId21" imgW="419040" imgH="164880" progId="Equation.DSMT4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22"/>
                        <a:stretch>
                          <a:fillRect/>
                        </a:stretch>
                      </p:blipFill>
                      <p:spPr>
                        <a:xfrm>
                          <a:off x="6703608" y="6361739"/>
                          <a:ext cx="888139" cy="349809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F0EFA-D84A-5B20-A7C7-7B7640FD3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20701AB4-4B3C-75AF-98F5-C200E57E0ADD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3E64671D-B8E9-2DD3-919D-32D06F4DA442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7" name="Group 63">
            <a:extLst>
              <a:ext uri="{FF2B5EF4-FFF2-40B4-BE49-F238E27FC236}">
                <a16:creationId xmlns:a16="http://schemas.microsoft.com/office/drawing/2014/main" id="{9E9B9FB6-1A45-E133-7B29-5BAC60C4C38A}"/>
              </a:ext>
            </a:extLst>
          </p:cNvPr>
          <p:cNvGrpSpPr/>
          <p:nvPr/>
        </p:nvGrpSpPr>
        <p:grpSpPr bwMode="auto">
          <a:xfrm>
            <a:off x="7962453" y="2107942"/>
            <a:ext cx="2886075" cy="2032000"/>
            <a:chOff x="3842" y="1185"/>
            <a:chExt cx="1818" cy="1280"/>
          </a:xfrm>
        </p:grpSpPr>
        <p:sp>
          <p:nvSpPr>
            <p:cNvPr id="8" name="Freeform 21">
              <a:extLst>
                <a:ext uri="{FF2B5EF4-FFF2-40B4-BE49-F238E27FC236}">
                  <a16:creationId xmlns:a16="http://schemas.microsoft.com/office/drawing/2014/main" id="{FA4BB829-4AD5-ED28-9E16-A7D3CCBBEB39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842" y="1185"/>
              <a:ext cx="1818" cy="1280"/>
            </a:xfrm>
            <a:custGeom>
              <a:avLst/>
              <a:gdLst>
                <a:gd name="T0" fmla="*/ 560 w 1767"/>
                <a:gd name="T1" fmla="*/ 16 h 1194"/>
                <a:gd name="T2" fmla="*/ 462 w 1767"/>
                <a:gd name="T3" fmla="*/ 32 h 1194"/>
                <a:gd name="T4" fmla="*/ 422 w 1767"/>
                <a:gd name="T5" fmla="*/ 26 h 1194"/>
                <a:gd name="T6" fmla="*/ 344 w 1767"/>
                <a:gd name="T7" fmla="*/ 34 h 1194"/>
                <a:gd name="T8" fmla="*/ 324 w 1767"/>
                <a:gd name="T9" fmla="*/ 94 h 1194"/>
                <a:gd name="T10" fmla="*/ 348 w 1767"/>
                <a:gd name="T11" fmla="*/ 172 h 1194"/>
                <a:gd name="T12" fmla="*/ 332 w 1767"/>
                <a:gd name="T13" fmla="*/ 235 h 1194"/>
                <a:gd name="T14" fmla="*/ 294 w 1767"/>
                <a:gd name="T15" fmla="*/ 253 h 1194"/>
                <a:gd name="T16" fmla="*/ 261 w 1767"/>
                <a:gd name="T17" fmla="*/ 283 h 1194"/>
                <a:gd name="T18" fmla="*/ 267 w 1767"/>
                <a:gd name="T19" fmla="*/ 328 h 1194"/>
                <a:gd name="T20" fmla="*/ 252 w 1767"/>
                <a:gd name="T21" fmla="*/ 388 h 1194"/>
                <a:gd name="T22" fmla="*/ 294 w 1767"/>
                <a:gd name="T23" fmla="*/ 428 h 1194"/>
                <a:gd name="T24" fmla="*/ 369 w 1767"/>
                <a:gd name="T25" fmla="*/ 479 h 1194"/>
                <a:gd name="T26" fmla="*/ 389 w 1767"/>
                <a:gd name="T27" fmla="*/ 563 h 1194"/>
                <a:gd name="T28" fmla="*/ 362 w 1767"/>
                <a:gd name="T29" fmla="*/ 682 h 1194"/>
                <a:gd name="T30" fmla="*/ 306 w 1767"/>
                <a:gd name="T31" fmla="*/ 716 h 1194"/>
                <a:gd name="T32" fmla="*/ 192 w 1767"/>
                <a:gd name="T33" fmla="*/ 731 h 1194"/>
                <a:gd name="T34" fmla="*/ 126 w 1767"/>
                <a:gd name="T35" fmla="*/ 725 h 1194"/>
                <a:gd name="T36" fmla="*/ 62 w 1767"/>
                <a:gd name="T37" fmla="*/ 760 h 1194"/>
                <a:gd name="T38" fmla="*/ 0 w 1767"/>
                <a:gd name="T39" fmla="*/ 818 h 1194"/>
                <a:gd name="T40" fmla="*/ 27 w 1767"/>
                <a:gd name="T41" fmla="*/ 919 h 1194"/>
                <a:gd name="T42" fmla="*/ 80 w 1767"/>
                <a:gd name="T43" fmla="*/ 1006 h 1194"/>
                <a:gd name="T44" fmla="*/ 158 w 1767"/>
                <a:gd name="T45" fmla="*/ 1051 h 1194"/>
                <a:gd name="T46" fmla="*/ 200 w 1767"/>
                <a:gd name="T47" fmla="*/ 1097 h 1194"/>
                <a:gd name="T48" fmla="*/ 245 w 1767"/>
                <a:gd name="T49" fmla="*/ 1028 h 1194"/>
                <a:gd name="T50" fmla="*/ 324 w 1767"/>
                <a:gd name="T51" fmla="*/ 991 h 1194"/>
                <a:gd name="T52" fmla="*/ 440 w 1767"/>
                <a:gd name="T53" fmla="*/ 971 h 1194"/>
                <a:gd name="T54" fmla="*/ 485 w 1767"/>
                <a:gd name="T55" fmla="*/ 866 h 1194"/>
                <a:gd name="T56" fmla="*/ 593 w 1767"/>
                <a:gd name="T57" fmla="*/ 850 h 1194"/>
                <a:gd name="T58" fmla="*/ 669 w 1767"/>
                <a:gd name="T59" fmla="*/ 869 h 1194"/>
                <a:gd name="T60" fmla="*/ 770 w 1767"/>
                <a:gd name="T61" fmla="*/ 887 h 1194"/>
                <a:gd name="T62" fmla="*/ 869 w 1767"/>
                <a:gd name="T63" fmla="*/ 940 h 1194"/>
                <a:gd name="T64" fmla="*/ 956 w 1767"/>
                <a:gd name="T65" fmla="*/ 970 h 1194"/>
                <a:gd name="T66" fmla="*/ 1035 w 1767"/>
                <a:gd name="T67" fmla="*/ 941 h 1194"/>
                <a:gd name="T68" fmla="*/ 1151 w 1767"/>
                <a:gd name="T69" fmla="*/ 932 h 1194"/>
                <a:gd name="T70" fmla="*/ 1232 w 1767"/>
                <a:gd name="T71" fmla="*/ 1004 h 1194"/>
                <a:gd name="T72" fmla="*/ 1269 w 1767"/>
                <a:gd name="T73" fmla="*/ 1088 h 1194"/>
                <a:gd name="T74" fmla="*/ 1320 w 1767"/>
                <a:gd name="T75" fmla="*/ 1163 h 1194"/>
                <a:gd name="T76" fmla="*/ 1374 w 1767"/>
                <a:gd name="T77" fmla="*/ 1163 h 1194"/>
                <a:gd name="T78" fmla="*/ 1422 w 1767"/>
                <a:gd name="T79" fmla="*/ 1075 h 1194"/>
                <a:gd name="T80" fmla="*/ 1485 w 1767"/>
                <a:gd name="T81" fmla="*/ 986 h 1194"/>
                <a:gd name="T82" fmla="*/ 1557 w 1767"/>
                <a:gd name="T83" fmla="*/ 937 h 1194"/>
                <a:gd name="T84" fmla="*/ 1637 w 1767"/>
                <a:gd name="T85" fmla="*/ 892 h 1194"/>
                <a:gd name="T86" fmla="*/ 1757 w 1767"/>
                <a:gd name="T87" fmla="*/ 869 h 1194"/>
                <a:gd name="T88" fmla="*/ 1713 w 1767"/>
                <a:gd name="T89" fmla="*/ 788 h 1194"/>
                <a:gd name="T90" fmla="*/ 1677 w 1767"/>
                <a:gd name="T91" fmla="*/ 716 h 1194"/>
                <a:gd name="T92" fmla="*/ 1701 w 1767"/>
                <a:gd name="T93" fmla="*/ 626 h 1194"/>
                <a:gd name="T94" fmla="*/ 1629 w 1767"/>
                <a:gd name="T95" fmla="*/ 527 h 1194"/>
                <a:gd name="T96" fmla="*/ 1569 w 1767"/>
                <a:gd name="T97" fmla="*/ 451 h 1194"/>
                <a:gd name="T98" fmla="*/ 1488 w 1767"/>
                <a:gd name="T99" fmla="*/ 422 h 1194"/>
                <a:gd name="T100" fmla="*/ 1416 w 1767"/>
                <a:gd name="T101" fmla="*/ 398 h 1194"/>
                <a:gd name="T102" fmla="*/ 1296 w 1767"/>
                <a:gd name="T103" fmla="*/ 371 h 1194"/>
                <a:gd name="T104" fmla="*/ 1200 w 1767"/>
                <a:gd name="T105" fmla="*/ 277 h 1194"/>
                <a:gd name="T106" fmla="*/ 1124 w 1767"/>
                <a:gd name="T107" fmla="*/ 232 h 1194"/>
                <a:gd name="T108" fmla="*/ 1017 w 1767"/>
                <a:gd name="T109" fmla="*/ 257 h 1194"/>
                <a:gd name="T110" fmla="*/ 888 w 1767"/>
                <a:gd name="T111" fmla="*/ 263 h 1194"/>
                <a:gd name="T112" fmla="*/ 777 w 1767"/>
                <a:gd name="T113" fmla="*/ 191 h 1194"/>
                <a:gd name="T114" fmla="*/ 684 w 1767"/>
                <a:gd name="T115" fmla="*/ 122 h 1194"/>
                <a:gd name="T116" fmla="*/ 575 w 1767"/>
                <a:gd name="T117" fmla="*/ 11 h 11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767" h="1194">
                  <a:moveTo>
                    <a:pt x="575" y="11"/>
                  </a:moveTo>
                  <a:cubicBezTo>
                    <a:pt x="569" y="0"/>
                    <a:pt x="571" y="13"/>
                    <a:pt x="570" y="13"/>
                  </a:cubicBezTo>
                  <a:cubicBezTo>
                    <a:pt x="569" y="13"/>
                    <a:pt x="569" y="11"/>
                    <a:pt x="567" y="11"/>
                  </a:cubicBezTo>
                  <a:cubicBezTo>
                    <a:pt x="565" y="11"/>
                    <a:pt x="564" y="15"/>
                    <a:pt x="560" y="16"/>
                  </a:cubicBezTo>
                  <a:cubicBezTo>
                    <a:pt x="556" y="17"/>
                    <a:pt x="551" y="18"/>
                    <a:pt x="542" y="20"/>
                  </a:cubicBezTo>
                  <a:cubicBezTo>
                    <a:pt x="533" y="22"/>
                    <a:pt x="517" y="23"/>
                    <a:pt x="507" y="26"/>
                  </a:cubicBezTo>
                  <a:cubicBezTo>
                    <a:pt x="499" y="31"/>
                    <a:pt x="480" y="38"/>
                    <a:pt x="480" y="38"/>
                  </a:cubicBezTo>
                  <a:cubicBezTo>
                    <a:pt x="474" y="36"/>
                    <a:pt x="468" y="34"/>
                    <a:pt x="462" y="32"/>
                  </a:cubicBezTo>
                  <a:cubicBezTo>
                    <a:pt x="459" y="31"/>
                    <a:pt x="453" y="32"/>
                    <a:pt x="453" y="32"/>
                  </a:cubicBezTo>
                  <a:cubicBezTo>
                    <a:pt x="447" y="37"/>
                    <a:pt x="444" y="35"/>
                    <a:pt x="441" y="35"/>
                  </a:cubicBezTo>
                  <a:cubicBezTo>
                    <a:pt x="438" y="35"/>
                    <a:pt x="435" y="36"/>
                    <a:pt x="432" y="35"/>
                  </a:cubicBezTo>
                  <a:cubicBezTo>
                    <a:pt x="429" y="34"/>
                    <a:pt x="426" y="28"/>
                    <a:pt x="422" y="26"/>
                  </a:cubicBezTo>
                  <a:cubicBezTo>
                    <a:pt x="418" y="24"/>
                    <a:pt x="414" y="25"/>
                    <a:pt x="410" y="25"/>
                  </a:cubicBezTo>
                  <a:cubicBezTo>
                    <a:pt x="406" y="24"/>
                    <a:pt x="402" y="21"/>
                    <a:pt x="396" y="23"/>
                  </a:cubicBezTo>
                  <a:cubicBezTo>
                    <a:pt x="390" y="25"/>
                    <a:pt x="384" y="36"/>
                    <a:pt x="375" y="38"/>
                  </a:cubicBezTo>
                  <a:cubicBezTo>
                    <a:pt x="366" y="40"/>
                    <a:pt x="351" y="34"/>
                    <a:pt x="344" y="34"/>
                  </a:cubicBezTo>
                  <a:cubicBezTo>
                    <a:pt x="337" y="34"/>
                    <a:pt x="336" y="35"/>
                    <a:pt x="333" y="38"/>
                  </a:cubicBezTo>
                  <a:cubicBezTo>
                    <a:pt x="331" y="44"/>
                    <a:pt x="326" y="46"/>
                    <a:pt x="326" y="52"/>
                  </a:cubicBezTo>
                  <a:cubicBezTo>
                    <a:pt x="324" y="58"/>
                    <a:pt x="322" y="56"/>
                    <a:pt x="324" y="73"/>
                  </a:cubicBezTo>
                  <a:cubicBezTo>
                    <a:pt x="324" y="80"/>
                    <a:pt x="324" y="88"/>
                    <a:pt x="324" y="94"/>
                  </a:cubicBezTo>
                  <a:cubicBezTo>
                    <a:pt x="324" y="100"/>
                    <a:pt x="325" y="106"/>
                    <a:pt x="327" y="112"/>
                  </a:cubicBezTo>
                  <a:cubicBezTo>
                    <a:pt x="329" y="118"/>
                    <a:pt x="332" y="124"/>
                    <a:pt x="335" y="131"/>
                  </a:cubicBezTo>
                  <a:cubicBezTo>
                    <a:pt x="338" y="138"/>
                    <a:pt x="342" y="148"/>
                    <a:pt x="344" y="155"/>
                  </a:cubicBezTo>
                  <a:cubicBezTo>
                    <a:pt x="345" y="161"/>
                    <a:pt x="352" y="159"/>
                    <a:pt x="348" y="172"/>
                  </a:cubicBezTo>
                  <a:cubicBezTo>
                    <a:pt x="348" y="178"/>
                    <a:pt x="348" y="184"/>
                    <a:pt x="347" y="190"/>
                  </a:cubicBezTo>
                  <a:cubicBezTo>
                    <a:pt x="346" y="196"/>
                    <a:pt x="345" y="201"/>
                    <a:pt x="344" y="206"/>
                  </a:cubicBezTo>
                  <a:cubicBezTo>
                    <a:pt x="343" y="211"/>
                    <a:pt x="343" y="216"/>
                    <a:pt x="341" y="221"/>
                  </a:cubicBezTo>
                  <a:cubicBezTo>
                    <a:pt x="339" y="226"/>
                    <a:pt x="336" y="233"/>
                    <a:pt x="332" y="235"/>
                  </a:cubicBezTo>
                  <a:cubicBezTo>
                    <a:pt x="328" y="237"/>
                    <a:pt x="322" y="231"/>
                    <a:pt x="318" y="233"/>
                  </a:cubicBezTo>
                  <a:cubicBezTo>
                    <a:pt x="314" y="234"/>
                    <a:pt x="316" y="244"/>
                    <a:pt x="309" y="247"/>
                  </a:cubicBezTo>
                  <a:cubicBezTo>
                    <a:pt x="307" y="250"/>
                    <a:pt x="305" y="252"/>
                    <a:pt x="303" y="253"/>
                  </a:cubicBezTo>
                  <a:cubicBezTo>
                    <a:pt x="301" y="254"/>
                    <a:pt x="299" y="253"/>
                    <a:pt x="294" y="253"/>
                  </a:cubicBezTo>
                  <a:cubicBezTo>
                    <a:pt x="289" y="253"/>
                    <a:pt x="277" y="250"/>
                    <a:pt x="273" y="250"/>
                  </a:cubicBezTo>
                  <a:cubicBezTo>
                    <a:pt x="269" y="250"/>
                    <a:pt x="269" y="248"/>
                    <a:pt x="267" y="250"/>
                  </a:cubicBezTo>
                  <a:cubicBezTo>
                    <a:pt x="265" y="252"/>
                    <a:pt x="261" y="258"/>
                    <a:pt x="260" y="263"/>
                  </a:cubicBezTo>
                  <a:cubicBezTo>
                    <a:pt x="259" y="268"/>
                    <a:pt x="261" y="278"/>
                    <a:pt x="261" y="283"/>
                  </a:cubicBezTo>
                  <a:cubicBezTo>
                    <a:pt x="261" y="288"/>
                    <a:pt x="262" y="291"/>
                    <a:pt x="263" y="295"/>
                  </a:cubicBezTo>
                  <a:cubicBezTo>
                    <a:pt x="264" y="299"/>
                    <a:pt x="266" y="304"/>
                    <a:pt x="267" y="307"/>
                  </a:cubicBezTo>
                  <a:cubicBezTo>
                    <a:pt x="267" y="310"/>
                    <a:pt x="276" y="295"/>
                    <a:pt x="272" y="314"/>
                  </a:cubicBezTo>
                  <a:cubicBezTo>
                    <a:pt x="272" y="317"/>
                    <a:pt x="269" y="324"/>
                    <a:pt x="267" y="328"/>
                  </a:cubicBezTo>
                  <a:cubicBezTo>
                    <a:pt x="265" y="332"/>
                    <a:pt x="261" y="336"/>
                    <a:pt x="260" y="340"/>
                  </a:cubicBezTo>
                  <a:cubicBezTo>
                    <a:pt x="259" y="344"/>
                    <a:pt x="258" y="350"/>
                    <a:pt x="258" y="355"/>
                  </a:cubicBezTo>
                  <a:cubicBezTo>
                    <a:pt x="258" y="360"/>
                    <a:pt x="258" y="368"/>
                    <a:pt x="257" y="373"/>
                  </a:cubicBezTo>
                  <a:cubicBezTo>
                    <a:pt x="256" y="378"/>
                    <a:pt x="253" y="383"/>
                    <a:pt x="252" y="388"/>
                  </a:cubicBezTo>
                  <a:cubicBezTo>
                    <a:pt x="251" y="393"/>
                    <a:pt x="250" y="401"/>
                    <a:pt x="249" y="406"/>
                  </a:cubicBezTo>
                  <a:cubicBezTo>
                    <a:pt x="248" y="411"/>
                    <a:pt x="243" y="412"/>
                    <a:pt x="245" y="416"/>
                  </a:cubicBezTo>
                  <a:cubicBezTo>
                    <a:pt x="248" y="419"/>
                    <a:pt x="256" y="426"/>
                    <a:pt x="264" y="428"/>
                  </a:cubicBezTo>
                  <a:cubicBezTo>
                    <a:pt x="272" y="430"/>
                    <a:pt x="286" y="428"/>
                    <a:pt x="294" y="428"/>
                  </a:cubicBezTo>
                  <a:cubicBezTo>
                    <a:pt x="305" y="432"/>
                    <a:pt x="307" y="425"/>
                    <a:pt x="312" y="428"/>
                  </a:cubicBezTo>
                  <a:cubicBezTo>
                    <a:pt x="317" y="431"/>
                    <a:pt x="321" y="443"/>
                    <a:pt x="327" y="449"/>
                  </a:cubicBezTo>
                  <a:cubicBezTo>
                    <a:pt x="348" y="463"/>
                    <a:pt x="332" y="441"/>
                    <a:pt x="347" y="467"/>
                  </a:cubicBezTo>
                  <a:cubicBezTo>
                    <a:pt x="352" y="475"/>
                    <a:pt x="364" y="478"/>
                    <a:pt x="369" y="479"/>
                  </a:cubicBezTo>
                  <a:cubicBezTo>
                    <a:pt x="376" y="485"/>
                    <a:pt x="374" y="498"/>
                    <a:pt x="377" y="505"/>
                  </a:cubicBezTo>
                  <a:cubicBezTo>
                    <a:pt x="380" y="512"/>
                    <a:pt x="387" y="514"/>
                    <a:pt x="389" y="520"/>
                  </a:cubicBezTo>
                  <a:cubicBezTo>
                    <a:pt x="391" y="526"/>
                    <a:pt x="387" y="532"/>
                    <a:pt x="387" y="539"/>
                  </a:cubicBezTo>
                  <a:cubicBezTo>
                    <a:pt x="390" y="553"/>
                    <a:pt x="389" y="553"/>
                    <a:pt x="389" y="563"/>
                  </a:cubicBezTo>
                  <a:cubicBezTo>
                    <a:pt x="389" y="573"/>
                    <a:pt x="384" y="587"/>
                    <a:pt x="384" y="599"/>
                  </a:cubicBezTo>
                  <a:cubicBezTo>
                    <a:pt x="384" y="611"/>
                    <a:pt x="391" y="629"/>
                    <a:pt x="389" y="638"/>
                  </a:cubicBezTo>
                  <a:cubicBezTo>
                    <a:pt x="387" y="647"/>
                    <a:pt x="375" y="646"/>
                    <a:pt x="371" y="653"/>
                  </a:cubicBezTo>
                  <a:cubicBezTo>
                    <a:pt x="367" y="676"/>
                    <a:pt x="367" y="676"/>
                    <a:pt x="362" y="682"/>
                  </a:cubicBezTo>
                  <a:cubicBezTo>
                    <a:pt x="357" y="688"/>
                    <a:pt x="347" y="685"/>
                    <a:pt x="344" y="689"/>
                  </a:cubicBezTo>
                  <a:cubicBezTo>
                    <a:pt x="341" y="693"/>
                    <a:pt x="345" y="700"/>
                    <a:pt x="342" y="704"/>
                  </a:cubicBezTo>
                  <a:cubicBezTo>
                    <a:pt x="342" y="704"/>
                    <a:pt x="328" y="710"/>
                    <a:pt x="323" y="712"/>
                  </a:cubicBezTo>
                  <a:cubicBezTo>
                    <a:pt x="320" y="713"/>
                    <a:pt x="306" y="716"/>
                    <a:pt x="306" y="716"/>
                  </a:cubicBezTo>
                  <a:cubicBezTo>
                    <a:pt x="302" y="728"/>
                    <a:pt x="295" y="726"/>
                    <a:pt x="288" y="737"/>
                  </a:cubicBezTo>
                  <a:cubicBezTo>
                    <a:pt x="279" y="741"/>
                    <a:pt x="266" y="735"/>
                    <a:pt x="257" y="736"/>
                  </a:cubicBezTo>
                  <a:cubicBezTo>
                    <a:pt x="248" y="737"/>
                    <a:pt x="245" y="743"/>
                    <a:pt x="234" y="742"/>
                  </a:cubicBezTo>
                  <a:cubicBezTo>
                    <a:pt x="223" y="741"/>
                    <a:pt x="200" y="734"/>
                    <a:pt x="192" y="731"/>
                  </a:cubicBezTo>
                  <a:cubicBezTo>
                    <a:pt x="188" y="730"/>
                    <a:pt x="189" y="724"/>
                    <a:pt x="186" y="722"/>
                  </a:cubicBezTo>
                  <a:cubicBezTo>
                    <a:pt x="181" y="717"/>
                    <a:pt x="168" y="727"/>
                    <a:pt x="168" y="727"/>
                  </a:cubicBezTo>
                  <a:cubicBezTo>
                    <a:pt x="132" y="734"/>
                    <a:pt x="165" y="721"/>
                    <a:pt x="144" y="722"/>
                  </a:cubicBezTo>
                  <a:cubicBezTo>
                    <a:pt x="138" y="725"/>
                    <a:pt x="126" y="725"/>
                    <a:pt x="126" y="725"/>
                  </a:cubicBezTo>
                  <a:cubicBezTo>
                    <a:pt x="117" y="738"/>
                    <a:pt x="114" y="736"/>
                    <a:pt x="98" y="739"/>
                  </a:cubicBezTo>
                  <a:cubicBezTo>
                    <a:pt x="95" y="741"/>
                    <a:pt x="90" y="746"/>
                    <a:pt x="87" y="749"/>
                  </a:cubicBezTo>
                  <a:cubicBezTo>
                    <a:pt x="84" y="752"/>
                    <a:pt x="84" y="756"/>
                    <a:pt x="81" y="758"/>
                  </a:cubicBezTo>
                  <a:cubicBezTo>
                    <a:pt x="77" y="761"/>
                    <a:pt x="68" y="759"/>
                    <a:pt x="62" y="760"/>
                  </a:cubicBezTo>
                  <a:cubicBezTo>
                    <a:pt x="56" y="761"/>
                    <a:pt x="48" y="763"/>
                    <a:pt x="42" y="767"/>
                  </a:cubicBezTo>
                  <a:cubicBezTo>
                    <a:pt x="33" y="772"/>
                    <a:pt x="32" y="779"/>
                    <a:pt x="27" y="785"/>
                  </a:cubicBezTo>
                  <a:cubicBezTo>
                    <a:pt x="22" y="791"/>
                    <a:pt x="16" y="795"/>
                    <a:pt x="12" y="800"/>
                  </a:cubicBezTo>
                  <a:cubicBezTo>
                    <a:pt x="8" y="806"/>
                    <a:pt x="0" y="818"/>
                    <a:pt x="0" y="818"/>
                  </a:cubicBezTo>
                  <a:cubicBezTo>
                    <a:pt x="0" y="824"/>
                    <a:pt x="13" y="827"/>
                    <a:pt x="17" y="833"/>
                  </a:cubicBezTo>
                  <a:cubicBezTo>
                    <a:pt x="21" y="839"/>
                    <a:pt x="23" y="847"/>
                    <a:pt x="24" y="856"/>
                  </a:cubicBezTo>
                  <a:cubicBezTo>
                    <a:pt x="31" y="877"/>
                    <a:pt x="13" y="872"/>
                    <a:pt x="23" y="886"/>
                  </a:cubicBezTo>
                  <a:cubicBezTo>
                    <a:pt x="25" y="896"/>
                    <a:pt x="25" y="908"/>
                    <a:pt x="27" y="919"/>
                  </a:cubicBezTo>
                  <a:cubicBezTo>
                    <a:pt x="29" y="930"/>
                    <a:pt x="30" y="942"/>
                    <a:pt x="33" y="950"/>
                  </a:cubicBezTo>
                  <a:cubicBezTo>
                    <a:pt x="37" y="956"/>
                    <a:pt x="38" y="966"/>
                    <a:pt x="45" y="968"/>
                  </a:cubicBezTo>
                  <a:cubicBezTo>
                    <a:pt x="54" y="971"/>
                    <a:pt x="72" y="977"/>
                    <a:pt x="72" y="977"/>
                  </a:cubicBezTo>
                  <a:cubicBezTo>
                    <a:pt x="78" y="983"/>
                    <a:pt x="75" y="1001"/>
                    <a:pt x="80" y="1006"/>
                  </a:cubicBezTo>
                  <a:cubicBezTo>
                    <a:pt x="85" y="1011"/>
                    <a:pt x="94" y="1008"/>
                    <a:pt x="102" y="1010"/>
                  </a:cubicBezTo>
                  <a:cubicBezTo>
                    <a:pt x="110" y="1018"/>
                    <a:pt x="123" y="1014"/>
                    <a:pt x="129" y="1019"/>
                  </a:cubicBezTo>
                  <a:cubicBezTo>
                    <a:pt x="135" y="1024"/>
                    <a:pt x="133" y="1035"/>
                    <a:pt x="138" y="1040"/>
                  </a:cubicBezTo>
                  <a:cubicBezTo>
                    <a:pt x="146" y="1063"/>
                    <a:pt x="142" y="1032"/>
                    <a:pt x="158" y="1051"/>
                  </a:cubicBezTo>
                  <a:cubicBezTo>
                    <a:pt x="163" y="1056"/>
                    <a:pt x="165" y="1062"/>
                    <a:pt x="170" y="1066"/>
                  </a:cubicBezTo>
                  <a:cubicBezTo>
                    <a:pt x="175" y="1070"/>
                    <a:pt x="182" y="1072"/>
                    <a:pt x="186" y="1078"/>
                  </a:cubicBezTo>
                  <a:cubicBezTo>
                    <a:pt x="194" y="1089"/>
                    <a:pt x="184" y="1090"/>
                    <a:pt x="192" y="1102"/>
                  </a:cubicBezTo>
                  <a:cubicBezTo>
                    <a:pt x="194" y="1105"/>
                    <a:pt x="198" y="1099"/>
                    <a:pt x="200" y="1097"/>
                  </a:cubicBezTo>
                  <a:cubicBezTo>
                    <a:pt x="203" y="1093"/>
                    <a:pt x="213" y="1086"/>
                    <a:pt x="216" y="1085"/>
                  </a:cubicBezTo>
                  <a:cubicBezTo>
                    <a:pt x="223" y="1074"/>
                    <a:pt x="208" y="1068"/>
                    <a:pt x="219" y="1061"/>
                  </a:cubicBezTo>
                  <a:cubicBezTo>
                    <a:pt x="223" y="1054"/>
                    <a:pt x="221" y="1051"/>
                    <a:pt x="225" y="1045"/>
                  </a:cubicBezTo>
                  <a:cubicBezTo>
                    <a:pt x="229" y="1039"/>
                    <a:pt x="239" y="1033"/>
                    <a:pt x="245" y="1028"/>
                  </a:cubicBezTo>
                  <a:cubicBezTo>
                    <a:pt x="251" y="1023"/>
                    <a:pt x="256" y="1018"/>
                    <a:pt x="263" y="1015"/>
                  </a:cubicBezTo>
                  <a:cubicBezTo>
                    <a:pt x="270" y="1012"/>
                    <a:pt x="279" y="1013"/>
                    <a:pt x="285" y="1010"/>
                  </a:cubicBezTo>
                  <a:cubicBezTo>
                    <a:pt x="297" y="1001"/>
                    <a:pt x="293" y="998"/>
                    <a:pt x="299" y="995"/>
                  </a:cubicBezTo>
                  <a:cubicBezTo>
                    <a:pt x="305" y="992"/>
                    <a:pt x="315" y="992"/>
                    <a:pt x="324" y="991"/>
                  </a:cubicBezTo>
                  <a:cubicBezTo>
                    <a:pt x="332" y="987"/>
                    <a:pt x="341" y="991"/>
                    <a:pt x="351" y="991"/>
                  </a:cubicBezTo>
                  <a:cubicBezTo>
                    <a:pt x="361" y="991"/>
                    <a:pt x="375" y="991"/>
                    <a:pt x="386" y="992"/>
                  </a:cubicBezTo>
                  <a:cubicBezTo>
                    <a:pt x="397" y="993"/>
                    <a:pt x="411" y="999"/>
                    <a:pt x="420" y="995"/>
                  </a:cubicBezTo>
                  <a:cubicBezTo>
                    <a:pt x="439" y="991"/>
                    <a:pt x="431" y="975"/>
                    <a:pt x="440" y="971"/>
                  </a:cubicBezTo>
                  <a:cubicBezTo>
                    <a:pt x="449" y="967"/>
                    <a:pt x="464" y="978"/>
                    <a:pt x="474" y="971"/>
                  </a:cubicBezTo>
                  <a:cubicBezTo>
                    <a:pt x="487" y="958"/>
                    <a:pt x="498" y="946"/>
                    <a:pt x="501" y="929"/>
                  </a:cubicBezTo>
                  <a:cubicBezTo>
                    <a:pt x="504" y="919"/>
                    <a:pt x="492" y="920"/>
                    <a:pt x="489" y="910"/>
                  </a:cubicBezTo>
                  <a:cubicBezTo>
                    <a:pt x="486" y="900"/>
                    <a:pt x="483" y="875"/>
                    <a:pt x="485" y="866"/>
                  </a:cubicBezTo>
                  <a:cubicBezTo>
                    <a:pt x="485" y="853"/>
                    <a:pt x="495" y="860"/>
                    <a:pt x="501" y="857"/>
                  </a:cubicBezTo>
                  <a:cubicBezTo>
                    <a:pt x="507" y="854"/>
                    <a:pt x="513" y="849"/>
                    <a:pt x="521" y="847"/>
                  </a:cubicBezTo>
                  <a:cubicBezTo>
                    <a:pt x="529" y="845"/>
                    <a:pt x="540" y="841"/>
                    <a:pt x="552" y="842"/>
                  </a:cubicBezTo>
                  <a:cubicBezTo>
                    <a:pt x="564" y="843"/>
                    <a:pt x="584" y="847"/>
                    <a:pt x="593" y="850"/>
                  </a:cubicBezTo>
                  <a:cubicBezTo>
                    <a:pt x="616" y="848"/>
                    <a:pt x="601" y="860"/>
                    <a:pt x="605" y="863"/>
                  </a:cubicBezTo>
                  <a:cubicBezTo>
                    <a:pt x="609" y="866"/>
                    <a:pt x="616" y="868"/>
                    <a:pt x="620" y="868"/>
                  </a:cubicBezTo>
                  <a:cubicBezTo>
                    <a:pt x="624" y="868"/>
                    <a:pt x="624" y="865"/>
                    <a:pt x="632" y="865"/>
                  </a:cubicBezTo>
                  <a:cubicBezTo>
                    <a:pt x="640" y="865"/>
                    <a:pt x="658" y="868"/>
                    <a:pt x="669" y="869"/>
                  </a:cubicBezTo>
                  <a:cubicBezTo>
                    <a:pt x="676" y="867"/>
                    <a:pt x="689" y="862"/>
                    <a:pt x="696" y="869"/>
                  </a:cubicBezTo>
                  <a:cubicBezTo>
                    <a:pt x="710" y="883"/>
                    <a:pt x="693" y="889"/>
                    <a:pt x="711" y="890"/>
                  </a:cubicBezTo>
                  <a:cubicBezTo>
                    <a:pt x="719" y="893"/>
                    <a:pt x="734" y="892"/>
                    <a:pt x="744" y="892"/>
                  </a:cubicBezTo>
                  <a:cubicBezTo>
                    <a:pt x="754" y="892"/>
                    <a:pt x="763" y="887"/>
                    <a:pt x="770" y="887"/>
                  </a:cubicBezTo>
                  <a:cubicBezTo>
                    <a:pt x="777" y="887"/>
                    <a:pt x="781" y="889"/>
                    <a:pt x="789" y="893"/>
                  </a:cubicBezTo>
                  <a:cubicBezTo>
                    <a:pt x="802" y="897"/>
                    <a:pt x="804" y="907"/>
                    <a:pt x="816" y="914"/>
                  </a:cubicBezTo>
                  <a:cubicBezTo>
                    <a:pt x="825" y="919"/>
                    <a:pt x="852" y="920"/>
                    <a:pt x="855" y="920"/>
                  </a:cubicBezTo>
                  <a:cubicBezTo>
                    <a:pt x="865" y="924"/>
                    <a:pt x="862" y="934"/>
                    <a:pt x="869" y="940"/>
                  </a:cubicBezTo>
                  <a:cubicBezTo>
                    <a:pt x="876" y="946"/>
                    <a:pt x="887" y="953"/>
                    <a:pt x="897" y="955"/>
                  </a:cubicBezTo>
                  <a:cubicBezTo>
                    <a:pt x="907" y="957"/>
                    <a:pt x="920" y="951"/>
                    <a:pt x="927" y="953"/>
                  </a:cubicBezTo>
                  <a:cubicBezTo>
                    <a:pt x="942" y="960"/>
                    <a:pt x="934" y="965"/>
                    <a:pt x="939" y="968"/>
                  </a:cubicBezTo>
                  <a:cubicBezTo>
                    <a:pt x="944" y="971"/>
                    <a:pt x="952" y="971"/>
                    <a:pt x="956" y="970"/>
                  </a:cubicBezTo>
                  <a:cubicBezTo>
                    <a:pt x="960" y="969"/>
                    <a:pt x="957" y="960"/>
                    <a:pt x="963" y="959"/>
                  </a:cubicBezTo>
                  <a:cubicBezTo>
                    <a:pt x="974" y="957"/>
                    <a:pt x="993" y="962"/>
                    <a:pt x="993" y="962"/>
                  </a:cubicBezTo>
                  <a:cubicBezTo>
                    <a:pt x="1006" y="942"/>
                    <a:pt x="990" y="962"/>
                    <a:pt x="1026" y="950"/>
                  </a:cubicBezTo>
                  <a:cubicBezTo>
                    <a:pt x="1030" y="949"/>
                    <a:pt x="1032" y="944"/>
                    <a:pt x="1035" y="941"/>
                  </a:cubicBezTo>
                  <a:cubicBezTo>
                    <a:pt x="1046" y="932"/>
                    <a:pt x="1054" y="930"/>
                    <a:pt x="1068" y="928"/>
                  </a:cubicBezTo>
                  <a:cubicBezTo>
                    <a:pt x="1077" y="919"/>
                    <a:pt x="1080" y="912"/>
                    <a:pt x="1092" y="908"/>
                  </a:cubicBezTo>
                  <a:cubicBezTo>
                    <a:pt x="1103" y="910"/>
                    <a:pt x="1125" y="917"/>
                    <a:pt x="1125" y="917"/>
                  </a:cubicBezTo>
                  <a:cubicBezTo>
                    <a:pt x="1134" y="921"/>
                    <a:pt x="1141" y="929"/>
                    <a:pt x="1151" y="932"/>
                  </a:cubicBezTo>
                  <a:cubicBezTo>
                    <a:pt x="1161" y="935"/>
                    <a:pt x="1177" y="929"/>
                    <a:pt x="1185" y="932"/>
                  </a:cubicBezTo>
                  <a:cubicBezTo>
                    <a:pt x="1197" y="939"/>
                    <a:pt x="1197" y="948"/>
                    <a:pt x="1202" y="953"/>
                  </a:cubicBezTo>
                  <a:cubicBezTo>
                    <a:pt x="1207" y="958"/>
                    <a:pt x="1213" y="954"/>
                    <a:pt x="1218" y="962"/>
                  </a:cubicBezTo>
                  <a:cubicBezTo>
                    <a:pt x="1225" y="974"/>
                    <a:pt x="1230" y="992"/>
                    <a:pt x="1232" y="1004"/>
                  </a:cubicBezTo>
                  <a:cubicBezTo>
                    <a:pt x="1234" y="1016"/>
                    <a:pt x="1228" y="1026"/>
                    <a:pt x="1230" y="1033"/>
                  </a:cubicBezTo>
                  <a:cubicBezTo>
                    <a:pt x="1232" y="1040"/>
                    <a:pt x="1241" y="1041"/>
                    <a:pt x="1245" y="1048"/>
                  </a:cubicBezTo>
                  <a:cubicBezTo>
                    <a:pt x="1249" y="1055"/>
                    <a:pt x="1250" y="1066"/>
                    <a:pt x="1254" y="1073"/>
                  </a:cubicBezTo>
                  <a:cubicBezTo>
                    <a:pt x="1262" y="1094"/>
                    <a:pt x="1263" y="1083"/>
                    <a:pt x="1269" y="1088"/>
                  </a:cubicBezTo>
                  <a:cubicBezTo>
                    <a:pt x="1275" y="1093"/>
                    <a:pt x="1285" y="1097"/>
                    <a:pt x="1290" y="1106"/>
                  </a:cubicBezTo>
                  <a:cubicBezTo>
                    <a:pt x="1294" y="1117"/>
                    <a:pt x="1292" y="1138"/>
                    <a:pt x="1302" y="1144"/>
                  </a:cubicBezTo>
                  <a:cubicBezTo>
                    <a:pt x="1305" y="1146"/>
                    <a:pt x="1316" y="1146"/>
                    <a:pt x="1319" y="1148"/>
                  </a:cubicBezTo>
                  <a:cubicBezTo>
                    <a:pt x="1322" y="1149"/>
                    <a:pt x="1317" y="1161"/>
                    <a:pt x="1320" y="1163"/>
                  </a:cubicBezTo>
                  <a:cubicBezTo>
                    <a:pt x="1326" y="1167"/>
                    <a:pt x="1341" y="1172"/>
                    <a:pt x="1341" y="1172"/>
                  </a:cubicBezTo>
                  <a:cubicBezTo>
                    <a:pt x="1345" y="1175"/>
                    <a:pt x="1341" y="1184"/>
                    <a:pt x="1344" y="1187"/>
                  </a:cubicBezTo>
                  <a:cubicBezTo>
                    <a:pt x="1347" y="1190"/>
                    <a:pt x="1354" y="1194"/>
                    <a:pt x="1359" y="1190"/>
                  </a:cubicBezTo>
                  <a:cubicBezTo>
                    <a:pt x="1373" y="1169"/>
                    <a:pt x="1369" y="1179"/>
                    <a:pt x="1374" y="1163"/>
                  </a:cubicBezTo>
                  <a:cubicBezTo>
                    <a:pt x="1377" y="1145"/>
                    <a:pt x="1375" y="1136"/>
                    <a:pt x="1392" y="1130"/>
                  </a:cubicBezTo>
                  <a:cubicBezTo>
                    <a:pt x="1396" y="1120"/>
                    <a:pt x="1409" y="1120"/>
                    <a:pt x="1412" y="1112"/>
                  </a:cubicBezTo>
                  <a:cubicBezTo>
                    <a:pt x="1415" y="1104"/>
                    <a:pt x="1408" y="1087"/>
                    <a:pt x="1410" y="1081"/>
                  </a:cubicBezTo>
                  <a:cubicBezTo>
                    <a:pt x="1411" y="1074"/>
                    <a:pt x="1418" y="1079"/>
                    <a:pt x="1422" y="1075"/>
                  </a:cubicBezTo>
                  <a:cubicBezTo>
                    <a:pt x="1426" y="1071"/>
                    <a:pt x="1426" y="1065"/>
                    <a:pt x="1434" y="1058"/>
                  </a:cubicBezTo>
                  <a:cubicBezTo>
                    <a:pt x="1452" y="1031"/>
                    <a:pt x="1421" y="1038"/>
                    <a:pt x="1470" y="1031"/>
                  </a:cubicBezTo>
                  <a:cubicBezTo>
                    <a:pt x="1477" y="1023"/>
                    <a:pt x="1486" y="1019"/>
                    <a:pt x="1488" y="1012"/>
                  </a:cubicBezTo>
                  <a:cubicBezTo>
                    <a:pt x="1490" y="1005"/>
                    <a:pt x="1483" y="991"/>
                    <a:pt x="1485" y="986"/>
                  </a:cubicBezTo>
                  <a:cubicBezTo>
                    <a:pt x="1490" y="982"/>
                    <a:pt x="1497" y="982"/>
                    <a:pt x="1503" y="980"/>
                  </a:cubicBezTo>
                  <a:cubicBezTo>
                    <a:pt x="1510" y="978"/>
                    <a:pt x="1521" y="968"/>
                    <a:pt x="1521" y="968"/>
                  </a:cubicBezTo>
                  <a:cubicBezTo>
                    <a:pt x="1525" y="962"/>
                    <a:pt x="1532" y="952"/>
                    <a:pt x="1538" y="947"/>
                  </a:cubicBezTo>
                  <a:cubicBezTo>
                    <a:pt x="1544" y="942"/>
                    <a:pt x="1551" y="940"/>
                    <a:pt x="1557" y="937"/>
                  </a:cubicBezTo>
                  <a:cubicBezTo>
                    <a:pt x="1561" y="931"/>
                    <a:pt x="1569" y="930"/>
                    <a:pt x="1575" y="926"/>
                  </a:cubicBezTo>
                  <a:cubicBezTo>
                    <a:pt x="1579" y="922"/>
                    <a:pt x="1583" y="911"/>
                    <a:pt x="1590" y="908"/>
                  </a:cubicBezTo>
                  <a:cubicBezTo>
                    <a:pt x="1597" y="905"/>
                    <a:pt x="1609" y="913"/>
                    <a:pt x="1617" y="910"/>
                  </a:cubicBezTo>
                  <a:cubicBezTo>
                    <a:pt x="1630" y="906"/>
                    <a:pt x="1624" y="898"/>
                    <a:pt x="1637" y="892"/>
                  </a:cubicBezTo>
                  <a:cubicBezTo>
                    <a:pt x="1644" y="888"/>
                    <a:pt x="1654" y="886"/>
                    <a:pt x="1664" y="886"/>
                  </a:cubicBezTo>
                  <a:cubicBezTo>
                    <a:pt x="1674" y="886"/>
                    <a:pt x="1685" y="890"/>
                    <a:pt x="1695" y="890"/>
                  </a:cubicBezTo>
                  <a:cubicBezTo>
                    <a:pt x="1709" y="887"/>
                    <a:pt x="1717" y="889"/>
                    <a:pt x="1727" y="886"/>
                  </a:cubicBezTo>
                  <a:cubicBezTo>
                    <a:pt x="1737" y="883"/>
                    <a:pt x="1751" y="875"/>
                    <a:pt x="1757" y="869"/>
                  </a:cubicBezTo>
                  <a:cubicBezTo>
                    <a:pt x="1767" y="862"/>
                    <a:pt x="1764" y="853"/>
                    <a:pt x="1761" y="847"/>
                  </a:cubicBezTo>
                  <a:cubicBezTo>
                    <a:pt x="1758" y="841"/>
                    <a:pt x="1746" y="835"/>
                    <a:pt x="1740" y="830"/>
                  </a:cubicBezTo>
                  <a:cubicBezTo>
                    <a:pt x="1735" y="819"/>
                    <a:pt x="1728" y="824"/>
                    <a:pt x="1724" y="817"/>
                  </a:cubicBezTo>
                  <a:cubicBezTo>
                    <a:pt x="1720" y="810"/>
                    <a:pt x="1717" y="795"/>
                    <a:pt x="1713" y="788"/>
                  </a:cubicBezTo>
                  <a:cubicBezTo>
                    <a:pt x="1707" y="777"/>
                    <a:pt x="1703" y="782"/>
                    <a:pt x="1701" y="775"/>
                  </a:cubicBezTo>
                  <a:cubicBezTo>
                    <a:pt x="1699" y="768"/>
                    <a:pt x="1701" y="749"/>
                    <a:pt x="1698" y="743"/>
                  </a:cubicBezTo>
                  <a:cubicBezTo>
                    <a:pt x="1694" y="734"/>
                    <a:pt x="1686" y="743"/>
                    <a:pt x="1683" y="739"/>
                  </a:cubicBezTo>
                  <a:cubicBezTo>
                    <a:pt x="1680" y="735"/>
                    <a:pt x="1679" y="725"/>
                    <a:pt x="1677" y="716"/>
                  </a:cubicBezTo>
                  <a:cubicBezTo>
                    <a:pt x="1674" y="706"/>
                    <a:pt x="1671" y="696"/>
                    <a:pt x="1671" y="685"/>
                  </a:cubicBezTo>
                  <a:cubicBezTo>
                    <a:pt x="1671" y="674"/>
                    <a:pt x="1677" y="657"/>
                    <a:pt x="1680" y="650"/>
                  </a:cubicBezTo>
                  <a:cubicBezTo>
                    <a:pt x="1681" y="646"/>
                    <a:pt x="1687" y="647"/>
                    <a:pt x="1689" y="644"/>
                  </a:cubicBezTo>
                  <a:cubicBezTo>
                    <a:pt x="1694" y="639"/>
                    <a:pt x="1701" y="626"/>
                    <a:pt x="1701" y="626"/>
                  </a:cubicBezTo>
                  <a:cubicBezTo>
                    <a:pt x="1697" y="611"/>
                    <a:pt x="1697" y="608"/>
                    <a:pt x="1710" y="599"/>
                  </a:cubicBezTo>
                  <a:cubicBezTo>
                    <a:pt x="1712" y="596"/>
                    <a:pt x="1720" y="586"/>
                    <a:pt x="1719" y="581"/>
                  </a:cubicBezTo>
                  <a:cubicBezTo>
                    <a:pt x="1719" y="581"/>
                    <a:pt x="1676" y="531"/>
                    <a:pt x="1671" y="530"/>
                  </a:cubicBezTo>
                  <a:cubicBezTo>
                    <a:pt x="1657" y="527"/>
                    <a:pt x="1643" y="528"/>
                    <a:pt x="1629" y="527"/>
                  </a:cubicBezTo>
                  <a:cubicBezTo>
                    <a:pt x="1597" y="522"/>
                    <a:pt x="1611" y="517"/>
                    <a:pt x="1590" y="503"/>
                  </a:cubicBezTo>
                  <a:cubicBezTo>
                    <a:pt x="1583" y="496"/>
                    <a:pt x="1592" y="487"/>
                    <a:pt x="1590" y="481"/>
                  </a:cubicBezTo>
                  <a:cubicBezTo>
                    <a:pt x="1588" y="475"/>
                    <a:pt x="1578" y="472"/>
                    <a:pt x="1575" y="467"/>
                  </a:cubicBezTo>
                  <a:cubicBezTo>
                    <a:pt x="1572" y="458"/>
                    <a:pt x="1570" y="459"/>
                    <a:pt x="1569" y="451"/>
                  </a:cubicBezTo>
                  <a:cubicBezTo>
                    <a:pt x="1568" y="443"/>
                    <a:pt x="1571" y="425"/>
                    <a:pt x="1568" y="421"/>
                  </a:cubicBezTo>
                  <a:cubicBezTo>
                    <a:pt x="1565" y="417"/>
                    <a:pt x="1557" y="424"/>
                    <a:pt x="1548" y="424"/>
                  </a:cubicBezTo>
                  <a:cubicBezTo>
                    <a:pt x="1539" y="424"/>
                    <a:pt x="1525" y="424"/>
                    <a:pt x="1515" y="424"/>
                  </a:cubicBezTo>
                  <a:cubicBezTo>
                    <a:pt x="1505" y="424"/>
                    <a:pt x="1503" y="422"/>
                    <a:pt x="1488" y="422"/>
                  </a:cubicBezTo>
                  <a:cubicBezTo>
                    <a:pt x="1473" y="422"/>
                    <a:pt x="1434" y="425"/>
                    <a:pt x="1422" y="425"/>
                  </a:cubicBezTo>
                  <a:cubicBezTo>
                    <a:pt x="1395" y="417"/>
                    <a:pt x="1419" y="421"/>
                    <a:pt x="1418" y="419"/>
                  </a:cubicBezTo>
                  <a:cubicBezTo>
                    <a:pt x="1417" y="417"/>
                    <a:pt x="1416" y="418"/>
                    <a:pt x="1416" y="415"/>
                  </a:cubicBezTo>
                  <a:cubicBezTo>
                    <a:pt x="1416" y="412"/>
                    <a:pt x="1422" y="399"/>
                    <a:pt x="1416" y="398"/>
                  </a:cubicBezTo>
                  <a:cubicBezTo>
                    <a:pt x="1410" y="397"/>
                    <a:pt x="1392" y="406"/>
                    <a:pt x="1380" y="406"/>
                  </a:cubicBezTo>
                  <a:cubicBezTo>
                    <a:pt x="1368" y="406"/>
                    <a:pt x="1349" y="403"/>
                    <a:pt x="1341" y="398"/>
                  </a:cubicBezTo>
                  <a:cubicBezTo>
                    <a:pt x="1324" y="391"/>
                    <a:pt x="1336" y="378"/>
                    <a:pt x="1329" y="374"/>
                  </a:cubicBezTo>
                  <a:cubicBezTo>
                    <a:pt x="1322" y="370"/>
                    <a:pt x="1305" y="375"/>
                    <a:pt x="1296" y="371"/>
                  </a:cubicBezTo>
                  <a:cubicBezTo>
                    <a:pt x="1287" y="365"/>
                    <a:pt x="1283" y="355"/>
                    <a:pt x="1272" y="350"/>
                  </a:cubicBezTo>
                  <a:cubicBezTo>
                    <a:pt x="1240" y="336"/>
                    <a:pt x="1265" y="352"/>
                    <a:pt x="1245" y="338"/>
                  </a:cubicBezTo>
                  <a:cubicBezTo>
                    <a:pt x="1235" y="329"/>
                    <a:pt x="1231" y="300"/>
                    <a:pt x="1224" y="290"/>
                  </a:cubicBezTo>
                  <a:cubicBezTo>
                    <a:pt x="1217" y="280"/>
                    <a:pt x="1207" y="283"/>
                    <a:pt x="1200" y="277"/>
                  </a:cubicBezTo>
                  <a:cubicBezTo>
                    <a:pt x="1193" y="271"/>
                    <a:pt x="1192" y="260"/>
                    <a:pt x="1184" y="254"/>
                  </a:cubicBezTo>
                  <a:cubicBezTo>
                    <a:pt x="1176" y="248"/>
                    <a:pt x="1159" y="245"/>
                    <a:pt x="1152" y="242"/>
                  </a:cubicBezTo>
                  <a:cubicBezTo>
                    <a:pt x="1149" y="240"/>
                    <a:pt x="1147" y="236"/>
                    <a:pt x="1143" y="236"/>
                  </a:cubicBezTo>
                  <a:cubicBezTo>
                    <a:pt x="1137" y="236"/>
                    <a:pt x="1130" y="231"/>
                    <a:pt x="1124" y="232"/>
                  </a:cubicBezTo>
                  <a:cubicBezTo>
                    <a:pt x="1109" y="250"/>
                    <a:pt x="1103" y="244"/>
                    <a:pt x="1092" y="245"/>
                  </a:cubicBezTo>
                  <a:cubicBezTo>
                    <a:pt x="1090" y="253"/>
                    <a:pt x="1093" y="264"/>
                    <a:pt x="1086" y="269"/>
                  </a:cubicBezTo>
                  <a:cubicBezTo>
                    <a:pt x="1081" y="273"/>
                    <a:pt x="1068" y="275"/>
                    <a:pt x="1068" y="275"/>
                  </a:cubicBezTo>
                  <a:cubicBezTo>
                    <a:pt x="1019" y="271"/>
                    <a:pt x="1043" y="274"/>
                    <a:pt x="1017" y="257"/>
                  </a:cubicBezTo>
                  <a:cubicBezTo>
                    <a:pt x="1007" y="264"/>
                    <a:pt x="997" y="259"/>
                    <a:pt x="986" y="263"/>
                  </a:cubicBezTo>
                  <a:cubicBezTo>
                    <a:pt x="965" y="249"/>
                    <a:pt x="973" y="253"/>
                    <a:pt x="957" y="248"/>
                  </a:cubicBezTo>
                  <a:cubicBezTo>
                    <a:pt x="939" y="249"/>
                    <a:pt x="924" y="255"/>
                    <a:pt x="906" y="257"/>
                  </a:cubicBezTo>
                  <a:cubicBezTo>
                    <a:pt x="900" y="258"/>
                    <a:pt x="888" y="263"/>
                    <a:pt x="888" y="263"/>
                  </a:cubicBezTo>
                  <a:cubicBezTo>
                    <a:pt x="869" y="258"/>
                    <a:pt x="857" y="235"/>
                    <a:pt x="843" y="233"/>
                  </a:cubicBezTo>
                  <a:cubicBezTo>
                    <a:pt x="834" y="232"/>
                    <a:pt x="825" y="231"/>
                    <a:pt x="816" y="230"/>
                  </a:cubicBezTo>
                  <a:cubicBezTo>
                    <a:pt x="806" y="216"/>
                    <a:pt x="811" y="224"/>
                    <a:pt x="804" y="203"/>
                  </a:cubicBezTo>
                  <a:cubicBezTo>
                    <a:pt x="801" y="194"/>
                    <a:pt x="777" y="191"/>
                    <a:pt x="777" y="191"/>
                  </a:cubicBezTo>
                  <a:cubicBezTo>
                    <a:pt x="768" y="182"/>
                    <a:pt x="753" y="191"/>
                    <a:pt x="743" y="184"/>
                  </a:cubicBezTo>
                  <a:cubicBezTo>
                    <a:pt x="733" y="170"/>
                    <a:pt x="750" y="156"/>
                    <a:pt x="729" y="149"/>
                  </a:cubicBezTo>
                  <a:cubicBezTo>
                    <a:pt x="723" y="147"/>
                    <a:pt x="708" y="152"/>
                    <a:pt x="708" y="152"/>
                  </a:cubicBezTo>
                  <a:cubicBezTo>
                    <a:pt x="701" y="148"/>
                    <a:pt x="692" y="125"/>
                    <a:pt x="684" y="122"/>
                  </a:cubicBezTo>
                  <a:cubicBezTo>
                    <a:pt x="676" y="119"/>
                    <a:pt x="669" y="134"/>
                    <a:pt x="660" y="131"/>
                  </a:cubicBezTo>
                  <a:cubicBezTo>
                    <a:pt x="646" y="126"/>
                    <a:pt x="642" y="112"/>
                    <a:pt x="630" y="104"/>
                  </a:cubicBezTo>
                  <a:cubicBezTo>
                    <a:pt x="621" y="91"/>
                    <a:pt x="623" y="77"/>
                    <a:pt x="606" y="71"/>
                  </a:cubicBezTo>
                  <a:cubicBezTo>
                    <a:pt x="593" y="51"/>
                    <a:pt x="609" y="11"/>
                    <a:pt x="575" y="11"/>
                  </a:cubicBezTo>
                  <a:close/>
                </a:path>
              </a:pathLst>
            </a:custGeom>
            <a:solidFill>
              <a:srgbClr val="FFCC99"/>
            </a:solidFill>
            <a:ln w="12700" cap="flat" cmpd="sng">
              <a:solidFill>
                <a:srgbClr val="0000FF"/>
              </a:solidFill>
              <a:prstDash val="solid"/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9" name="Rectangle 22">
              <a:extLst>
                <a:ext uri="{FF2B5EF4-FFF2-40B4-BE49-F238E27FC236}">
                  <a16:creationId xmlns:a16="http://schemas.microsoft.com/office/drawing/2014/main" id="{1917CA54-2064-6366-92AB-06E49571012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08" y="1493"/>
              <a:ext cx="31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</a:t>
              </a:r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4B64CAEF-506F-BFEE-8358-A0BE1BD9E69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4236" y="1757"/>
              <a:ext cx="5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32">
              <a:extLst>
                <a:ext uri="{FF2B5EF4-FFF2-40B4-BE49-F238E27FC236}">
                  <a16:creationId xmlns:a16="http://schemas.microsoft.com/office/drawing/2014/main" id="{BDADE73F-12C7-FB84-D6E3-015D62CCE8E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2" y="1730"/>
              <a:ext cx="313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  <p:graphicFrame>
          <p:nvGraphicFramePr>
            <p:cNvPr id="12" name="Object 35">
              <a:extLst>
                <a:ext uri="{FF2B5EF4-FFF2-40B4-BE49-F238E27FC236}">
                  <a16:creationId xmlns:a16="http://schemas.microsoft.com/office/drawing/2014/main" id="{B32B1DB4-739E-0AC3-8E35-4A5481362BC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40" y="1848"/>
            <a:ext cx="138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79400" imgH="368300" progId="Equation.3">
                    <p:embed/>
                  </p:oleObj>
                </mc:Choice>
                <mc:Fallback>
                  <p:oleObj name="公式" r:id="rId3" imgW="279400" imgH="368300" progId="Equation.3">
                    <p:embed/>
                    <p:pic>
                      <p:nvPicPr>
                        <p:cNvPr id="12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40" y="1848"/>
                          <a:ext cx="138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" name="Oval 36">
              <a:extLst>
                <a:ext uri="{FF2B5EF4-FFF2-40B4-BE49-F238E27FC236}">
                  <a16:creationId xmlns:a16="http://schemas.microsoft.com/office/drawing/2014/main" id="{E368A933-0EAD-EAE4-9F92-2922FDC47D4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39" y="1867"/>
              <a:ext cx="35" cy="3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4" name="Object 39">
              <a:extLst>
                <a:ext uri="{FF2B5EF4-FFF2-40B4-BE49-F238E27FC236}">
                  <a16:creationId xmlns:a16="http://schemas.microsoft.com/office/drawing/2014/main" id="{9CBFA519-5079-738D-8BE0-2DD1A0A05E5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225" y="1885"/>
            <a:ext cx="145" cy="1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92100" imgH="381000" progId="Equation.3">
                    <p:embed/>
                  </p:oleObj>
                </mc:Choice>
                <mc:Fallback>
                  <p:oleObj name="公式" r:id="rId5" imgW="292100" imgH="381000" progId="Equation.3">
                    <p:embed/>
                    <p:pic>
                      <p:nvPicPr>
                        <p:cNvPr id="14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25" y="1885"/>
                          <a:ext cx="145" cy="1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Oval 40">
              <a:extLst>
                <a:ext uri="{FF2B5EF4-FFF2-40B4-BE49-F238E27FC236}">
                  <a16:creationId xmlns:a16="http://schemas.microsoft.com/office/drawing/2014/main" id="{00E6A9B9-4425-0E15-7E83-EF833F41B59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327" y="1907"/>
              <a:ext cx="35" cy="3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16" name="Object 42">
              <a:extLst>
                <a:ext uri="{FF2B5EF4-FFF2-40B4-BE49-F238E27FC236}">
                  <a16:creationId xmlns:a16="http://schemas.microsoft.com/office/drawing/2014/main" id="{1A7A3E2D-F0FA-40EC-C6DE-139DCB53175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7" y="1498"/>
            <a:ext cx="13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66700" imgH="368300" progId="Equation.3">
                    <p:embed/>
                  </p:oleObj>
                </mc:Choice>
                <mc:Fallback>
                  <p:oleObj name="公式" r:id="rId7" imgW="266700" imgH="368300" progId="Equation.3">
                    <p:embed/>
                    <p:pic>
                      <p:nvPicPr>
                        <p:cNvPr id="16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7" y="1498"/>
                          <a:ext cx="132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" name="Oval 43">
              <a:extLst>
                <a:ext uri="{FF2B5EF4-FFF2-40B4-BE49-F238E27FC236}">
                  <a16:creationId xmlns:a16="http://schemas.microsoft.com/office/drawing/2014/main" id="{A0803966-13B9-361E-9FFF-F9EA02F2F3D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91" y="1517"/>
              <a:ext cx="35" cy="37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0000FF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Rectangle 49">
              <a:extLst>
                <a:ext uri="{FF2B5EF4-FFF2-40B4-BE49-F238E27FC236}">
                  <a16:creationId xmlns:a16="http://schemas.microsoft.com/office/drawing/2014/main" id="{614459BC-2135-AA33-41B9-A008CC8A1D8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74" y="1704"/>
              <a:ext cx="31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400" b="1" i="1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0" name="Rectangle 5">
            <a:extLst>
              <a:ext uri="{FF2B5EF4-FFF2-40B4-BE49-F238E27FC236}">
                <a16:creationId xmlns:a16="http://schemas.microsoft.com/office/drawing/2014/main" id="{5C69FAD3-ED20-766E-8A5E-CA2EBC772B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99456" y="821656"/>
            <a:ext cx="2974852" cy="523220"/>
          </a:xfrm>
          <a:prstGeom prst="rect">
            <a:avLst/>
          </a:prstGeom>
          <a:solidFill>
            <a:srgbClr val="FFFF00"/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Cauchy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留数定理    </a:t>
            </a:r>
            <a:endParaRPr kumimoji="1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1" name="Object 8">
            <a:extLst>
              <a:ext uri="{FF2B5EF4-FFF2-40B4-BE49-F238E27FC236}">
                <a16:creationId xmlns:a16="http://schemas.microsoft.com/office/drawing/2014/main" id="{4C8F817D-0BFF-500B-1D42-929CBB6357D8}"/>
              </a:ext>
            </a:extLst>
          </p:cNvPr>
          <p:cNvGraphicFramePr/>
          <p:nvPr/>
        </p:nvGraphicFramePr>
        <p:xfrm>
          <a:off x="4078288" y="2460625"/>
          <a:ext cx="379571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803240" imgH="431640" progId="Equation.DSMT4">
                  <p:embed/>
                </p:oleObj>
              </mc:Choice>
              <mc:Fallback>
                <p:oleObj name="Equation" r:id="rId9" imgW="1803240" imgH="431640" progId="Equation.DSMT4">
                  <p:embed/>
                  <p:pic>
                    <p:nvPicPr>
                      <p:cNvPr id="21" name="Object 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8288" y="2460625"/>
                        <a:ext cx="3795712" cy="9366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3" name="Group 65">
            <a:extLst>
              <a:ext uri="{FF2B5EF4-FFF2-40B4-BE49-F238E27FC236}">
                <a16:creationId xmlns:a16="http://schemas.microsoft.com/office/drawing/2014/main" id="{0B4C4EBA-34E7-2DB2-9182-21F9A2386CB3}"/>
              </a:ext>
            </a:extLst>
          </p:cNvPr>
          <p:cNvGrpSpPr/>
          <p:nvPr/>
        </p:nvGrpSpPr>
        <p:grpSpPr bwMode="auto">
          <a:xfrm>
            <a:off x="1177478" y="1484849"/>
            <a:ext cx="10217150" cy="1003299"/>
            <a:chOff x="333" y="773"/>
            <a:chExt cx="6436" cy="632"/>
          </a:xfrm>
        </p:grpSpPr>
        <p:sp>
          <p:nvSpPr>
            <p:cNvPr id="24" name="Rectangle 9">
              <a:extLst>
                <a:ext uri="{FF2B5EF4-FFF2-40B4-BE49-F238E27FC236}">
                  <a16:creationId xmlns:a16="http://schemas.microsoft.com/office/drawing/2014/main" id="{D195E590-5977-571C-9B7A-EA2FCBC487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" y="776"/>
              <a:ext cx="698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    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5" name="Rectangle 10">
              <a:extLst>
                <a:ext uri="{FF2B5EF4-FFF2-40B4-BE49-F238E27FC236}">
                  <a16:creationId xmlns:a16="http://schemas.microsoft.com/office/drawing/2014/main" id="{BF329F89-5A18-4579-EAB0-BE2847EAE8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" y="773"/>
              <a:ext cx="5921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    在以周线或复周线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为边界的区域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D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3535FE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除有限个孤立奇点    </a:t>
              </a:r>
            </a:p>
          </p:txBody>
        </p:sp>
        <p:graphicFrame>
          <p:nvGraphicFramePr>
            <p:cNvPr id="26" name="Object 11">
              <a:extLst>
                <a:ext uri="{FF2B5EF4-FFF2-40B4-BE49-F238E27FC236}">
                  <a16:creationId xmlns:a16="http://schemas.microsoft.com/office/drawing/2014/main" id="{36E7925C-AA1D-C390-B1B6-04C15752056C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124" y="822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635000" imgH="342900" progId="Equation.3">
                    <p:embed/>
                  </p:oleObj>
                </mc:Choice>
                <mc:Fallback>
                  <p:oleObj name="公式" r:id="rId11" imgW="635000" imgH="342900" progId="Equation.3">
                    <p:embed/>
                    <p:pic>
                      <p:nvPicPr>
                        <p:cNvPr id="26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24" y="822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7" name="Object 13">
              <a:extLst>
                <a:ext uri="{FF2B5EF4-FFF2-40B4-BE49-F238E27FC236}">
                  <a16:creationId xmlns:a16="http://schemas.microsoft.com/office/drawing/2014/main" id="{DCF5EC39-DBF4-7DE2-9E91-BB9542154260}"/>
                </a:ext>
              </a:extLst>
            </p:cNvPr>
            <p:cNvGraphicFramePr/>
            <p:nvPr/>
          </p:nvGraphicFramePr>
          <p:xfrm>
            <a:off x="886" y="1128"/>
            <a:ext cx="1112" cy="27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787320" imgH="228600" progId="Equation.DSMT4">
                    <p:embed/>
                  </p:oleObj>
                </mc:Choice>
                <mc:Fallback>
                  <p:oleObj name="Equation" r:id="rId13" imgW="787320" imgH="228600" progId="Equation.DSMT4">
                    <p:embed/>
                    <p:pic>
                      <p:nvPicPr>
                        <p:cNvPr id="27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86" y="1128"/>
                          <a:ext cx="1112" cy="277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2" name="Group 64">
            <a:extLst>
              <a:ext uri="{FF2B5EF4-FFF2-40B4-BE49-F238E27FC236}">
                <a16:creationId xmlns:a16="http://schemas.microsoft.com/office/drawing/2014/main" id="{476B8392-7787-FDD2-D613-E726D605C29F}"/>
              </a:ext>
            </a:extLst>
          </p:cNvPr>
          <p:cNvGrpSpPr/>
          <p:nvPr/>
        </p:nvGrpSpPr>
        <p:grpSpPr bwMode="auto">
          <a:xfrm>
            <a:off x="8532316" y="2365117"/>
            <a:ext cx="2068513" cy="1427162"/>
            <a:chOff x="4234" y="1347"/>
            <a:chExt cx="1303" cy="899"/>
          </a:xfrm>
        </p:grpSpPr>
        <p:sp>
          <p:nvSpPr>
            <p:cNvPr id="33" name="Oval 24">
              <a:extLst>
                <a:ext uri="{FF2B5EF4-FFF2-40B4-BE49-F238E27FC236}">
                  <a16:creationId xmlns:a16="http://schemas.microsoft.com/office/drawing/2014/main" id="{EA8E9228-0ECB-3F40-DE4D-CC5584ECBE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0" y="1667"/>
              <a:ext cx="431" cy="431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4" name="Oval 38">
              <a:extLst>
                <a:ext uri="{FF2B5EF4-FFF2-40B4-BE49-F238E27FC236}">
                  <a16:creationId xmlns:a16="http://schemas.microsoft.com/office/drawing/2014/main" id="{AD8A412A-DBEF-272D-20E3-ECDD9E21E9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52" y="1725"/>
              <a:ext cx="385" cy="385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Oval 41">
              <a:extLst>
                <a:ext uri="{FF2B5EF4-FFF2-40B4-BE49-F238E27FC236}">
                  <a16:creationId xmlns:a16="http://schemas.microsoft.com/office/drawing/2014/main" id="{F2BF6A24-089D-E5D4-DB88-1B0A7718AF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4" y="1347"/>
              <a:ext cx="340" cy="340"/>
            </a:xfrm>
            <a:prstGeom prst="ellipse">
              <a:avLst/>
            </a:prstGeom>
            <a:noFill/>
            <a:ln w="19050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Line 44">
              <a:extLst>
                <a:ext uri="{FF2B5EF4-FFF2-40B4-BE49-F238E27FC236}">
                  <a16:creationId xmlns:a16="http://schemas.microsoft.com/office/drawing/2014/main" id="{86045916-07AD-6B1B-0E67-C468AF31893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444" y="1840"/>
              <a:ext cx="0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Line 27">
              <a:extLst>
                <a:ext uri="{FF2B5EF4-FFF2-40B4-BE49-F238E27FC236}">
                  <a16:creationId xmlns:a16="http://schemas.microsoft.com/office/drawing/2014/main" id="{D1F8D66D-E37A-D4FA-F479-B9EAC8D952F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572" y="1476"/>
              <a:ext cx="0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45">
              <a:extLst>
                <a:ext uri="{FF2B5EF4-FFF2-40B4-BE49-F238E27FC236}">
                  <a16:creationId xmlns:a16="http://schemas.microsoft.com/office/drawing/2014/main" id="{8228139F-717F-5DB6-3B25-5FC42C031C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5400000" flipV="1">
              <a:off x="5346" y="2070"/>
              <a:ext cx="0" cy="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" name="Object 46">
              <a:extLst>
                <a:ext uri="{FF2B5EF4-FFF2-40B4-BE49-F238E27FC236}">
                  <a16:creationId xmlns:a16="http://schemas.microsoft.com/office/drawing/2014/main" id="{CF256296-04B8-BA7C-8EEB-D4327881A3B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05" y="1400"/>
            <a:ext cx="13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66700" imgH="368300" progId="Equation.3">
                    <p:embed/>
                  </p:oleObj>
                </mc:Choice>
                <mc:Fallback>
                  <p:oleObj name="公式" r:id="rId15" imgW="266700" imgH="368300" progId="Equation.3">
                    <p:embed/>
                    <p:pic>
                      <p:nvPicPr>
                        <p:cNvPr id="39" name="Object 4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5" y="1400"/>
                          <a:ext cx="132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47">
              <a:extLst>
                <a:ext uri="{FF2B5EF4-FFF2-40B4-BE49-F238E27FC236}">
                  <a16:creationId xmlns:a16="http://schemas.microsoft.com/office/drawing/2014/main" id="{C6B451D2-1913-5872-3D54-D5AB90BA54B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08" y="1850"/>
            <a:ext cx="139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79400" imgH="368300" progId="Equation.3">
                    <p:embed/>
                  </p:oleObj>
                </mc:Choice>
                <mc:Fallback>
                  <p:oleObj name="公式" r:id="rId17" imgW="279400" imgH="368300" progId="Equation.3">
                    <p:embed/>
                    <p:pic>
                      <p:nvPicPr>
                        <p:cNvPr id="4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8" y="1850"/>
                          <a:ext cx="139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8">
              <a:extLst>
                <a:ext uri="{FF2B5EF4-FFF2-40B4-BE49-F238E27FC236}">
                  <a16:creationId xmlns:a16="http://schemas.microsoft.com/office/drawing/2014/main" id="{BA7EDF92-DAFC-3E8A-093D-BB97B5EB2654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87" y="2066"/>
            <a:ext cx="132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66700" imgH="368300" progId="Equation.3">
                    <p:embed/>
                  </p:oleObj>
                </mc:Choice>
                <mc:Fallback>
                  <p:oleObj name="公式" r:id="rId19" imgW="266700" imgH="368300" progId="Equation.3">
                    <p:embed/>
                    <p:pic>
                      <p:nvPicPr>
                        <p:cNvPr id="41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7" y="2066"/>
                          <a:ext cx="132" cy="18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内容占位符 3">
            <a:extLst>
              <a:ext uri="{FF2B5EF4-FFF2-40B4-BE49-F238E27FC236}">
                <a16:creationId xmlns:a16="http://schemas.microsoft.com/office/drawing/2014/main" id="{4D5D7CFC-0DC8-4286-9F24-7C24202414AF}"/>
              </a:ext>
            </a:extLst>
          </p:cNvPr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DF4F6AF-68C5-3CB3-336D-13C956BC31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08413" y="2080418"/>
          <a:ext cx="4335462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2171520" imgH="215640" progId="Equation.DSMT4">
                  <p:embed/>
                </p:oleObj>
              </mc:Choice>
              <mc:Fallback>
                <p:oleObj name="Equation" r:id="rId21" imgW="2171520" imgH="21564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B31F9169-2CD7-82C6-E472-C615D347B8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2"/>
                      <a:stretch>
                        <a:fillRect/>
                      </a:stretch>
                    </p:blipFill>
                    <p:spPr>
                      <a:xfrm>
                        <a:off x="3808413" y="2080418"/>
                        <a:ext cx="4335462" cy="43021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8" name="组合 57">
            <a:extLst>
              <a:ext uri="{FF2B5EF4-FFF2-40B4-BE49-F238E27FC236}">
                <a16:creationId xmlns:a16="http://schemas.microsoft.com/office/drawing/2014/main" id="{D5C217EC-8FED-568D-BBAB-D885C6843890}"/>
              </a:ext>
            </a:extLst>
          </p:cNvPr>
          <p:cNvGrpSpPr/>
          <p:nvPr/>
        </p:nvGrpSpPr>
        <p:grpSpPr>
          <a:xfrm>
            <a:off x="9547962" y="3315126"/>
            <a:ext cx="690992" cy="383287"/>
            <a:chOff x="8317904" y="6070917"/>
            <a:chExt cx="690992" cy="383287"/>
          </a:xfrm>
        </p:grpSpPr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6A07D232-0320-A211-B0C5-D95E2B1E57F6}"/>
                </a:ext>
              </a:extLst>
            </p:cNvPr>
            <p:cNvSpPr/>
            <p:nvPr/>
          </p:nvSpPr>
          <p:spPr>
            <a:xfrm>
              <a:off x="8317904" y="6070917"/>
              <a:ext cx="270024" cy="246274"/>
            </a:xfrm>
            <a:custGeom>
              <a:avLst/>
              <a:gdLst>
                <a:gd name="connsiteX0" fmla="*/ 49095 w 270024"/>
                <a:gd name="connsiteY0" fmla="*/ 49893 h 246274"/>
                <a:gd name="connsiteX1" fmla="*/ 0 w 270024"/>
                <a:gd name="connsiteY1" fmla="*/ 129673 h 246274"/>
                <a:gd name="connsiteX2" fmla="*/ 12274 w 270024"/>
                <a:gd name="connsiteY2" fmla="*/ 215590 h 246274"/>
                <a:gd name="connsiteX3" fmla="*/ 18410 w 270024"/>
                <a:gd name="connsiteY3" fmla="*/ 234000 h 246274"/>
                <a:gd name="connsiteX4" fmla="*/ 79780 w 270024"/>
                <a:gd name="connsiteY4" fmla="*/ 246274 h 246274"/>
                <a:gd name="connsiteX5" fmla="*/ 177970 w 270024"/>
                <a:gd name="connsiteY5" fmla="*/ 240137 h 246274"/>
                <a:gd name="connsiteX6" fmla="*/ 202518 w 270024"/>
                <a:gd name="connsiteY6" fmla="*/ 227864 h 246274"/>
                <a:gd name="connsiteX7" fmla="*/ 227065 w 270024"/>
                <a:gd name="connsiteY7" fmla="*/ 221727 h 246274"/>
                <a:gd name="connsiteX8" fmla="*/ 263887 w 270024"/>
                <a:gd name="connsiteY8" fmla="*/ 178768 h 246274"/>
                <a:gd name="connsiteX9" fmla="*/ 270024 w 270024"/>
                <a:gd name="connsiteY9" fmla="*/ 160358 h 246274"/>
                <a:gd name="connsiteX10" fmla="*/ 263887 w 270024"/>
                <a:gd name="connsiteY10" fmla="*/ 80578 h 246274"/>
                <a:gd name="connsiteX11" fmla="*/ 239339 w 270024"/>
                <a:gd name="connsiteY11" fmla="*/ 74441 h 246274"/>
                <a:gd name="connsiteX12" fmla="*/ 177970 w 270024"/>
                <a:gd name="connsiteY12" fmla="*/ 43756 h 246274"/>
                <a:gd name="connsiteX13" fmla="*/ 104327 w 270024"/>
                <a:gd name="connsiteY13" fmla="*/ 798 h 246274"/>
                <a:gd name="connsiteX14" fmla="*/ 79780 w 270024"/>
                <a:gd name="connsiteY14" fmla="*/ 13072 h 246274"/>
                <a:gd name="connsiteX15" fmla="*/ 49095 w 270024"/>
                <a:gd name="connsiteY15" fmla="*/ 49893 h 246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270024" h="246274">
                  <a:moveTo>
                    <a:pt x="49095" y="49893"/>
                  </a:moveTo>
                  <a:cubicBezTo>
                    <a:pt x="35799" y="69326"/>
                    <a:pt x="11794" y="82498"/>
                    <a:pt x="0" y="129673"/>
                  </a:cubicBezTo>
                  <a:cubicBezTo>
                    <a:pt x="4091" y="158312"/>
                    <a:pt x="7247" y="187100"/>
                    <a:pt x="12274" y="215590"/>
                  </a:cubicBezTo>
                  <a:cubicBezTo>
                    <a:pt x="13398" y="221960"/>
                    <a:pt x="12521" y="231323"/>
                    <a:pt x="18410" y="234000"/>
                  </a:cubicBezTo>
                  <a:cubicBezTo>
                    <a:pt x="37402" y="242633"/>
                    <a:pt x="59323" y="242183"/>
                    <a:pt x="79780" y="246274"/>
                  </a:cubicBezTo>
                  <a:cubicBezTo>
                    <a:pt x="112510" y="244228"/>
                    <a:pt x="145539" y="245001"/>
                    <a:pt x="177970" y="240137"/>
                  </a:cubicBezTo>
                  <a:cubicBezTo>
                    <a:pt x="187017" y="238780"/>
                    <a:pt x="193952" y="231076"/>
                    <a:pt x="202518" y="227864"/>
                  </a:cubicBezTo>
                  <a:cubicBezTo>
                    <a:pt x="210415" y="224903"/>
                    <a:pt x="218883" y="223773"/>
                    <a:pt x="227065" y="221727"/>
                  </a:cubicBezTo>
                  <a:cubicBezTo>
                    <a:pt x="241575" y="207217"/>
                    <a:pt x="253389" y="197138"/>
                    <a:pt x="263887" y="178768"/>
                  </a:cubicBezTo>
                  <a:cubicBezTo>
                    <a:pt x="267096" y="173152"/>
                    <a:pt x="267978" y="166495"/>
                    <a:pt x="270024" y="160358"/>
                  </a:cubicBezTo>
                  <a:cubicBezTo>
                    <a:pt x="267978" y="133765"/>
                    <a:pt x="272858" y="105696"/>
                    <a:pt x="263887" y="80578"/>
                  </a:cubicBezTo>
                  <a:cubicBezTo>
                    <a:pt x="261050" y="72635"/>
                    <a:pt x="247449" y="76758"/>
                    <a:pt x="239339" y="74441"/>
                  </a:cubicBezTo>
                  <a:cubicBezTo>
                    <a:pt x="210960" y="66333"/>
                    <a:pt x="212070" y="63242"/>
                    <a:pt x="177970" y="43756"/>
                  </a:cubicBezTo>
                  <a:cubicBezTo>
                    <a:pt x="149781" y="9929"/>
                    <a:pt x="152459" y="-3578"/>
                    <a:pt x="104327" y="798"/>
                  </a:cubicBezTo>
                  <a:cubicBezTo>
                    <a:pt x="95216" y="1626"/>
                    <a:pt x="87962" y="8981"/>
                    <a:pt x="79780" y="13072"/>
                  </a:cubicBezTo>
                  <a:cubicBezTo>
                    <a:pt x="59633" y="39933"/>
                    <a:pt x="62391" y="30460"/>
                    <a:pt x="49095" y="49893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solidFill>
                <a:srgbClr val="0000FF"/>
              </a:solidFill>
            </a:ln>
          </p:spPr>
          <p:txBody>
            <a:bodyPr wrap="none" rtlCol="0" anchor="ctr">
              <a:spAutoFit/>
            </a:bodyPr>
            <a:lstStyle/>
            <a:p>
              <a:pPr algn="ctr"/>
              <a:endParaRPr lang="zh-CN" altLang="en-US" sz="2400" kern="1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31">
              <a:extLst>
                <a:ext uri="{FF2B5EF4-FFF2-40B4-BE49-F238E27FC236}">
                  <a16:creationId xmlns:a16="http://schemas.microsoft.com/office/drawing/2014/main" id="{7DB6CBCE-AF1E-AE39-FC3F-FAEC7FE32D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8568335" y="6134844"/>
              <a:ext cx="0" cy="6103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53" name="Rectangle 32">
              <a:extLst>
                <a:ext uri="{FF2B5EF4-FFF2-40B4-BE49-F238E27FC236}">
                  <a16:creationId xmlns:a16="http://schemas.microsoft.com/office/drawing/2014/main" id="{C2EDE685-94CF-8696-C1DC-490E3199218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8512008" y="6087491"/>
              <a:ext cx="496888" cy="36671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855DA0B-0FE0-EE1F-0880-4B5405B4EA97}"/>
              </a:ext>
            </a:extLst>
          </p:cNvPr>
          <p:cNvSpPr txBox="1"/>
          <p:nvPr/>
        </p:nvSpPr>
        <p:spPr>
          <a:xfrm>
            <a:off x="1207432" y="4547027"/>
            <a:ext cx="9847731" cy="177066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注：</a:t>
            </a:r>
            <a:r>
              <a:rPr lang="zh-CN" altLang="en-US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解题时要充分观察被积函数 </a:t>
            </a:r>
            <a:r>
              <a:rPr lang="en-US" altLang="zh-CN" sz="24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 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24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z</a:t>
            </a:r>
            <a:r>
              <a:rPr lang="en-US" altLang="zh-CN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的形式</a:t>
            </a:r>
            <a:r>
              <a:rPr lang="zh-CN" altLang="en-US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 </a:t>
            </a:r>
            <a:r>
              <a:rPr lang="en-US" altLang="zh-CN" sz="24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 </a:t>
            </a:r>
            <a:r>
              <a:rPr lang="zh-CN" altLang="en-US" sz="24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内的解析和奇点情况</a:t>
            </a:r>
            <a:r>
              <a:rPr lang="zh-CN" altLang="en-US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，只有在 </a:t>
            </a:r>
            <a:r>
              <a:rPr lang="en-US" altLang="zh-CN" sz="2400" b="1" kern="100" dirty="0">
                <a:solidFill>
                  <a:srgbClr val="3535F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Cauchy </a:t>
            </a:r>
            <a:r>
              <a:rPr lang="zh-CN" altLang="en-US" sz="2400" b="1" kern="100" dirty="0">
                <a:solidFill>
                  <a:srgbClr val="3535F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积分定理</a:t>
            </a:r>
            <a:r>
              <a:rPr lang="zh-CN" altLang="en-US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2400" b="1" kern="100" dirty="0">
                <a:solidFill>
                  <a:srgbClr val="3535F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Cauchy </a:t>
            </a:r>
            <a:r>
              <a:rPr lang="zh-CN" altLang="en-US" sz="2400" b="1" kern="100" dirty="0">
                <a:solidFill>
                  <a:srgbClr val="3535F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积分公式</a:t>
            </a:r>
            <a:r>
              <a:rPr lang="zh-CN" altLang="en-US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2400" b="1" kern="100" dirty="0">
                <a:solidFill>
                  <a:srgbClr val="3535F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高阶导数公式</a:t>
            </a:r>
            <a:r>
              <a:rPr lang="zh-CN" altLang="en-US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甚至</a:t>
            </a:r>
            <a:r>
              <a:rPr lang="zh-CN" altLang="en-US" sz="2400" b="1" kern="100" dirty="0">
                <a:solidFill>
                  <a:srgbClr val="3535FE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直接计算</a:t>
            </a:r>
            <a:r>
              <a:rPr lang="zh-CN" altLang="en-US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等难以应用的时候才需要用留数来计算积分</a:t>
            </a:r>
            <a:r>
              <a:rPr lang="en-US" altLang="zh-CN" sz="24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</a:t>
            </a:r>
            <a:endParaRPr lang="zh-CN" altLang="en-US" sz="2400" b="1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9240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9"/>
          <p:cNvGraphicFramePr/>
          <p:nvPr>
            <p:extLst>
              <p:ext uri="{D42A27DB-BD31-4B8C-83A1-F6EECF244321}">
                <p14:modId xmlns:p14="http://schemas.microsoft.com/office/powerpoint/2010/main" val="458768404"/>
              </p:ext>
            </p:extLst>
          </p:nvPr>
        </p:nvGraphicFramePr>
        <p:xfrm>
          <a:off x="2266679" y="3123857"/>
          <a:ext cx="1728223" cy="5796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279360" progId="Equation.DSMT4">
                  <p:embed/>
                </p:oleObj>
              </mc:Choice>
              <mc:Fallback>
                <p:oleObj name="Equation" r:id="rId3" imgW="863280" imgH="279360" progId="Equation.DSMT4">
                  <p:embed/>
                  <p:pic>
                    <p:nvPicPr>
                      <p:cNvPr id="5" name="Object 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679" y="3123857"/>
                        <a:ext cx="1728223" cy="57962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1"/>
          <p:cNvGrpSpPr/>
          <p:nvPr/>
        </p:nvGrpSpPr>
        <p:grpSpPr bwMode="auto">
          <a:xfrm>
            <a:off x="1269803" y="2324696"/>
            <a:ext cx="5821363" cy="461962"/>
            <a:chOff x="662" y="998"/>
            <a:chExt cx="3667" cy="291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62" y="998"/>
              <a:ext cx="366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被积函数         在            内有两个奇点：    </a:t>
              </a:r>
            </a:p>
          </p:txBody>
        </p:sp>
        <p:graphicFrame>
          <p:nvGraphicFramePr>
            <p:cNvPr id="9" name="Object 10"/>
            <p:cNvGraphicFramePr/>
            <p:nvPr/>
          </p:nvGraphicFramePr>
          <p:xfrm>
            <a:off x="1502" y="1052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50900" imgH="457200" progId="Equation.3">
                    <p:embed/>
                  </p:oleObj>
                </mc:Choice>
                <mc:Fallback>
                  <p:oleObj name="公式" r:id="rId5" imgW="850900" imgH="457200" progId="Equation.3">
                    <p:embed/>
                    <p:pic>
                      <p:nvPicPr>
                        <p:cNvPr id="9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1052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/>
            <p:cNvGraphicFramePr/>
            <p:nvPr/>
          </p:nvGraphicFramePr>
          <p:xfrm>
            <a:off x="2189" y="1056"/>
            <a:ext cx="48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016000" imgH="457200" progId="Equation.3">
                    <p:embed/>
                  </p:oleObj>
                </mc:Choice>
                <mc:Fallback>
                  <p:oleObj name="公式" r:id="rId7" imgW="1016000" imgH="457200" progId="Equation.3">
                    <p:embed/>
                    <p:pic>
                      <p:nvPicPr>
                        <p:cNvPr id="10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9" y="1056"/>
                          <a:ext cx="48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3"/>
          <p:cNvGrpSpPr/>
          <p:nvPr/>
        </p:nvGrpSpPr>
        <p:grpSpPr bwMode="auto">
          <a:xfrm>
            <a:off x="6600056" y="2332221"/>
            <a:ext cx="4443413" cy="461963"/>
            <a:chOff x="1056" y="1405"/>
            <a:chExt cx="2799" cy="291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056" y="1405"/>
              <a:ext cx="104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   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508" y="1405"/>
              <a:ext cx="104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一阶极点   </a:t>
              </a:r>
            </a:p>
          </p:txBody>
        </p:sp>
        <p:graphicFrame>
          <p:nvGraphicFramePr>
            <p:cNvPr id="14" name="Object 14"/>
            <p:cNvGraphicFramePr/>
            <p:nvPr/>
          </p:nvGraphicFramePr>
          <p:xfrm>
            <a:off x="1953" y="1458"/>
            <a:ext cx="47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03300" imgH="457200" progId="Equation.3">
                    <p:embed/>
                  </p:oleObj>
                </mc:Choice>
                <mc:Fallback>
                  <p:oleObj name="公式" r:id="rId9" imgW="1003300" imgH="457200" progId="Equation.3">
                    <p:embed/>
                    <p:pic>
                      <p:nvPicPr>
                        <p:cNvPr id="14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1458"/>
                          <a:ext cx="47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/>
            <p:nvPr/>
          </p:nvGraphicFramePr>
          <p:xfrm>
            <a:off x="3399" y="1456"/>
            <a:ext cx="45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965200" imgH="457200" progId="Equation.3">
                    <p:embed/>
                  </p:oleObj>
                </mc:Choice>
                <mc:Fallback>
                  <p:oleObj name="公式" r:id="rId11" imgW="965200" imgH="457200" progId="Equation.3">
                    <p:embed/>
                    <p:pic>
                      <p:nvPicPr>
                        <p:cNvPr id="15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9" y="1456"/>
                          <a:ext cx="45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18"/>
          <p:cNvGraphicFramePr/>
          <p:nvPr>
            <p:extLst>
              <p:ext uri="{D42A27DB-BD31-4B8C-83A1-F6EECF244321}">
                <p14:modId xmlns:p14="http://schemas.microsoft.com/office/powerpoint/2010/main" val="1910523020"/>
              </p:ext>
            </p:extLst>
          </p:nvPr>
        </p:nvGraphicFramePr>
        <p:xfrm>
          <a:off x="3447029" y="4901687"/>
          <a:ext cx="3696450" cy="579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66600" imgH="279360" progId="Equation.DSMT4">
                  <p:embed/>
                </p:oleObj>
              </mc:Choice>
              <mc:Fallback>
                <p:oleObj name="Equation" r:id="rId13" imgW="1866600" imgH="279360" progId="Equation.DSMT4">
                  <p:embed/>
                  <p:pic>
                    <p:nvPicPr>
                      <p:cNvPr id="16" name="Object 1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47029" y="4901687"/>
                        <a:ext cx="3696450" cy="5796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20"/>
          <p:cNvGraphicFramePr/>
          <p:nvPr>
            <p:extLst>
              <p:ext uri="{D42A27DB-BD31-4B8C-83A1-F6EECF244321}">
                <p14:modId xmlns:p14="http://schemas.microsoft.com/office/powerpoint/2010/main" val="1520399176"/>
              </p:ext>
            </p:extLst>
          </p:nvPr>
        </p:nvGraphicFramePr>
        <p:xfrm>
          <a:off x="2266679" y="3920185"/>
          <a:ext cx="3261258" cy="579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663560" imgH="279360" progId="Equation.DSMT4">
                  <p:embed/>
                </p:oleObj>
              </mc:Choice>
              <mc:Fallback>
                <p:oleObj name="Equation" r:id="rId15" imgW="1663560" imgH="279360" progId="Equation.DSMT4">
                  <p:embed/>
                  <p:pic>
                    <p:nvPicPr>
                      <p:cNvPr id="17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679" y="3920185"/>
                        <a:ext cx="3261258" cy="5796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27"/>
          <p:cNvGraphicFramePr/>
          <p:nvPr>
            <p:extLst>
              <p:ext uri="{D42A27DB-BD31-4B8C-83A1-F6EECF244321}">
                <p14:modId xmlns:p14="http://schemas.microsoft.com/office/powerpoint/2010/main" val="3634092427"/>
              </p:ext>
            </p:extLst>
          </p:nvPr>
        </p:nvGraphicFramePr>
        <p:xfrm>
          <a:off x="7253016" y="3900337"/>
          <a:ext cx="10509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054100" imgH="431800" progId="Equation.3">
                  <p:embed/>
                </p:oleObj>
              </mc:Choice>
              <mc:Fallback>
                <p:oleObj name="公式" r:id="rId17" imgW="1054100" imgH="431800" progId="Equation.3">
                  <p:embed/>
                  <p:pic>
                    <p:nvPicPr>
                      <p:cNvPr id="18" name="Object 2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3016" y="3900337"/>
                        <a:ext cx="10509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28"/>
          <p:cNvGraphicFramePr/>
          <p:nvPr>
            <p:extLst>
              <p:ext uri="{D42A27DB-BD31-4B8C-83A1-F6EECF244321}">
                <p14:modId xmlns:p14="http://schemas.microsoft.com/office/powerpoint/2010/main" val="4015287721"/>
              </p:ext>
            </p:extLst>
          </p:nvPr>
        </p:nvGraphicFramePr>
        <p:xfrm>
          <a:off x="7143479" y="4901687"/>
          <a:ext cx="1460473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787320" imgH="228600" progId="Equation.DSMT4">
                  <p:embed/>
                </p:oleObj>
              </mc:Choice>
              <mc:Fallback>
                <p:oleObj name="Equation" r:id="rId19" imgW="787320" imgH="228600" progId="Equation.DSMT4">
                  <p:embed/>
                  <p:pic>
                    <p:nvPicPr>
                      <p:cNvPr id="20" name="Object 2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43479" y="4901687"/>
                        <a:ext cx="1460473" cy="46196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9"/>
          <p:cNvGraphicFramePr/>
          <p:nvPr>
            <p:extLst>
              <p:ext uri="{D42A27DB-BD31-4B8C-83A1-F6EECF244321}">
                <p14:modId xmlns:p14="http://schemas.microsoft.com/office/powerpoint/2010/main" val="1285319311"/>
              </p:ext>
            </p:extLst>
          </p:nvPr>
        </p:nvGraphicFramePr>
        <p:xfrm>
          <a:off x="5557566" y="3703486"/>
          <a:ext cx="15859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120900" imgH="1104900" progId="Equation.3">
                  <p:embed/>
                </p:oleObj>
              </mc:Choice>
              <mc:Fallback>
                <p:oleObj name="公式" r:id="rId21" imgW="2120900" imgH="1104900" progId="Equation.3">
                  <p:embed/>
                  <p:pic>
                    <p:nvPicPr>
                      <p:cNvPr id="21" name="Object 2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57566" y="3703486"/>
                        <a:ext cx="1585913" cy="8255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4" name="对象 23"/>
          <p:cNvGraphicFramePr>
            <a:graphicFrameLocks noChangeAspect="1"/>
          </p:cNvGraphicFramePr>
          <p:nvPr/>
        </p:nvGraphicFramePr>
        <p:xfrm>
          <a:off x="1269803" y="950956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6400800" imgH="4572000" progId="Equation.DSMT4">
                  <p:embed/>
                </p:oleObj>
              </mc:Choice>
              <mc:Fallback>
                <p:oleObj name="Equation" r:id="rId23" imgW="6400800" imgH="4572000" progId="Equation.DSMT4">
                  <p:embed/>
                  <p:pic>
                    <p:nvPicPr>
                      <p:cNvPr id="24" name="对象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950956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/>
          <p:cNvGraphicFramePr>
            <a:graphicFrameLocks noChangeAspect="1"/>
          </p:cNvGraphicFramePr>
          <p:nvPr/>
        </p:nvGraphicFramePr>
        <p:xfrm>
          <a:off x="2032240" y="745182"/>
          <a:ext cx="5472113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61569600" imgH="10668000" progId="Equation.DSMT4">
                  <p:embed/>
                </p:oleObj>
              </mc:Choice>
              <mc:Fallback>
                <p:oleObj name="Equation" r:id="rId25" imgW="61569600" imgH="10668000" progId="Equation.DSMT4">
                  <p:embed/>
                  <p:pic>
                    <p:nvPicPr>
                      <p:cNvPr id="25" name="对象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32240" y="745182"/>
                        <a:ext cx="5472113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1228725" y="1700808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13DF0365-31DA-65A4-72E9-28E26126E8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2535878"/>
              </p:ext>
            </p:extLst>
          </p:nvPr>
        </p:nvGraphicFramePr>
        <p:xfrm>
          <a:off x="8267565" y="370512"/>
          <a:ext cx="2963734" cy="74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765080" imgH="431640" progId="Equation.DSMT4">
                  <p:embed/>
                </p:oleObj>
              </mc:Choice>
              <mc:Fallback>
                <p:oleObj name="Equation" r:id="rId27" imgW="1765080" imgH="431640" progId="Equation.DSMT4">
                  <p:embed/>
                  <p:pic>
                    <p:nvPicPr>
                      <p:cNvPr id="21" name="Object 8">
                        <a:extLst>
                          <a:ext uri="{FF2B5EF4-FFF2-40B4-BE49-F238E27FC236}">
                            <a16:creationId xmlns:a16="http://schemas.microsoft.com/office/drawing/2014/main" id="{4C8F817D-0BFF-500B-1D42-929CBB6357D8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565" y="370512"/>
                        <a:ext cx="2963734" cy="74933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" name="Object 9"/>
          <p:cNvGraphicFramePr/>
          <p:nvPr>
            <p:extLst>
              <p:ext uri="{D42A27DB-BD31-4B8C-83A1-F6EECF244321}">
                <p14:modId xmlns:p14="http://schemas.microsoft.com/office/powerpoint/2010/main" val="3887558549"/>
              </p:ext>
            </p:extLst>
          </p:nvPr>
        </p:nvGraphicFramePr>
        <p:xfrm>
          <a:off x="2767013" y="2605088"/>
          <a:ext cx="1682750" cy="592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63280" imgH="279360" progId="Equation.DSMT4">
                  <p:embed/>
                </p:oleObj>
              </mc:Choice>
              <mc:Fallback>
                <p:oleObj name="Equation" r:id="rId3" imgW="863280" imgH="279360" progId="Equation.DSMT4">
                  <p:embed/>
                  <p:pic>
                    <p:nvPicPr>
                      <p:cNvPr id="5" name="Object 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7013" y="2605088"/>
                        <a:ext cx="1682750" cy="59213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0"/>
          <p:cNvGrpSpPr/>
          <p:nvPr/>
        </p:nvGrpSpPr>
        <p:grpSpPr bwMode="auto">
          <a:xfrm>
            <a:off x="1827572" y="1729863"/>
            <a:ext cx="5743575" cy="461962"/>
            <a:chOff x="662" y="974"/>
            <a:chExt cx="3618" cy="291"/>
          </a:xfrm>
        </p:grpSpPr>
        <p:sp>
          <p:nvSpPr>
            <p:cNvPr id="8" name="Text Box 8"/>
            <p:cNvSpPr txBox="1">
              <a:spLocks noChangeArrowheads="1"/>
            </p:cNvSpPr>
            <p:nvPr/>
          </p:nvSpPr>
          <p:spPr bwMode="auto">
            <a:xfrm>
              <a:off x="662" y="974"/>
              <a:ext cx="361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被积函数         在            内有两个奇点：   </a:t>
              </a:r>
            </a:p>
          </p:txBody>
        </p:sp>
        <p:graphicFrame>
          <p:nvGraphicFramePr>
            <p:cNvPr id="9" name="Object 10"/>
            <p:cNvGraphicFramePr/>
            <p:nvPr/>
          </p:nvGraphicFramePr>
          <p:xfrm>
            <a:off x="1502" y="1028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50900" imgH="457200" progId="Equation.3">
                    <p:embed/>
                  </p:oleObj>
                </mc:Choice>
                <mc:Fallback>
                  <p:oleObj name="公式" r:id="rId5" imgW="850900" imgH="457200" progId="Equation.3">
                    <p:embed/>
                    <p:pic>
                      <p:nvPicPr>
                        <p:cNvPr id="9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1028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11"/>
            <p:cNvGraphicFramePr/>
            <p:nvPr/>
          </p:nvGraphicFramePr>
          <p:xfrm>
            <a:off x="2189" y="1032"/>
            <a:ext cx="48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016000" imgH="457200" progId="Equation.3">
                    <p:embed/>
                  </p:oleObj>
                </mc:Choice>
                <mc:Fallback>
                  <p:oleObj name="公式" r:id="rId7" imgW="1016000" imgH="457200" progId="Equation.3">
                    <p:embed/>
                    <p:pic>
                      <p:nvPicPr>
                        <p:cNvPr id="10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89" y="1032"/>
                          <a:ext cx="48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31"/>
          <p:cNvGrpSpPr/>
          <p:nvPr/>
        </p:nvGrpSpPr>
        <p:grpSpPr bwMode="auto">
          <a:xfrm>
            <a:off x="7025084" y="1745734"/>
            <a:ext cx="4443413" cy="461963"/>
            <a:chOff x="1056" y="1357"/>
            <a:chExt cx="2799" cy="291"/>
          </a:xfrm>
        </p:grpSpPr>
        <p:sp>
          <p:nvSpPr>
            <p:cNvPr id="12" name="Rectangle 12"/>
            <p:cNvSpPr>
              <a:spLocks noChangeArrowheads="1"/>
            </p:cNvSpPr>
            <p:nvPr/>
          </p:nvSpPr>
          <p:spPr bwMode="auto">
            <a:xfrm>
              <a:off x="1056" y="1357"/>
              <a:ext cx="103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可去奇点   </a:t>
              </a:r>
            </a:p>
          </p:txBody>
        </p:sp>
        <p:sp>
          <p:nvSpPr>
            <p:cNvPr id="13" name="Rectangle 13"/>
            <p:cNvSpPr>
              <a:spLocks noChangeArrowheads="1"/>
            </p:cNvSpPr>
            <p:nvPr/>
          </p:nvSpPr>
          <p:spPr bwMode="auto">
            <a:xfrm>
              <a:off x="2508" y="1357"/>
              <a:ext cx="1041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二阶极点   </a:t>
              </a:r>
            </a:p>
          </p:txBody>
        </p:sp>
        <p:graphicFrame>
          <p:nvGraphicFramePr>
            <p:cNvPr id="14" name="Object 14"/>
            <p:cNvGraphicFramePr/>
            <p:nvPr/>
          </p:nvGraphicFramePr>
          <p:xfrm>
            <a:off x="1953" y="1410"/>
            <a:ext cx="47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003300" imgH="457200" progId="Equation.3">
                    <p:embed/>
                  </p:oleObj>
                </mc:Choice>
                <mc:Fallback>
                  <p:oleObj name="公式" r:id="rId9" imgW="1003300" imgH="457200" progId="Equation.3">
                    <p:embed/>
                    <p:pic>
                      <p:nvPicPr>
                        <p:cNvPr id="14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53" y="1410"/>
                          <a:ext cx="472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15"/>
            <p:cNvGraphicFramePr/>
            <p:nvPr/>
          </p:nvGraphicFramePr>
          <p:xfrm>
            <a:off x="3399" y="1408"/>
            <a:ext cx="456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965200" imgH="457200" progId="Equation.3">
                    <p:embed/>
                  </p:oleObj>
                </mc:Choice>
                <mc:Fallback>
                  <p:oleObj name="公式" r:id="rId11" imgW="965200" imgH="457200" progId="Equation.3">
                    <p:embed/>
                    <p:pic>
                      <p:nvPicPr>
                        <p:cNvPr id="15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9" y="1408"/>
                          <a:ext cx="456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" name="Object 19"/>
          <p:cNvGraphicFramePr/>
          <p:nvPr>
            <p:extLst>
              <p:ext uri="{D42A27DB-BD31-4B8C-83A1-F6EECF244321}">
                <p14:modId xmlns:p14="http://schemas.microsoft.com/office/powerpoint/2010/main" val="1623161064"/>
              </p:ext>
            </p:extLst>
          </p:nvPr>
        </p:nvGraphicFramePr>
        <p:xfrm>
          <a:off x="5941210" y="4238348"/>
          <a:ext cx="19431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590800" imgH="1104900" progId="Equation.3">
                  <p:embed/>
                </p:oleObj>
              </mc:Choice>
              <mc:Fallback>
                <p:oleObj name="公式" r:id="rId13" imgW="2590800" imgH="1104900" progId="Equation.3">
                  <p:embed/>
                  <p:pic>
                    <p:nvPicPr>
                      <p:cNvPr id="20" name="Object 1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1210" y="4238348"/>
                        <a:ext cx="1943100" cy="823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20"/>
          <p:cNvGraphicFramePr/>
          <p:nvPr>
            <p:extLst>
              <p:ext uri="{D42A27DB-BD31-4B8C-83A1-F6EECF244321}">
                <p14:modId xmlns:p14="http://schemas.microsoft.com/office/powerpoint/2010/main" val="4150480156"/>
              </p:ext>
            </p:extLst>
          </p:nvPr>
        </p:nvGraphicFramePr>
        <p:xfrm>
          <a:off x="2803353" y="3284940"/>
          <a:ext cx="4714651" cy="8802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476440" imgH="431640" progId="Equation.DSMT4">
                  <p:embed/>
                </p:oleObj>
              </mc:Choice>
              <mc:Fallback>
                <p:oleObj name="Equation" r:id="rId15" imgW="2476440" imgH="431640" progId="Equation.DSMT4">
                  <p:embed/>
                  <p:pic>
                    <p:nvPicPr>
                      <p:cNvPr id="21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353" y="3284940"/>
                        <a:ext cx="4714651" cy="8802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Group 21"/>
          <p:cNvGrpSpPr/>
          <p:nvPr/>
        </p:nvGrpSpPr>
        <p:grpSpPr bwMode="auto">
          <a:xfrm>
            <a:off x="3937785" y="4278035"/>
            <a:ext cx="1892300" cy="812800"/>
            <a:chOff x="1427" y="3228"/>
            <a:chExt cx="1192" cy="512"/>
          </a:xfrm>
        </p:grpSpPr>
        <p:graphicFrame>
          <p:nvGraphicFramePr>
            <p:cNvPr id="23" name="Object 22"/>
            <p:cNvGraphicFramePr/>
            <p:nvPr/>
          </p:nvGraphicFramePr>
          <p:xfrm>
            <a:off x="1427" y="3245"/>
            <a:ext cx="1192" cy="49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2527300" imgH="1054100" progId="Equation.3">
                    <p:embed/>
                  </p:oleObj>
                </mc:Choice>
                <mc:Fallback>
                  <p:oleObj name="公式" r:id="rId17" imgW="2527300" imgH="1054100" progId="Equation.3">
                    <p:embed/>
                    <p:pic>
                      <p:nvPicPr>
                        <p:cNvPr id="23" name="Object 2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27" y="3245"/>
                          <a:ext cx="1192" cy="49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23"/>
            <p:cNvGraphicFramePr/>
            <p:nvPr/>
          </p:nvGraphicFramePr>
          <p:xfrm>
            <a:off x="2324" y="3228"/>
            <a:ext cx="184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93700" imgH="495300" progId="Equation.3">
                    <p:embed/>
                  </p:oleObj>
                </mc:Choice>
                <mc:Fallback>
                  <p:oleObj name="公式" r:id="rId19" imgW="393700" imgH="495300" progId="Equation.3">
                    <p:embed/>
                    <p:pic>
                      <p:nvPicPr>
                        <p:cNvPr id="24" name="Object 2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4" y="3228"/>
                          <a:ext cx="184" cy="23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24"/>
            <p:cNvGraphicFramePr/>
            <p:nvPr/>
          </p:nvGraphicFramePr>
          <p:xfrm>
            <a:off x="2352" y="3520"/>
            <a:ext cx="11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41300" imgH="292100" progId="Equation.3">
                    <p:embed/>
                  </p:oleObj>
                </mc:Choice>
                <mc:Fallback>
                  <p:oleObj name="公式" r:id="rId21" imgW="241300" imgH="292100" progId="Equation.3">
                    <p:embed/>
                    <p:pic>
                      <p:nvPicPr>
                        <p:cNvPr id="25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52" y="3520"/>
                          <a:ext cx="112" cy="1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25"/>
            <p:cNvGraphicFramePr/>
            <p:nvPr>
              <p:extLst>
                <p:ext uri="{D42A27DB-BD31-4B8C-83A1-F6EECF244321}">
                  <p14:modId xmlns:p14="http://schemas.microsoft.com/office/powerpoint/2010/main" val="1440208991"/>
                </p:ext>
              </p:extLst>
            </p:nvPr>
          </p:nvGraphicFramePr>
          <p:xfrm>
            <a:off x="1926" y="3496"/>
            <a:ext cx="24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508000" imgH="457200" progId="Equation.3">
                    <p:embed/>
                  </p:oleObj>
                </mc:Choice>
                <mc:Fallback>
                  <p:oleObj name="公式" r:id="rId23" imgW="508000" imgH="457200" progId="Equation.3">
                    <p:embed/>
                    <p:pic>
                      <p:nvPicPr>
                        <p:cNvPr id="26" name="Object 2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6" y="3496"/>
                          <a:ext cx="24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2298" y="3480"/>
              <a:ext cx="22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28" name="Object 27"/>
          <p:cNvGraphicFramePr/>
          <p:nvPr>
            <p:extLst>
              <p:ext uri="{D42A27DB-BD31-4B8C-83A1-F6EECF244321}">
                <p14:modId xmlns:p14="http://schemas.microsoft.com/office/powerpoint/2010/main" val="1909259510"/>
              </p:ext>
            </p:extLst>
          </p:nvPr>
        </p:nvGraphicFramePr>
        <p:xfrm>
          <a:off x="7954160" y="4516161"/>
          <a:ext cx="531812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533400" imgH="342900" progId="Equation.3">
                  <p:embed/>
                </p:oleObj>
              </mc:Choice>
              <mc:Fallback>
                <p:oleObj name="公式" r:id="rId25" imgW="533400" imgH="342900" progId="Equation.3">
                  <p:embed/>
                  <p:pic>
                    <p:nvPicPr>
                      <p:cNvPr id="28" name="Object 2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4160" y="4516161"/>
                        <a:ext cx="531812" cy="3413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8"/>
          <p:cNvGraphicFramePr/>
          <p:nvPr>
            <p:extLst>
              <p:ext uri="{D42A27DB-BD31-4B8C-83A1-F6EECF244321}">
                <p14:modId xmlns:p14="http://schemas.microsoft.com/office/powerpoint/2010/main" val="2589857040"/>
              </p:ext>
            </p:extLst>
          </p:nvPr>
        </p:nvGraphicFramePr>
        <p:xfrm>
          <a:off x="7001512" y="5422906"/>
          <a:ext cx="849866" cy="41665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444240" imgH="203040" progId="Equation.DSMT4">
                  <p:embed/>
                </p:oleObj>
              </mc:Choice>
              <mc:Fallback>
                <p:oleObj name="Equation" r:id="rId27" imgW="444240" imgH="203040" progId="Equation.DSMT4">
                  <p:embed/>
                  <p:pic>
                    <p:nvPicPr>
                      <p:cNvPr id="29" name="Object 2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1512" y="5422906"/>
                        <a:ext cx="849866" cy="41665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3" name="对象 32"/>
          <p:cNvGraphicFramePr>
            <a:graphicFrameLocks noChangeAspect="1"/>
          </p:cNvGraphicFramePr>
          <p:nvPr/>
        </p:nvGraphicFramePr>
        <p:xfrm>
          <a:off x="1269803" y="950956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6400800" imgH="4572000" progId="Equation.DSMT4">
                  <p:embed/>
                </p:oleObj>
              </mc:Choice>
              <mc:Fallback>
                <p:oleObj name="Equation" r:id="rId29" imgW="6400800" imgH="4572000" progId="Equation.DSMT4">
                  <p:embed/>
                  <p:pic>
                    <p:nvPicPr>
                      <p:cNvPr id="33" name="对象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950956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" name="对象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1826088"/>
              </p:ext>
            </p:extLst>
          </p:nvPr>
        </p:nvGraphicFramePr>
        <p:xfrm>
          <a:off x="1954213" y="736600"/>
          <a:ext cx="5545137" cy="903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2705040" imgH="444240" progId="Equation.DSMT4">
                  <p:embed/>
                </p:oleObj>
              </mc:Choice>
              <mc:Fallback>
                <p:oleObj name="Equation" r:id="rId31" imgW="2705040" imgH="444240" progId="Equation.DSMT4">
                  <p:embed/>
                  <p:pic>
                    <p:nvPicPr>
                      <p:cNvPr id="34" name="对象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3" y="736600"/>
                        <a:ext cx="5545137" cy="903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Text Box 15"/>
          <p:cNvSpPr txBox="1">
            <a:spLocks noChangeArrowheads="1"/>
          </p:cNvSpPr>
          <p:nvPr/>
        </p:nvSpPr>
        <p:spPr bwMode="auto">
          <a:xfrm>
            <a:off x="1228725" y="1700808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C63C90E6-B6B2-8220-CE2B-3C7FF6FF6F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58915683"/>
              </p:ext>
            </p:extLst>
          </p:nvPr>
        </p:nvGraphicFramePr>
        <p:xfrm>
          <a:off x="8267565" y="370512"/>
          <a:ext cx="2963734" cy="74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765080" imgH="431640" progId="Equation.DSMT4">
                  <p:embed/>
                </p:oleObj>
              </mc:Choice>
              <mc:Fallback>
                <p:oleObj name="Equation" r:id="rId33" imgW="1765080" imgH="431640" progId="Equation.DSMT4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13DF0365-31DA-65A4-72E9-28E26126E8FA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565" y="370512"/>
                        <a:ext cx="2963734" cy="74933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Object 18">
            <a:extLst>
              <a:ext uri="{FF2B5EF4-FFF2-40B4-BE49-F238E27FC236}">
                <a16:creationId xmlns:a16="http://schemas.microsoft.com/office/drawing/2014/main" id="{798FB64A-AEBD-08E0-74E1-011CABCF478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81374194"/>
              </p:ext>
            </p:extLst>
          </p:nvPr>
        </p:nvGraphicFramePr>
        <p:xfrm>
          <a:off x="3312453" y="5374229"/>
          <a:ext cx="3696450" cy="5796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866600" imgH="279360" progId="Equation.DSMT4">
                  <p:embed/>
                </p:oleObj>
              </mc:Choice>
              <mc:Fallback>
                <p:oleObj name="Equation" r:id="rId35" imgW="1866600" imgH="279360" progId="Equation.DSMT4">
                  <p:embed/>
                  <p:pic>
                    <p:nvPicPr>
                      <p:cNvPr id="16" name="Object 1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12453" y="5374229"/>
                        <a:ext cx="3696450" cy="5796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52"/>
          <p:cNvGrpSpPr/>
          <p:nvPr/>
        </p:nvGrpSpPr>
        <p:grpSpPr bwMode="auto">
          <a:xfrm>
            <a:off x="1903462" y="1728387"/>
            <a:ext cx="7407275" cy="787400"/>
            <a:chOff x="662" y="886"/>
            <a:chExt cx="4666" cy="496"/>
          </a:xfrm>
        </p:grpSpPr>
        <p:sp>
          <p:nvSpPr>
            <p:cNvPr id="7" name="Text Box 8"/>
            <p:cNvSpPr txBox="1">
              <a:spLocks noChangeArrowheads="1"/>
            </p:cNvSpPr>
            <p:nvPr/>
          </p:nvSpPr>
          <p:spPr bwMode="auto">
            <a:xfrm>
              <a:off x="662" y="974"/>
              <a:ext cx="230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被积函数         的奇点为    </a:t>
              </a:r>
            </a:p>
          </p:txBody>
        </p:sp>
        <p:graphicFrame>
          <p:nvGraphicFramePr>
            <p:cNvPr id="8" name="Object 10"/>
            <p:cNvGraphicFramePr/>
            <p:nvPr/>
          </p:nvGraphicFramePr>
          <p:xfrm>
            <a:off x="1502" y="1028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50900" imgH="457200" progId="Equation.3">
                    <p:embed/>
                  </p:oleObj>
                </mc:Choice>
                <mc:Fallback>
                  <p:oleObj name="公式" r:id="rId3" imgW="850900" imgH="457200" progId="Equation.3">
                    <p:embed/>
                    <p:pic>
                      <p:nvPicPr>
                        <p:cNvPr id="8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1028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30"/>
            <p:cNvGraphicFramePr/>
            <p:nvPr/>
          </p:nvGraphicFramePr>
          <p:xfrm>
            <a:off x="2752" y="886"/>
            <a:ext cx="94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993900" imgH="1054100" progId="Equation.3">
                    <p:embed/>
                  </p:oleObj>
                </mc:Choice>
                <mc:Fallback>
                  <p:oleObj name="公式" r:id="rId5" imgW="1993900" imgH="1054100" progId="Equation.3">
                    <p:embed/>
                    <p:pic>
                      <p:nvPicPr>
                        <p:cNvPr id="9" name="Object 3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52" y="886"/>
                          <a:ext cx="944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0" name="Object 31"/>
            <p:cNvGraphicFramePr/>
            <p:nvPr/>
          </p:nvGraphicFramePr>
          <p:xfrm>
            <a:off x="3816" y="1024"/>
            <a:ext cx="1512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3200400" imgH="457200" progId="Equation.3">
                    <p:embed/>
                  </p:oleObj>
                </mc:Choice>
                <mc:Fallback>
                  <p:oleObj name="公式" r:id="rId7" imgW="3200400" imgH="457200" progId="Equation.3">
                    <p:embed/>
                    <p:pic>
                      <p:nvPicPr>
                        <p:cNvPr id="10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16" y="1024"/>
                          <a:ext cx="1512" cy="21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3"/>
          <p:cNvGrpSpPr/>
          <p:nvPr/>
        </p:nvGrpSpPr>
        <p:grpSpPr bwMode="auto">
          <a:xfrm>
            <a:off x="2495600" y="2449112"/>
            <a:ext cx="6726238" cy="790575"/>
            <a:chOff x="660" y="1354"/>
            <a:chExt cx="4237" cy="498"/>
          </a:xfrm>
        </p:grpSpPr>
        <p:sp>
          <p:nvSpPr>
            <p:cNvPr id="12" name="Rectangle 29"/>
            <p:cNvSpPr>
              <a:spLocks noChangeArrowheads="1"/>
            </p:cNvSpPr>
            <p:nvPr/>
          </p:nvSpPr>
          <p:spPr bwMode="auto">
            <a:xfrm>
              <a:off x="660" y="1434"/>
              <a:ext cx="292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但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 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只有两个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1217E4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单级点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：  </a:t>
              </a:r>
            </a:p>
          </p:txBody>
        </p:sp>
        <p:graphicFrame>
          <p:nvGraphicFramePr>
            <p:cNvPr id="13" name="Object 11"/>
            <p:cNvGraphicFramePr/>
            <p:nvPr>
              <p:extLst>
                <p:ext uri="{D42A27DB-BD31-4B8C-83A1-F6EECF244321}">
                  <p14:modId xmlns:p14="http://schemas.microsoft.com/office/powerpoint/2010/main" val="1405001811"/>
                </p:ext>
              </p:extLst>
            </p:nvPr>
          </p:nvGraphicFramePr>
          <p:xfrm>
            <a:off x="1159" y="1436"/>
            <a:ext cx="484" cy="32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380880" imgH="241200" progId="Equation.DSMT4">
                    <p:embed/>
                  </p:oleObj>
                </mc:Choice>
                <mc:Fallback>
                  <p:oleObj name="Equation" r:id="rId9" imgW="380880" imgH="241200" progId="Equation.DSMT4">
                    <p:embed/>
                    <p:pic>
                      <p:nvPicPr>
                        <p:cNvPr id="13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9" y="1436"/>
                          <a:ext cx="484" cy="323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14"/>
            <p:cNvGraphicFramePr/>
            <p:nvPr>
              <p:extLst>
                <p:ext uri="{D42A27DB-BD31-4B8C-83A1-F6EECF244321}">
                  <p14:modId xmlns:p14="http://schemas.microsoft.com/office/powerpoint/2010/main" val="4255497679"/>
                </p:ext>
              </p:extLst>
            </p:nvPr>
          </p:nvGraphicFramePr>
          <p:xfrm>
            <a:off x="3387" y="1356"/>
            <a:ext cx="784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663700" imgH="1054100" progId="Equation.3">
                    <p:embed/>
                  </p:oleObj>
                </mc:Choice>
                <mc:Fallback>
                  <p:oleObj name="公式" r:id="rId11" imgW="1663700" imgH="1054100" progId="Equation.3">
                    <p:embed/>
                    <p:pic>
                      <p:nvPicPr>
                        <p:cNvPr id="14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87" y="1356"/>
                          <a:ext cx="784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32"/>
            <p:cNvGraphicFramePr/>
            <p:nvPr>
              <p:extLst>
                <p:ext uri="{D42A27DB-BD31-4B8C-83A1-F6EECF244321}">
                  <p14:modId xmlns:p14="http://schemas.microsoft.com/office/powerpoint/2010/main" val="3988904359"/>
                </p:ext>
              </p:extLst>
            </p:nvPr>
          </p:nvGraphicFramePr>
          <p:xfrm>
            <a:off x="4265" y="1354"/>
            <a:ext cx="63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333500" imgH="1054100" progId="Equation.3">
                    <p:embed/>
                  </p:oleObj>
                </mc:Choice>
                <mc:Fallback>
                  <p:oleObj name="公式" r:id="rId13" imgW="1333500" imgH="1054100" progId="Equation.3">
                    <p:embed/>
                    <p:pic>
                      <p:nvPicPr>
                        <p:cNvPr id="15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65" y="1354"/>
                          <a:ext cx="632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6" name="Object 33"/>
          <p:cNvGraphicFramePr/>
          <p:nvPr>
            <p:extLst>
              <p:ext uri="{D42A27DB-BD31-4B8C-83A1-F6EECF244321}">
                <p14:modId xmlns:p14="http://schemas.microsoft.com/office/powerpoint/2010/main" val="1088706786"/>
              </p:ext>
            </p:extLst>
          </p:nvPr>
        </p:nvGraphicFramePr>
        <p:xfrm>
          <a:off x="2876600" y="3582929"/>
          <a:ext cx="1157288" cy="6060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596880" imgH="304560" progId="Equation.DSMT4">
                  <p:embed/>
                </p:oleObj>
              </mc:Choice>
              <mc:Fallback>
                <p:oleObj name="Equation" r:id="rId15" imgW="596880" imgH="304560" progId="Equation.DSMT4">
                  <p:embed/>
                  <p:pic>
                    <p:nvPicPr>
                      <p:cNvPr id="16" name="Object 3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6600" y="3582929"/>
                        <a:ext cx="1157288" cy="60602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7" name="Group 48"/>
          <p:cNvGrpSpPr/>
          <p:nvPr/>
        </p:nvGrpSpPr>
        <p:grpSpPr bwMode="auto">
          <a:xfrm>
            <a:off x="4037063" y="3334938"/>
            <a:ext cx="2036763" cy="942975"/>
            <a:chOff x="1463" y="2020"/>
            <a:chExt cx="1283" cy="594"/>
          </a:xfrm>
        </p:grpSpPr>
        <p:graphicFrame>
          <p:nvGraphicFramePr>
            <p:cNvPr id="18" name="Object 35"/>
            <p:cNvGraphicFramePr/>
            <p:nvPr>
              <p:extLst>
                <p:ext uri="{D42A27DB-BD31-4B8C-83A1-F6EECF244321}">
                  <p14:modId xmlns:p14="http://schemas.microsoft.com/office/powerpoint/2010/main" val="4175828428"/>
                </p:ext>
              </p:extLst>
            </p:nvPr>
          </p:nvGraphicFramePr>
          <p:xfrm>
            <a:off x="2450" y="2313"/>
            <a:ext cx="29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622300" imgH="609600" progId="Equation.3">
                    <p:embed/>
                  </p:oleObj>
                </mc:Choice>
                <mc:Fallback>
                  <p:oleObj name="公式" r:id="rId17" imgW="622300" imgH="609600" progId="Equation.3">
                    <p:embed/>
                    <p:pic>
                      <p:nvPicPr>
                        <p:cNvPr id="18" name="Object 3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50" y="2313"/>
                          <a:ext cx="29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" name="Object 36"/>
            <p:cNvGraphicFramePr/>
            <p:nvPr>
              <p:extLst>
                <p:ext uri="{D42A27DB-BD31-4B8C-83A1-F6EECF244321}">
                  <p14:modId xmlns:p14="http://schemas.microsoft.com/office/powerpoint/2010/main" val="4143140766"/>
                </p:ext>
              </p:extLst>
            </p:nvPr>
          </p:nvGraphicFramePr>
          <p:xfrm>
            <a:off x="1463" y="2020"/>
            <a:ext cx="1013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812520" imgH="482400" progId="Equation.DSMT4">
                    <p:embed/>
                  </p:oleObj>
                </mc:Choice>
                <mc:Fallback>
                  <p:oleObj name="Equation" r:id="rId19" imgW="812520" imgH="482400" progId="Equation.DSMT4">
                    <p:embed/>
                    <p:pic>
                      <p:nvPicPr>
                        <p:cNvPr id="20" name="Object 3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63" y="2020"/>
                          <a:ext cx="1013" cy="59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" name="Group 49"/>
          <p:cNvGrpSpPr/>
          <p:nvPr/>
        </p:nvGrpSpPr>
        <p:grpSpPr bwMode="auto">
          <a:xfrm>
            <a:off x="6133357" y="3360337"/>
            <a:ext cx="2157413" cy="946150"/>
            <a:chOff x="3376" y="2014"/>
            <a:chExt cx="1359" cy="596"/>
          </a:xfrm>
        </p:grpSpPr>
        <p:graphicFrame>
          <p:nvGraphicFramePr>
            <p:cNvPr id="22" name="Object 37"/>
            <p:cNvGraphicFramePr/>
            <p:nvPr>
              <p:extLst>
                <p:ext uri="{D42A27DB-BD31-4B8C-83A1-F6EECF244321}">
                  <p14:modId xmlns:p14="http://schemas.microsoft.com/office/powerpoint/2010/main" val="3649030291"/>
                </p:ext>
              </p:extLst>
            </p:nvPr>
          </p:nvGraphicFramePr>
          <p:xfrm>
            <a:off x="3376" y="2014"/>
            <a:ext cx="1064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247900" imgH="1206500" progId="Equation.3">
                    <p:embed/>
                  </p:oleObj>
                </mc:Choice>
                <mc:Fallback>
                  <p:oleObj name="公式" r:id="rId21" imgW="2247900" imgH="1206500" progId="Equation.3">
                    <p:embed/>
                    <p:pic>
                      <p:nvPicPr>
                        <p:cNvPr id="22" name="Object 3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6" y="2014"/>
                          <a:ext cx="1064" cy="5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8"/>
            <p:cNvGraphicFramePr/>
            <p:nvPr/>
          </p:nvGraphicFramePr>
          <p:xfrm>
            <a:off x="4439" y="2322"/>
            <a:ext cx="29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622300" imgH="609600" progId="Equation.3">
                    <p:embed/>
                  </p:oleObj>
                </mc:Choice>
                <mc:Fallback>
                  <p:oleObj name="公式" r:id="rId23" imgW="622300" imgH="609600" progId="Equation.3">
                    <p:embed/>
                    <p:pic>
                      <p:nvPicPr>
                        <p:cNvPr id="23" name="Object 3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39" y="2322"/>
                          <a:ext cx="29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4" name="Object 39"/>
          <p:cNvGraphicFramePr/>
          <p:nvPr>
            <p:extLst>
              <p:ext uri="{D42A27DB-BD31-4B8C-83A1-F6EECF244321}">
                <p14:modId xmlns:p14="http://schemas.microsoft.com/office/powerpoint/2010/main" val="1921197298"/>
              </p:ext>
            </p:extLst>
          </p:nvPr>
        </p:nvGraphicFramePr>
        <p:xfrm>
          <a:off x="8282831" y="3319062"/>
          <a:ext cx="12319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1638300" imgH="1206500" progId="Equation.3">
                  <p:embed/>
                </p:oleObj>
              </mc:Choice>
              <mc:Fallback>
                <p:oleObj name="公式" r:id="rId25" imgW="1638300" imgH="1206500" progId="Equation.3">
                  <p:embed/>
                  <p:pic>
                    <p:nvPicPr>
                      <p:cNvPr id="24" name="Object 3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82831" y="3319062"/>
                        <a:ext cx="12319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5" name="Group 54"/>
          <p:cNvGrpSpPr/>
          <p:nvPr/>
        </p:nvGrpSpPr>
        <p:grpSpPr bwMode="auto">
          <a:xfrm>
            <a:off x="2889136" y="4442151"/>
            <a:ext cx="3298827" cy="946150"/>
            <a:chOff x="894" y="2609"/>
            <a:chExt cx="2078" cy="596"/>
          </a:xfrm>
        </p:grpSpPr>
        <p:graphicFrame>
          <p:nvGraphicFramePr>
            <p:cNvPr id="26" name="Object 40"/>
            <p:cNvGraphicFramePr/>
            <p:nvPr>
              <p:extLst>
                <p:ext uri="{D42A27DB-BD31-4B8C-83A1-F6EECF244321}">
                  <p14:modId xmlns:p14="http://schemas.microsoft.com/office/powerpoint/2010/main" val="1128898759"/>
                </p:ext>
              </p:extLst>
            </p:nvPr>
          </p:nvGraphicFramePr>
          <p:xfrm>
            <a:off x="894" y="2741"/>
            <a:ext cx="729" cy="36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596880" imgH="291960" progId="Equation.DSMT4">
                    <p:embed/>
                  </p:oleObj>
                </mc:Choice>
                <mc:Fallback>
                  <p:oleObj name="Equation" r:id="rId27" imgW="596880" imgH="291960" progId="Equation.DSMT4">
                    <p:embed/>
                    <p:pic>
                      <p:nvPicPr>
                        <p:cNvPr id="26" name="Object 4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4" y="2741"/>
                          <a:ext cx="729" cy="36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7" name="Group 50"/>
            <p:cNvGrpSpPr/>
            <p:nvPr/>
          </p:nvGrpSpPr>
          <p:grpSpPr bwMode="auto">
            <a:xfrm>
              <a:off x="1623" y="2609"/>
              <a:ext cx="1349" cy="596"/>
              <a:chOff x="1587" y="2759"/>
              <a:chExt cx="1349" cy="596"/>
            </a:xfrm>
          </p:grpSpPr>
          <p:graphicFrame>
            <p:nvGraphicFramePr>
              <p:cNvPr id="28" name="Object 41"/>
              <p:cNvGraphicFramePr/>
              <p:nvPr>
                <p:extLst>
                  <p:ext uri="{D42A27DB-BD31-4B8C-83A1-F6EECF244321}">
                    <p14:modId xmlns:p14="http://schemas.microsoft.com/office/powerpoint/2010/main" val="4158411343"/>
                  </p:ext>
                </p:extLst>
              </p:nvPr>
            </p:nvGraphicFramePr>
            <p:xfrm>
              <a:off x="1587" y="2759"/>
              <a:ext cx="1064" cy="56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9" imgW="2247900" imgH="1206500" progId="Equation.3">
                      <p:embed/>
                    </p:oleObj>
                  </mc:Choice>
                  <mc:Fallback>
                    <p:oleObj name="公式" r:id="rId29" imgW="2247900" imgH="1206500" progId="Equation.3">
                      <p:embed/>
                      <p:pic>
                        <p:nvPicPr>
                          <p:cNvPr id="28" name="Object 41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3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87" y="2759"/>
                            <a:ext cx="1064" cy="56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29" name="Object 42"/>
              <p:cNvGraphicFramePr/>
              <p:nvPr>
                <p:extLst>
                  <p:ext uri="{D42A27DB-BD31-4B8C-83A1-F6EECF244321}">
                    <p14:modId xmlns:p14="http://schemas.microsoft.com/office/powerpoint/2010/main" val="2127615866"/>
                  </p:ext>
                </p:extLst>
              </p:nvPr>
            </p:nvGraphicFramePr>
            <p:xfrm>
              <a:off x="2648" y="3067"/>
              <a:ext cx="288" cy="288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1" imgW="609600" imgH="609600" progId="Equation.3">
                      <p:embed/>
                    </p:oleObj>
                  </mc:Choice>
                  <mc:Fallback>
                    <p:oleObj name="公式" r:id="rId31" imgW="609600" imgH="609600" progId="Equation.3">
                      <p:embed/>
                      <p:pic>
                        <p:nvPicPr>
                          <p:cNvPr id="29" name="Object 42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3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8" y="3067"/>
                            <a:ext cx="288" cy="288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30" name="Object 43"/>
          <p:cNvGraphicFramePr/>
          <p:nvPr>
            <p:extLst>
              <p:ext uri="{D42A27DB-BD31-4B8C-83A1-F6EECF244321}">
                <p14:modId xmlns:p14="http://schemas.microsoft.com/office/powerpoint/2010/main" val="3169568630"/>
              </p:ext>
            </p:extLst>
          </p:nvPr>
        </p:nvGraphicFramePr>
        <p:xfrm>
          <a:off x="6124625" y="4408490"/>
          <a:ext cx="134620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790700" imgH="1206500" progId="Equation.3">
                  <p:embed/>
                </p:oleObj>
              </mc:Choice>
              <mc:Fallback>
                <p:oleObj name="公式" r:id="rId33" imgW="1790700" imgH="1206500" progId="Equation.3">
                  <p:embed/>
                  <p:pic>
                    <p:nvPicPr>
                      <p:cNvPr id="30" name="Object 4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24625" y="4408490"/>
                        <a:ext cx="1346200" cy="9017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2" name="Group 55"/>
          <p:cNvGrpSpPr/>
          <p:nvPr/>
        </p:nvGrpSpPr>
        <p:grpSpPr bwMode="auto">
          <a:xfrm>
            <a:off x="2495599" y="5700314"/>
            <a:ext cx="3503613" cy="966788"/>
            <a:chOff x="660" y="3402"/>
            <a:chExt cx="2207" cy="609"/>
          </a:xfrm>
        </p:grpSpPr>
        <p:graphicFrame>
          <p:nvGraphicFramePr>
            <p:cNvPr id="33" name="Object 44"/>
            <p:cNvGraphicFramePr/>
            <p:nvPr>
              <p:extLst>
                <p:ext uri="{D42A27DB-BD31-4B8C-83A1-F6EECF244321}">
                  <p14:modId xmlns:p14="http://schemas.microsoft.com/office/powerpoint/2010/main" val="2404605312"/>
                </p:ext>
              </p:extLst>
            </p:nvPr>
          </p:nvGraphicFramePr>
          <p:xfrm>
            <a:off x="660" y="3402"/>
            <a:ext cx="2207" cy="6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5" imgW="1650960" imgH="469800" progId="Equation.DSMT4">
                    <p:embed/>
                  </p:oleObj>
                </mc:Choice>
                <mc:Fallback>
                  <p:oleObj name="Equation" r:id="rId35" imgW="1650960" imgH="469800" progId="Equation.DSMT4">
                    <p:embed/>
                    <p:pic>
                      <p:nvPicPr>
                        <p:cNvPr id="33" name="Object 4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660" y="3402"/>
                          <a:ext cx="2207" cy="60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4" name="Object 45"/>
            <p:cNvGraphicFramePr/>
            <p:nvPr>
              <p:extLst>
                <p:ext uri="{D42A27DB-BD31-4B8C-83A1-F6EECF244321}">
                  <p14:modId xmlns:p14="http://schemas.microsoft.com/office/powerpoint/2010/main" val="1872427847"/>
                </p:ext>
              </p:extLst>
            </p:nvPr>
          </p:nvGraphicFramePr>
          <p:xfrm>
            <a:off x="1544" y="3434"/>
            <a:ext cx="488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7" imgW="393480" imgH="419040" progId="Equation.DSMT4">
                    <p:embed/>
                  </p:oleObj>
                </mc:Choice>
                <mc:Fallback>
                  <p:oleObj name="Equation" r:id="rId37" imgW="393480" imgH="419040" progId="Equation.DSMT4">
                    <p:embed/>
                    <p:pic>
                      <p:nvPicPr>
                        <p:cNvPr id="34" name="Object 4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3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44" y="3434"/>
                          <a:ext cx="488" cy="5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46"/>
            <p:cNvGraphicFramePr/>
            <p:nvPr>
              <p:extLst>
                <p:ext uri="{D42A27DB-BD31-4B8C-83A1-F6EECF244321}">
                  <p14:modId xmlns:p14="http://schemas.microsoft.com/office/powerpoint/2010/main" val="644157687"/>
                </p:ext>
              </p:extLst>
            </p:nvPr>
          </p:nvGraphicFramePr>
          <p:xfrm>
            <a:off x="2008" y="3434"/>
            <a:ext cx="584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444240" imgH="419040" progId="Equation.DSMT4">
                    <p:embed/>
                  </p:oleObj>
                </mc:Choice>
                <mc:Fallback>
                  <p:oleObj name="Equation" r:id="rId39" imgW="444240" imgH="419040" progId="Equation.DSMT4">
                    <p:embed/>
                    <p:pic>
                      <p:nvPicPr>
                        <p:cNvPr id="35" name="Object 4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08" y="3434"/>
                          <a:ext cx="584" cy="54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36" name="Object 47"/>
          <p:cNvGraphicFramePr/>
          <p:nvPr>
            <p:extLst>
              <p:ext uri="{D42A27DB-BD31-4B8C-83A1-F6EECF244321}">
                <p14:modId xmlns:p14="http://schemas.microsoft.com/office/powerpoint/2010/main" val="756213404"/>
              </p:ext>
            </p:extLst>
          </p:nvPr>
        </p:nvGraphicFramePr>
        <p:xfrm>
          <a:off x="6039359" y="5751114"/>
          <a:ext cx="1431466" cy="817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736560" imgH="406080" progId="Equation.DSMT4">
                  <p:embed/>
                </p:oleObj>
              </mc:Choice>
              <mc:Fallback>
                <p:oleObj name="Equation" r:id="rId41" imgW="736560" imgH="406080" progId="Equation.DSMT4">
                  <p:embed/>
                  <p:pic>
                    <p:nvPicPr>
                      <p:cNvPr id="36" name="Object 47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39359" y="5751114"/>
                        <a:ext cx="1431466" cy="8175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1269803" y="950956"/>
          <a:ext cx="569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3" imgW="6400800" imgH="4572000" progId="Equation.DSMT4">
                  <p:embed/>
                </p:oleObj>
              </mc:Choice>
              <mc:Fallback>
                <p:oleObj name="Equation" r:id="rId43" imgW="6400800" imgH="457200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9803" y="950956"/>
                        <a:ext cx="569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85753747"/>
              </p:ext>
            </p:extLst>
          </p:nvPr>
        </p:nvGraphicFramePr>
        <p:xfrm>
          <a:off x="1954016" y="776690"/>
          <a:ext cx="4928041" cy="8441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5" imgW="2577960" imgH="431640" progId="Equation.DSMT4">
                  <p:embed/>
                </p:oleObj>
              </mc:Choice>
              <mc:Fallback>
                <p:oleObj name="Equation" r:id="rId45" imgW="2577960" imgH="431640" progId="Equation.DSMT4">
                  <p:embed/>
                  <p:pic>
                    <p:nvPicPr>
                      <p:cNvPr id="4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016" y="776690"/>
                        <a:ext cx="4928041" cy="8441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1228725" y="1700808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4DAB5FF1-79EF-C3C7-BCC4-BAD588A275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9304713"/>
              </p:ext>
            </p:extLst>
          </p:nvPr>
        </p:nvGraphicFramePr>
        <p:xfrm>
          <a:off x="8267565" y="370512"/>
          <a:ext cx="2963734" cy="74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7" imgW="1765080" imgH="431640" progId="Equation.DSMT4">
                  <p:embed/>
                </p:oleObj>
              </mc:Choice>
              <mc:Fallback>
                <p:oleObj name="Equation" r:id="rId47" imgW="1765080" imgH="431640" progId="Equation.DSMT4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C63C90E6-B6B2-8220-CE2B-3C7FF6FF6F38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565" y="370512"/>
                        <a:ext cx="2963734" cy="74933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5" name="Group 38"/>
          <p:cNvGrpSpPr/>
          <p:nvPr/>
        </p:nvGrpSpPr>
        <p:grpSpPr bwMode="auto">
          <a:xfrm>
            <a:off x="1947316" y="1826272"/>
            <a:ext cx="6108701" cy="503237"/>
            <a:chOff x="662" y="974"/>
            <a:chExt cx="3848" cy="317"/>
          </a:xfrm>
        </p:grpSpPr>
        <p:sp>
          <p:nvSpPr>
            <p:cNvPr id="7" name="Text Box 9"/>
            <p:cNvSpPr txBox="1">
              <a:spLocks noChangeArrowheads="1"/>
            </p:cNvSpPr>
            <p:nvPr/>
          </p:nvSpPr>
          <p:spPr bwMode="auto">
            <a:xfrm>
              <a:off x="662" y="974"/>
              <a:ext cx="3848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被积函数        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 内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只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有两个奇点：    </a:t>
              </a:r>
            </a:p>
          </p:txBody>
        </p:sp>
        <p:graphicFrame>
          <p:nvGraphicFramePr>
            <p:cNvPr id="8" name="Object 10"/>
            <p:cNvGraphicFramePr/>
            <p:nvPr/>
          </p:nvGraphicFramePr>
          <p:xfrm>
            <a:off x="1502" y="1028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50900" imgH="457200" progId="Equation.3">
                    <p:embed/>
                  </p:oleObj>
                </mc:Choice>
                <mc:Fallback>
                  <p:oleObj name="公式" r:id="rId3" imgW="850900" imgH="457200" progId="Equation.3">
                    <p:embed/>
                    <p:pic>
                      <p:nvPicPr>
                        <p:cNvPr id="8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02" y="1028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1"/>
            <p:cNvGraphicFramePr/>
            <p:nvPr>
              <p:extLst>
                <p:ext uri="{D42A27DB-BD31-4B8C-83A1-F6EECF244321}">
                  <p14:modId xmlns:p14="http://schemas.microsoft.com/office/powerpoint/2010/main" val="3647037270"/>
                </p:ext>
              </p:extLst>
            </p:nvPr>
          </p:nvGraphicFramePr>
          <p:xfrm>
            <a:off x="2149" y="980"/>
            <a:ext cx="546" cy="3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406080" imgH="241200" progId="Equation.DSMT4">
                    <p:embed/>
                  </p:oleObj>
                </mc:Choice>
                <mc:Fallback>
                  <p:oleObj name="Equation" r:id="rId5" imgW="406080" imgH="241200" progId="Equation.DSMT4">
                    <p:embed/>
                    <p:pic>
                      <p:nvPicPr>
                        <p:cNvPr id="9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49" y="980"/>
                          <a:ext cx="546" cy="311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16"/>
          <p:cNvGraphicFramePr/>
          <p:nvPr>
            <p:extLst>
              <p:ext uri="{D42A27DB-BD31-4B8C-83A1-F6EECF244321}">
                <p14:modId xmlns:p14="http://schemas.microsoft.com/office/powerpoint/2010/main" val="2355407553"/>
              </p:ext>
            </p:extLst>
          </p:nvPr>
        </p:nvGraphicFramePr>
        <p:xfrm>
          <a:off x="2866801" y="2968562"/>
          <a:ext cx="1175693" cy="61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96880" imgH="291960" progId="Equation.DSMT4">
                  <p:embed/>
                </p:oleObj>
              </mc:Choice>
              <mc:Fallback>
                <p:oleObj name="Equation" r:id="rId7" imgW="596880" imgH="291960" progId="Equation.DSMT4">
                  <p:embed/>
                  <p:pic>
                    <p:nvPicPr>
                      <p:cNvPr id="10" name="Object 1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6801" y="2968562"/>
                        <a:ext cx="1175693" cy="6186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40"/>
          <p:cNvGrpSpPr/>
          <p:nvPr/>
        </p:nvGrpSpPr>
        <p:grpSpPr bwMode="auto">
          <a:xfrm>
            <a:off x="4104630" y="2750676"/>
            <a:ext cx="2528888" cy="955675"/>
            <a:chOff x="1928" y="1896"/>
            <a:chExt cx="1593" cy="602"/>
          </a:xfrm>
        </p:grpSpPr>
        <p:graphicFrame>
          <p:nvGraphicFramePr>
            <p:cNvPr id="12" name="Object 18"/>
            <p:cNvGraphicFramePr/>
            <p:nvPr/>
          </p:nvGraphicFramePr>
          <p:xfrm>
            <a:off x="3233" y="2210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609600" imgH="609600" progId="Equation.3">
                    <p:embed/>
                  </p:oleObj>
                </mc:Choice>
                <mc:Fallback>
                  <p:oleObj name="公式" r:id="rId9" imgW="609600" imgH="609600" progId="Equation.3">
                    <p:embed/>
                    <p:pic>
                      <p:nvPicPr>
                        <p:cNvPr id="12" name="Object 1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3" y="2210"/>
                          <a:ext cx="28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" name="Object 19"/>
            <p:cNvGraphicFramePr/>
            <p:nvPr/>
          </p:nvGraphicFramePr>
          <p:xfrm>
            <a:off x="1928" y="1896"/>
            <a:ext cx="1306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933700" imgH="1206500" progId="Equation.3">
                    <p:embed/>
                  </p:oleObj>
                </mc:Choice>
                <mc:Fallback>
                  <p:oleObj name="公式" r:id="rId11" imgW="2933700" imgH="1206500" progId="Equation.3">
                    <p:embed/>
                    <p:pic>
                      <p:nvPicPr>
                        <p:cNvPr id="13" name="Object 1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28" y="1896"/>
                          <a:ext cx="1306" cy="5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4" name="Group 41"/>
          <p:cNvGrpSpPr/>
          <p:nvPr/>
        </p:nvGrpSpPr>
        <p:grpSpPr bwMode="auto">
          <a:xfrm>
            <a:off x="6635105" y="2757025"/>
            <a:ext cx="1881188" cy="946150"/>
            <a:chOff x="3522" y="1900"/>
            <a:chExt cx="1185" cy="596"/>
          </a:xfrm>
        </p:grpSpPr>
        <p:graphicFrame>
          <p:nvGraphicFramePr>
            <p:cNvPr id="15" name="Object 21"/>
            <p:cNvGraphicFramePr/>
            <p:nvPr/>
          </p:nvGraphicFramePr>
          <p:xfrm>
            <a:off x="3522" y="1900"/>
            <a:ext cx="892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019300" imgH="1206500" progId="Equation.3">
                    <p:embed/>
                  </p:oleObj>
                </mc:Choice>
                <mc:Fallback>
                  <p:oleObj name="公式" r:id="rId13" imgW="2019300" imgH="1206500" progId="Equation.3">
                    <p:embed/>
                    <p:pic>
                      <p:nvPicPr>
                        <p:cNvPr id="15" name="Object 2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22" y="1900"/>
                          <a:ext cx="892" cy="5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" name="Object 22"/>
            <p:cNvGraphicFramePr/>
            <p:nvPr/>
          </p:nvGraphicFramePr>
          <p:xfrm>
            <a:off x="4419" y="2208"/>
            <a:ext cx="288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609600" imgH="609600" progId="Equation.3">
                    <p:embed/>
                  </p:oleObj>
                </mc:Choice>
                <mc:Fallback>
                  <p:oleObj name="公式" r:id="rId15" imgW="609600" imgH="609600" progId="Equation.3">
                    <p:embed/>
                    <p:pic>
                      <p:nvPicPr>
                        <p:cNvPr id="16" name="Object 2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9" y="2208"/>
                          <a:ext cx="288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7" name="Object 23"/>
          <p:cNvGraphicFramePr/>
          <p:nvPr/>
        </p:nvGraphicFramePr>
        <p:xfrm>
          <a:off x="8473431" y="2699875"/>
          <a:ext cx="14382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981200" imgH="1219200" progId="Equation.3">
                  <p:embed/>
                </p:oleObj>
              </mc:Choice>
              <mc:Fallback>
                <p:oleObj name="公式" r:id="rId17" imgW="1981200" imgH="1219200" progId="Equation.3">
                  <p:embed/>
                  <p:pic>
                    <p:nvPicPr>
                      <p:cNvPr id="17" name="Object 2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3431" y="2699875"/>
                        <a:ext cx="1438275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8" name="Group 42"/>
          <p:cNvGrpSpPr/>
          <p:nvPr/>
        </p:nvGrpSpPr>
        <p:grpSpPr bwMode="auto">
          <a:xfrm>
            <a:off x="2869557" y="4043164"/>
            <a:ext cx="3244852" cy="946150"/>
            <a:chOff x="1189" y="2672"/>
            <a:chExt cx="2044" cy="596"/>
          </a:xfrm>
        </p:grpSpPr>
        <p:graphicFrame>
          <p:nvGraphicFramePr>
            <p:cNvPr id="20" name="Object 24"/>
            <p:cNvGraphicFramePr/>
            <p:nvPr>
              <p:extLst>
                <p:ext uri="{D42A27DB-BD31-4B8C-83A1-F6EECF244321}">
                  <p14:modId xmlns:p14="http://schemas.microsoft.com/office/powerpoint/2010/main" val="2678797214"/>
                </p:ext>
              </p:extLst>
            </p:nvPr>
          </p:nvGraphicFramePr>
          <p:xfrm>
            <a:off x="1189" y="2813"/>
            <a:ext cx="739" cy="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596880" imgH="291960" progId="Equation.DSMT4">
                    <p:embed/>
                  </p:oleObj>
                </mc:Choice>
                <mc:Fallback>
                  <p:oleObj name="Equation" r:id="rId19" imgW="596880" imgH="291960" progId="Equation.DSMT4">
                    <p:embed/>
                    <p:pic>
                      <p:nvPicPr>
                        <p:cNvPr id="20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89" y="2813"/>
                          <a:ext cx="739" cy="37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" name="Object 26"/>
            <p:cNvGraphicFramePr/>
            <p:nvPr/>
          </p:nvGraphicFramePr>
          <p:xfrm>
            <a:off x="1984" y="2672"/>
            <a:ext cx="952" cy="5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019300" imgH="1206500" progId="Equation.3">
                    <p:embed/>
                  </p:oleObj>
                </mc:Choice>
                <mc:Fallback>
                  <p:oleObj name="公式" r:id="rId21" imgW="2019300" imgH="1206500" progId="Equation.3">
                    <p:embed/>
                    <p:pic>
                      <p:nvPicPr>
                        <p:cNvPr id="21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84" y="2672"/>
                          <a:ext cx="952" cy="56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2" name="Object 27"/>
            <p:cNvGraphicFramePr/>
            <p:nvPr/>
          </p:nvGraphicFramePr>
          <p:xfrm>
            <a:off x="2937" y="2980"/>
            <a:ext cx="296" cy="2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622300" imgH="609600" progId="Equation.3">
                    <p:embed/>
                  </p:oleObj>
                </mc:Choice>
                <mc:Fallback>
                  <p:oleObj name="公式" r:id="rId23" imgW="622300" imgH="609600" progId="Equation.3">
                    <p:embed/>
                    <p:pic>
                      <p:nvPicPr>
                        <p:cNvPr id="22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37" y="2980"/>
                          <a:ext cx="296" cy="2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4" name="Group 39"/>
          <p:cNvGrpSpPr/>
          <p:nvPr/>
        </p:nvGrpSpPr>
        <p:grpSpPr bwMode="auto">
          <a:xfrm>
            <a:off x="7299661" y="1696574"/>
            <a:ext cx="3651250" cy="790575"/>
            <a:chOff x="955" y="1334"/>
            <a:chExt cx="2300" cy="498"/>
          </a:xfrm>
        </p:grpSpPr>
        <p:graphicFrame>
          <p:nvGraphicFramePr>
            <p:cNvPr id="25" name="Object 12"/>
            <p:cNvGraphicFramePr/>
            <p:nvPr/>
          </p:nvGraphicFramePr>
          <p:xfrm>
            <a:off x="1729" y="1336"/>
            <a:ext cx="632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333500" imgH="1054100" progId="Equation.3">
                    <p:embed/>
                  </p:oleObj>
                </mc:Choice>
                <mc:Fallback>
                  <p:oleObj name="公式" r:id="rId25" imgW="1333500" imgH="1054100" progId="Equation.3">
                    <p:embed/>
                    <p:pic>
                      <p:nvPicPr>
                        <p:cNvPr id="25" name="Object 1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9" y="1336"/>
                          <a:ext cx="632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15"/>
            <p:cNvGraphicFramePr/>
            <p:nvPr/>
          </p:nvGraphicFramePr>
          <p:xfrm>
            <a:off x="2487" y="1334"/>
            <a:ext cx="768" cy="4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1625600" imgH="1054100" progId="Equation.3">
                    <p:embed/>
                  </p:oleObj>
                </mc:Choice>
                <mc:Fallback>
                  <p:oleObj name="公式" r:id="rId27" imgW="1625600" imgH="1054100" progId="Equation.3">
                    <p:embed/>
                    <p:pic>
                      <p:nvPicPr>
                        <p:cNvPr id="26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87" y="1334"/>
                          <a:ext cx="768" cy="4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" name="Rectangle 33"/>
            <p:cNvSpPr>
              <a:spLocks noChangeArrowheads="1"/>
            </p:cNvSpPr>
            <p:nvPr/>
          </p:nvSpPr>
          <p:spPr bwMode="auto">
            <a:xfrm>
              <a:off x="955" y="1430"/>
              <a:ext cx="84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单级点   </a:t>
              </a:r>
            </a:p>
          </p:txBody>
        </p:sp>
      </p:grpSp>
      <p:graphicFrame>
        <p:nvGraphicFramePr>
          <p:cNvPr id="28" name="Object 34"/>
          <p:cNvGraphicFramePr/>
          <p:nvPr/>
        </p:nvGraphicFramePr>
        <p:xfrm>
          <a:off x="6112816" y="4005064"/>
          <a:ext cx="1409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1879600" imgH="1219200" progId="Equation.3">
                  <p:embed/>
                </p:oleObj>
              </mc:Choice>
              <mc:Fallback>
                <p:oleObj name="公式" r:id="rId29" imgW="1879600" imgH="1219200" progId="Equation.3">
                  <p:embed/>
                  <p:pic>
                    <p:nvPicPr>
                      <p:cNvPr id="28" name="Object 34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2816" y="4005064"/>
                        <a:ext cx="1409700" cy="914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6" name="对象 35"/>
          <p:cNvGraphicFramePr>
            <a:graphicFrameLocks noChangeAspect="1"/>
          </p:cNvGraphicFramePr>
          <p:nvPr/>
        </p:nvGraphicFramePr>
        <p:xfrm>
          <a:off x="1201738" y="950913"/>
          <a:ext cx="7064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7924800" imgH="4572000" progId="Equation.DSMT4">
                  <p:embed/>
                </p:oleObj>
              </mc:Choice>
              <mc:Fallback>
                <p:oleObj name="Equation" r:id="rId31" imgW="7924800" imgH="4572000" progId="Equation.DSMT4">
                  <p:embed/>
                  <p:pic>
                    <p:nvPicPr>
                      <p:cNvPr id="36" name="对象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950913"/>
                        <a:ext cx="7064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" name="对象 3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79554791"/>
              </p:ext>
            </p:extLst>
          </p:nvPr>
        </p:nvGraphicFramePr>
        <p:xfrm>
          <a:off x="2108200" y="801952"/>
          <a:ext cx="5534520" cy="91439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743200" imgH="444240" progId="Equation.DSMT4">
                  <p:embed/>
                </p:oleObj>
              </mc:Choice>
              <mc:Fallback>
                <p:oleObj name="Equation" r:id="rId33" imgW="2743200" imgH="444240" progId="Equation.DSMT4">
                  <p:embed/>
                  <p:pic>
                    <p:nvPicPr>
                      <p:cNvPr id="37" name="对象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8200" y="801952"/>
                        <a:ext cx="5534520" cy="91439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" name="Text Box 15"/>
          <p:cNvSpPr txBox="1">
            <a:spLocks noChangeArrowheads="1"/>
          </p:cNvSpPr>
          <p:nvPr/>
        </p:nvSpPr>
        <p:spPr bwMode="auto">
          <a:xfrm>
            <a:off x="1228725" y="1700808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Object 8">
            <a:extLst>
              <a:ext uri="{FF2B5EF4-FFF2-40B4-BE49-F238E27FC236}">
                <a16:creationId xmlns:a16="http://schemas.microsoft.com/office/drawing/2014/main" id="{180BB72D-BDB9-EFD8-CDD5-4D7D561C7D9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1511432"/>
              </p:ext>
            </p:extLst>
          </p:nvPr>
        </p:nvGraphicFramePr>
        <p:xfrm>
          <a:off x="8267565" y="370512"/>
          <a:ext cx="2963734" cy="749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1765080" imgH="431640" progId="Equation.DSMT4">
                  <p:embed/>
                </p:oleObj>
              </mc:Choice>
              <mc:Fallback>
                <p:oleObj name="Equation" r:id="rId35" imgW="1765080" imgH="431640" progId="Equation.DSMT4">
                  <p:embed/>
                  <p:pic>
                    <p:nvPicPr>
                      <p:cNvPr id="2" name="Object 8">
                        <a:extLst>
                          <a:ext uri="{FF2B5EF4-FFF2-40B4-BE49-F238E27FC236}">
                            <a16:creationId xmlns:a16="http://schemas.microsoft.com/office/drawing/2014/main" id="{4DAB5FF1-79EF-C3C7-BCC4-BAD588A275AF}"/>
                          </a:ext>
                        </a:extLst>
                      </p:cNvPr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67565" y="370512"/>
                        <a:ext cx="2963734" cy="749339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6283474D-718C-EE73-0663-98C66152EF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0967245"/>
              </p:ext>
            </p:extLst>
          </p:nvPr>
        </p:nvGraphicFramePr>
        <p:xfrm>
          <a:off x="2515393" y="5333335"/>
          <a:ext cx="3571330" cy="9415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2210345" imgH="583137" progId="Equation.DSMT4">
                  <p:embed/>
                </p:oleObj>
              </mc:Choice>
              <mc:Fallback>
                <p:oleObj name="Equation" r:id="rId37" imgW="2210345" imgH="58313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8"/>
                      <a:stretch>
                        <a:fillRect/>
                      </a:stretch>
                    </p:blipFill>
                    <p:spPr>
                      <a:xfrm>
                        <a:off x="2515393" y="5333335"/>
                        <a:ext cx="3571330" cy="9415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Rectangle 11"/>
          <p:cNvSpPr>
            <a:spLocks noChangeArrowheads="1"/>
          </p:cNvSpPr>
          <p:nvPr/>
        </p:nvSpPr>
        <p:spPr bwMode="auto">
          <a:xfrm>
            <a:off x="1908175" y="1709717"/>
            <a:ext cx="54168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方法一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利用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535FE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极点的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留数计算公式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</a:t>
            </a:r>
          </a:p>
        </p:txBody>
      </p:sp>
      <p:grpSp>
        <p:nvGrpSpPr>
          <p:cNvPr id="8" name="Group 57"/>
          <p:cNvGrpSpPr/>
          <p:nvPr/>
        </p:nvGrpSpPr>
        <p:grpSpPr bwMode="auto">
          <a:xfrm>
            <a:off x="2032913" y="2322491"/>
            <a:ext cx="5041901" cy="461963"/>
            <a:chOff x="1444" y="1226"/>
            <a:chExt cx="3176" cy="291"/>
          </a:xfrm>
        </p:grpSpPr>
        <p:sp>
          <p:nvSpPr>
            <p:cNvPr id="9" name="Rectangle 30"/>
            <p:cNvSpPr>
              <a:spLocks noChangeArrowheads="1"/>
            </p:cNvSpPr>
            <p:nvPr/>
          </p:nvSpPr>
          <p:spPr bwMode="auto">
            <a:xfrm>
              <a:off x="1827" y="1226"/>
              <a:ext cx="2793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为被积函数          的二阶极点， </a:t>
              </a:r>
            </a:p>
          </p:txBody>
        </p:sp>
        <p:graphicFrame>
          <p:nvGraphicFramePr>
            <p:cNvPr id="10" name="Object 31"/>
            <p:cNvGraphicFramePr/>
            <p:nvPr/>
          </p:nvGraphicFramePr>
          <p:xfrm>
            <a:off x="1444" y="1272"/>
            <a:ext cx="408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863600" imgH="393700" progId="Equation.3">
                    <p:embed/>
                  </p:oleObj>
                </mc:Choice>
                <mc:Fallback>
                  <p:oleObj name="公式" r:id="rId3" imgW="863600" imgH="393700" progId="Equation.3">
                    <p:embed/>
                    <p:pic>
                      <p:nvPicPr>
                        <p:cNvPr id="10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4" y="1272"/>
                          <a:ext cx="408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1" name="Object 32"/>
            <p:cNvGraphicFramePr/>
            <p:nvPr/>
          </p:nvGraphicFramePr>
          <p:xfrm>
            <a:off x="2888" y="127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850900" imgH="457200" progId="Equation.3">
                    <p:embed/>
                  </p:oleObj>
                </mc:Choice>
                <mc:Fallback>
                  <p:oleObj name="公式" r:id="rId5" imgW="850900" imgH="457200" progId="Equation.3">
                    <p:embed/>
                    <p:pic>
                      <p:nvPicPr>
                        <p:cNvPr id="11" name="Object 3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8" y="1274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8"/>
          <p:cNvGrpSpPr/>
          <p:nvPr/>
        </p:nvGrpSpPr>
        <p:grpSpPr bwMode="auto">
          <a:xfrm>
            <a:off x="2032913" y="2982542"/>
            <a:ext cx="3876675" cy="863600"/>
            <a:chOff x="1830" y="1558"/>
            <a:chExt cx="2442" cy="544"/>
          </a:xfrm>
        </p:grpSpPr>
        <p:graphicFrame>
          <p:nvGraphicFramePr>
            <p:cNvPr id="13" name="Object 29"/>
            <p:cNvGraphicFramePr/>
            <p:nvPr>
              <p:extLst>
                <p:ext uri="{D42A27DB-BD31-4B8C-83A1-F6EECF244321}">
                  <p14:modId xmlns:p14="http://schemas.microsoft.com/office/powerpoint/2010/main" val="1857804332"/>
                </p:ext>
              </p:extLst>
            </p:nvPr>
          </p:nvGraphicFramePr>
          <p:xfrm>
            <a:off x="1830" y="1692"/>
            <a:ext cx="752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596880" imgH="279360" progId="Equation.DSMT4">
                    <p:embed/>
                  </p:oleObj>
                </mc:Choice>
                <mc:Fallback>
                  <p:oleObj name="Equation" r:id="rId7" imgW="596880" imgH="279360" progId="Equation.DSMT4">
                    <p:embed/>
                    <p:pic>
                      <p:nvPicPr>
                        <p:cNvPr id="13" name="Object 29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30" y="1692"/>
                          <a:ext cx="752" cy="36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4" name="Group 34"/>
            <p:cNvGrpSpPr/>
            <p:nvPr/>
          </p:nvGrpSpPr>
          <p:grpSpPr bwMode="auto">
            <a:xfrm>
              <a:off x="2600" y="1558"/>
              <a:ext cx="1672" cy="544"/>
              <a:chOff x="2164" y="2634"/>
              <a:chExt cx="1672" cy="544"/>
            </a:xfrm>
          </p:grpSpPr>
          <p:graphicFrame>
            <p:nvGraphicFramePr>
              <p:cNvPr id="15" name="Object 35"/>
              <p:cNvGraphicFramePr/>
              <p:nvPr/>
            </p:nvGraphicFramePr>
            <p:xfrm>
              <a:off x="2164" y="2672"/>
              <a:ext cx="1672" cy="4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3543300" imgH="1054100" progId="Equation.3">
                      <p:embed/>
                    </p:oleObj>
                  </mc:Choice>
                  <mc:Fallback>
                    <p:oleObj name="公式" r:id="rId9" imgW="3543300" imgH="1054100" progId="Equation.3">
                      <p:embed/>
                      <p:pic>
                        <p:nvPicPr>
                          <p:cNvPr id="15" name="Object 35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64" y="2672"/>
                            <a:ext cx="1672" cy="49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6" name="Object 36"/>
              <p:cNvGraphicFramePr/>
              <p:nvPr/>
            </p:nvGraphicFramePr>
            <p:xfrm>
              <a:off x="2921" y="2634"/>
              <a:ext cx="792" cy="5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1676400" imgH="1155700" progId="Equation.3">
                      <p:embed/>
                    </p:oleObj>
                  </mc:Choice>
                  <mc:Fallback>
                    <p:oleObj name="公式" r:id="rId11" imgW="1676400" imgH="1155700" progId="Equation.3">
                      <p:embed/>
                      <p:pic>
                        <p:nvPicPr>
                          <p:cNvPr id="16" name="Object 36"/>
                          <p:cNvPicPr preferRelativeResize="0">
                            <a:picLocks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21" y="2634"/>
                            <a:ext cx="792" cy="54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7" name="Object 37"/>
              <p:cNvGraphicFramePr>
                <a:graphicFrameLocks noChangeAspect="1"/>
              </p:cNvGraphicFramePr>
              <p:nvPr/>
            </p:nvGraphicFramePr>
            <p:xfrm>
              <a:off x="3801" y="2697"/>
              <a:ext cx="30" cy="5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位图图像" r:id="rId13" imgW="47625" imgH="85725" progId="Paint.Picture">
                      <p:embed/>
                    </p:oleObj>
                  </mc:Choice>
                  <mc:Fallback>
                    <p:oleObj name="位图图像" r:id="rId13" imgW="47625" imgH="85725" progId="Paint.Picture">
                      <p:embed/>
                      <p:pic>
                        <p:nvPicPr>
                          <p:cNvPr id="17" name="Object 3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01" y="2697"/>
                            <a:ext cx="30" cy="5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18" name="Object 38"/>
          <p:cNvGraphicFramePr/>
          <p:nvPr>
            <p:extLst>
              <p:ext uri="{D42A27DB-BD31-4B8C-83A1-F6EECF244321}">
                <p14:modId xmlns:p14="http://schemas.microsoft.com/office/powerpoint/2010/main" val="3222948917"/>
              </p:ext>
            </p:extLst>
          </p:nvPr>
        </p:nvGraphicFramePr>
        <p:xfrm>
          <a:off x="7880628" y="3009287"/>
          <a:ext cx="2309813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3086100" imgH="1155700" progId="Equation.3">
                  <p:embed/>
                </p:oleObj>
              </mc:Choice>
              <mc:Fallback>
                <p:oleObj name="公式" r:id="rId15" imgW="3086100" imgH="1155700" progId="Equation.3">
                  <p:embed/>
                  <p:pic>
                    <p:nvPicPr>
                      <p:cNvPr id="18" name="Object 38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80628" y="3009287"/>
                        <a:ext cx="2309813" cy="863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0"/>
          <p:cNvGraphicFramePr/>
          <p:nvPr>
            <p:extLst>
              <p:ext uri="{D42A27DB-BD31-4B8C-83A1-F6EECF244321}">
                <p14:modId xmlns:p14="http://schemas.microsoft.com/office/powerpoint/2010/main" val="932668247"/>
              </p:ext>
            </p:extLst>
          </p:nvPr>
        </p:nvGraphicFramePr>
        <p:xfrm>
          <a:off x="10248047" y="3051908"/>
          <a:ext cx="6858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914400" imgH="1054100" progId="Equation.3">
                  <p:embed/>
                </p:oleObj>
              </mc:Choice>
              <mc:Fallback>
                <p:oleObj name="公式" r:id="rId17" imgW="914400" imgH="1054100" progId="Equation.3">
                  <p:embed/>
                  <p:pic>
                    <p:nvPicPr>
                      <p:cNvPr id="23" name="Object 4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48047" y="3051908"/>
                        <a:ext cx="685800" cy="7874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4" name="Group 59"/>
          <p:cNvGrpSpPr/>
          <p:nvPr/>
        </p:nvGrpSpPr>
        <p:grpSpPr bwMode="auto">
          <a:xfrm>
            <a:off x="5954038" y="2986036"/>
            <a:ext cx="1897063" cy="850900"/>
            <a:chOff x="4324" y="1566"/>
            <a:chExt cx="1195" cy="536"/>
          </a:xfrm>
        </p:grpSpPr>
        <p:graphicFrame>
          <p:nvGraphicFramePr>
            <p:cNvPr id="25" name="Object 41"/>
            <p:cNvGraphicFramePr/>
            <p:nvPr/>
          </p:nvGraphicFramePr>
          <p:xfrm>
            <a:off x="4324" y="1596"/>
            <a:ext cx="1184" cy="4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501900" imgH="965200" progId="Equation.3">
                    <p:embed/>
                  </p:oleObj>
                </mc:Choice>
                <mc:Fallback>
                  <p:oleObj name="公式" r:id="rId19" imgW="2501900" imgH="965200" progId="Equation.3">
                    <p:embed/>
                    <p:pic>
                      <p:nvPicPr>
                        <p:cNvPr id="25" name="Object 4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4" y="1596"/>
                          <a:ext cx="1184" cy="45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6" name="Object 42"/>
            <p:cNvGraphicFramePr/>
            <p:nvPr/>
          </p:nvGraphicFramePr>
          <p:xfrm>
            <a:off x="4847" y="1566"/>
            <a:ext cx="544" cy="5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1155700" imgH="1130300" progId="Equation.3">
                    <p:embed/>
                  </p:oleObj>
                </mc:Choice>
                <mc:Fallback>
                  <p:oleObj name="公式" r:id="rId21" imgW="1155700" imgH="1130300" progId="Equation.3">
                    <p:embed/>
                    <p:pic>
                      <p:nvPicPr>
                        <p:cNvPr id="26" name="Object 4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7" y="1566"/>
                          <a:ext cx="544" cy="53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27" name="Picture 44"/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9" y="1619"/>
              <a:ext cx="30" cy="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8" name="Group 60"/>
          <p:cNvGrpSpPr/>
          <p:nvPr/>
        </p:nvGrpSpPr>
        <p:grpSpPr bwMode="auto">
          <a:xfrm>
            <a:off x="1996619" y="5053410"/>
            <a:ext cx="2763838" cy="577851"/>
            <a:chOff x="1445" y="2898"/>
            <a:chExt cx="1741" cy="364"/>
          </a:xfrm>
        </p:grpSpPr>
        <p:graphicFrame>
          <p:nvGraphicFramePr>
            <p:cNvPr id="29" name="Object 45"/>
            <p:cNvGraphicFramePr/>
            <p:nvPr>
              <p:extLst>
                <p:ext uri="{D42A27DB-BD31-4B8C-83A1-F6EECF244321}">
                  <p14:modId xmlns:p14="http://schemas.microsoft.com/office/powerpoint/2010/main" val="2734373504"/>
                </p:ext>
              </p:extLst>
            </p:nvPr>
          </p:nvGraphicFramePr>
          <p:xfrm>
            <a:off x="1445" y="2898"/>
            <a:ext cx="1319" cy="3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066680" imgH="279360" progId="Equation.DSMT4">
                    <p:embed/>
                  </p:oleObj>
                </mc:Choice>
                <mc:Fallback>
                  <p:oleObj name="Equation" r:id="rId24" imgW="1066680" imgH="279360" progId="Equation.DSMT4">
                    <p:embed/>
                    <p:pic>
                      <p:nvPicPr>
                        <p:cNvPr id="29" name="Object 4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5" y="2898"/>
                          <a:ext cx="1319" cy="36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" name="Object 46"/>
            <p:cNvGraphicFramePr/>
            <p:nvPr>
              <p:extLst>
                <p:ext uri="{D42A27DB-BD31-4B8C-83A1-F6EECF244321}">
                  <p14:modId xmlns:p14="http://schemas.microsoft.com/office/powerpoint/2010/main" val="365485453"/>
                </p:ext>
              </p:extLst>
            </p:nvPr>
          </p:nvGraphicFramePr>
          <p:xfrm>
            <a:off x="2764" y="2918"/>
            <a:ext cx="422" cy="22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342720" imgH="177480" progId="Equation.DSMT4">
                    <p:embed/>
                  </p:oleObj>
                </mc:Choice>
                <mc:Fallback>
                  <p:oleObj name="Equation" r:id="rId26" imgW="342720" imgH="177480" progId="Equation.DSMT4">
                    <p:embed/>
                    <p:pic>
                      <p:nvPicPr>
                        <p:cNvPr id="30" name="Object 4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64" y="2918"/>
                          <a:ext cx="422" cy="229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2" name="Rectangle 47"/>
          <p:cNvSpPr>
            <a:spLocks noChangeArrowheads="1"/>
          </p:cNvSpPr>
          <p:nvPr/>
        </p:nvSpPr>
        <p:spPr bwMode="auto">
          <a:xfrm>
            <a:off x="1789476" y="5843512"/>
            <a:ext cx="13319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方法二   </a:t>
            </a:r>
            <a:endParaRPr kumimoji="1" lang="zh-CN" altLang="en-US" sz="2400" b="1" i="0" u="sng" strike="noStrike" kern="1200" cap="none" spc="0" normalizeH="0" baseline="0" noProof="0" dirty="0">
              <a:ln>
                <a:noFill/>
              </a:ln>
              <a:solidFill>
                <a:srgbClr val="339933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33" name="Rectangle 48"/>
          <p:cNvSpPr>
            <a:spLocks noChangeArrowheads="1"/>
          </p:cNvSpPr>
          <p:nvPr/>
        </p:nvSpPr>
        <p:spPr bwMode="auto">
          <a:xfrm>
            <a:off x="2934063" y="5838750"/>
            <a:ext cx="33393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利用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高阶导数公式</a:t>
            </a:r>
            <a:r>
              <a:rPr kumimoji="1" lang="zh-CN" altLang="en-US" sz="2400" b="1" i="0" u="sng" strike="noStrike" kern="1200" cap="none" spc="0" normalizeH="0" baseline="0" noProof="0" dirty="0">
                <a:ln>
                  <a:noFill/>
                </a:ln>
                <a:solidFill>
                  <a:srgbClr val="339933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求解</a:t>
            </a:r>
          </a:p>
        </p:txBody>
      </p:sp>
      <p:graphicFrame>
        <p:nvGraphicFramePr>
          <p:cNvPr id="34" name="Object 50"/>
          <p:cNvGraphicFramePr/>
          <p:nvPr>
            <p:extLst>
              <p:ext uri="{D42A27DB-BD31-4B8C-83A1-F6EECF244321}">
                <p14:modId xmlns:p14="http://schemas.microsoft.com/office/powerpoint/2010/main" val="1956674857"/>
              </p:ext>
            </p:extLst>
          </p:nvPr>
        </p:nvGraphicFramePr>
        <p:xfrm>
          <a:off x="6772778" y="5660819"/>
          <a:ext cx="2835730" cy="8508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98320" imgH="406080" progId="Equation.DSMT4">
                  <p:embed/>
                </p:oleObj>
              </mc:Choice>
              <mc:Fallback>
                <p:oleObj name="Equation" r:id="rId28" imgW="1498320" imgH="406080" progId="Equation.DSMT4">
                  <p:embed/>
                  <p:pic>
                    <p:nvPicPr>
                      <p:cNvPr id="34" name="Object 5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72778" y="5660819"/>
                        <a:ext cx="2835730" cy="85089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5" name="Object 53"/>
          <p:cNvGraphicFramePr/>
          <p:nvPr>
            <p:extLst>
              <p:ext uri="{D42A27DB-BD31-4B8C-83A1-F6EECF244321}">
                <p14:modId xmlns:p14="http://schemas.microsoft.com/office/powerpoint/2010/main" val="1116870614"/>
              </p:ext>
            </p:extLst>
          </p:nvPr>
        </p:nvGraphicFramePr>
        <p:xfrm>
          <a:off x="9541386" y="5925461"/>
          <a:ext cx="649055" cy="41876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42720" imgH="203040" progId="Equation.DSMT4">
                  <p:embed/>
                </p:oleObj>
              </mc:Choice>
              <mc:Fallback>
                <p:oleObj name="Equation" r:id="rId30" imgW="342720" imgH="203040" progId="Equation.DSMT4">
                  <p:embed/>
                  <p:pic>
                    <p:nvPicPr>
                      <p:cNvPr id="35" name="Object 53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3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1386" y="5925461"/>
                        <a:ext cx="649055" cy="41876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8" name="对象 37"/>
          <p:cNvGraphicFramePr>
            <a:graphicFrameLocks noChangeAspect="1"/>
          </p:cNvGraphicFramePr>
          <p:nvPr/>
        </p:nvGraphicFramePr>
        <p:xfrm>
          <a:off x="1201738" y="950913"/>
          <a:ext cx="7064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7924800" imgH="4572000" progId="Equation.DSMT4">
                  <p:embed/>
                </p:oleObj>
              </mc:Choice>
              <mc:Fallback>
                <p:oleObj name="Equation" r:id="rId32" imgW="7924800" imgH="4572000" progId="Equation.DSMT4">
                  <p:embed/>
                  <p:pic>
                    <p:nvPicPr>
                      <p:cNvPr id="38" name="对象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950913"/>
                        <a:ext cx="7064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9" name="对象 3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93752569"/>
              </p:ext>
            </p:extLst>
          </p:nvPr>
        </p:nvGraphicFramePr>
        <p:xfrm>
          <a:off x="2046660" y="788899"/>
          <a:ext cx="5101971" cy="878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4" imgW="2489040" imgH="431640" progId="Equation.DSMT4">
                  <p:embed/>
                </p:oleObj>
              </mc:Choice>
              <mc:Fallback>
                <p:oleObj name="Equation" r:id="rId34" imgW="2489040" imgH="43164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6660" y="788899"/>
                        <a:ext cx="5101971" cy="87880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Text Box 15"/>
          <p:cNvSpPr txBox="1">
            <a:spLocks noChangeArrowheads="1"/>
          </p:cNvSpPr>
          <p:nvPr/>
        </p:nvSpPr>
        <p:spPr bwMode="auto">
          <a:xfrm>
            <a:off x="1228725" y="1700808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9F249135-9771-A349-3001-50FECFE11A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4082855"/>
              </p:ext>
            </p:extLst>
          </p:nvPr>
        </p:nvGraphicFramePr>
        <p:xfrm>
          <a:off x="1996619" y="3917188"/>
          <a:ext cx="4998050" cy="9921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6" imgW="3191359" imgH="633228" progId="Equation.DSMT4">
                  <p:embed/>
                </p:oleObj>
              </mc:Choice>
              <mc:Fallback>
                <p:oleObj name="Equation" r:id="rId36" imgW="3191359" imgH="63322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996619" y="3917188"/>
                        <a:ext cx="4998050" cy="99215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32" grpId="0"/>
      <p:bldP spid="33" grpId="0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62075" y="934289"/>
            <a:ext cx="51006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三、函数在无穷远点的留数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84" name="Picture 118" descr="xs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8037513" y="1717676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5" name="Picture 119" descr="xsf"/>
          <p:cNvPicPr>
            <a:picLocks noChangeAspect="1" noChangeArrowheads="1"/>
          </p:cNvPicPr>
          <p:nvPr/>
        </p:nvPicPr>
        <p:blipFill>
          <a:blip r:embed="rId3">
            <a:lum bright="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8900000">
            <a:off x="8035925" y="1716089"/>
            <a:ext cx="838200" cy="219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86" name="Group 98"/>
          <p:cNvGrpSpPr/>
          <p:nvPr/>
        </p:nvGrpSpPr>
        <p:grpSpPr bwMode="auto">
          <a:xfrm>
            <a:off x="6096001" y="9525"/>
            <a:ext cx="4732337" cy="4732338"/>
            <a:chOff x="2893" y="6"/>
            <a:chExt cx="2981" cy="2981"/>
          </a:xfrm>
        </p:grpSpPr>
        <p:grpSp>
          <p:nvGrpSpPr>
            <p:cNvPr id="187" name="Group 96"/>
            <p:cNvGrpSpPr/>
            <p:nvPr/>
          </p:nvGrpSpPr>
          <p:grpSpPr bwMode="auto">
            <a:xfrm>
              <a:off x="2893" y="6"/>
              <a:ext cx="2981" cy="2981"/>
              <a:chOff x="2893" y="6"/>
              <a:chExt cx="2981" cy="2981"/>
            </a:xfrm>
          </p:grpSpPr>
          <p:sp>
            <p:nvSpPr>
              <p:cNvPr id="189" name="Oval 33"/>
              <p:cNvSpPr>
                <a:spLocks noChangeAspect="1" noChangeArrowheads="1"/>
              </p:cNvSpPr>
              <p:nvPr/>
            </p:nvSpPr>
            <p:spPr bwMode="auto">
              <a:xfrm>
                <a:off x="2893" y="6"/>
                <a:ext cx="2981" cy="2981"/>
              </a:xfrm>
              <a:prstGeom prst="ellipse">
                <a:avLst/>
              </a:prstGeom>
              <a:gradFill rotWithShape="1">
                <a:gsLst>
                  <a:gs pos="0">
                    <a:srgbClr val="3EBA3E"/>
                  </a:gs>
                  <a:gs pos="100000">
                    <a:srgbClr val="FFFFFF"/>
                  </a:gs>
                </a:gsLst>
                <a:path path="shape">
                  <a:fillToRect l="50000" t="50000" r="50000" b="50000"/>
                </a:path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90" name="Object 66"/>
              <p:cNvGraphicFramePr>
                <a:graphicFrameLocks noChangeAspect="1"/>
              </p:cNvGraphicFramePr>
              <p:nvPr/>
            </p:nvGraphicFramePr>
            <p:xfrm>
              <a:off x="4895" y="1517"/>
              <a:ext cx="134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4" imgW="355600" imgH="355600" progId="Equation.3">
                      <p:embed/>
                    </p:oleObj>
                  </mc:Choice>
                  <mc:Fallback>
                    <p:oleObj name="公式" r:id="rId4" imgW="355600" imgH="355600" progId="Equation.3">
                      <p:embed/>
                      <p:pic>
                        <p:nvPicPr>
                          <p:cNvPr id="190" name="Object 6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95" y="1517"/>
                            <a:ext cx="134" cy="134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91" name="Oval 67"/>
              <p:cNvSpPr>
                <a:spLocks noChangeAspect="1" noChangeArrowheads="1"/>
              </p:cNvSpPr>
              <p:nvPr/>
            </p:nvSpPr>
            <p:spPr bwMode="auto">
              <a:xfrm>
                <a:off x="4939" y="485"/>
                <a:ext cx="35" cy="37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rou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192" name="Object 68"/>
              <p:cNvGraphicFramePr>
                <a:graphicFrameLocks noChangeAspect="1"/>
              </p:cNvGraphicFramePr>
              <p:nvPr/>
            </p:nvGraphicFramePr>
            <p:xfrm>
              <a:off x="5015" y="450"/>
              <a:ext cx="135" cy="9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6" imgW="355600" imgH="254000" progId="Equation.3">
                      <p:embed/>
                    </p:oleObj>
                  </mc:Choice>
                  <mc:Fallback>
                    <p:oleObj name="公式" r:id="rId6" imgW="355600" imgH="254000" progId="Equation.3">
                      <p:embed/>
                      <p:pic>
                        <p:nvPicPr>
                          <p:cNvPr id="192" name="Object 68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015" y="450"/>
                            <a:ext cx="135" cy="96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88" name="Oval 54"/>
            <p:cNvSpPr>
              <a:spLocks noChangeAspect="1" noChangeArrowheads="1"/>
            </p:cNvSpPr>
            <p:nvPr/>
          </p:nvSpPr>
          <p:spPr bwMode="auto">
            <a:xfrm>
              <a:off x="3564" y="840"/>
              <a:ext cx="1338" cy="1338"/>
            </a:xfrm>
            <a:prstGeom prst="ellipse">
              <a:avLst/>
            </a:prstGeom>
            <a:solidFill>
              <a:srgbClr val="FFFFFF"/>
            </a:solidFill>
            <a:ln w="9525" algn="ctr">
              <a:solidFill>
                <a:srgbClr val="FF99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194" name="Rectangle 3"/>
          <p:cNvSpPr>
            <a:spLocks noChangeArrowheads="1"/>
          </p:cNvSpPr>
          <p:nvPr/>
        </p:nvSpPr>
        <p:spPr bwMode="auto">
          <a:xfrm>
            <a:off x="1187695" y="1556328"/>
            <a:ext cx="4016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函数在无穷远点的留数 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95" name="Object 6"/>
          <p:cNvGraphicFramePr/>
          <p:nvPr>
            <p:extLst>
              <p:ext uri="{D42A27DB-BD31-4B8C-83A1-F6EECF244321}">
                <p14:modId xmlns:p14="http://schemas.microsoft.com/office/powerpoint/2010/main" val="3520163816"/>
              </p:ext>
            </p:extLst>
          </p:nvPr>
        </p:nvGraphicFramePr>
        <p:xfrm>
          <a:off x="2683319" y="3774990"/>
          <a:ext cx="3620642" cy="8910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77680" imgH="431640" progId="Equation.DSMT4">
                  <p:embed/>
                </p:oleObj>
              </mc:Choice>
              <mc:Fallback>
                <p:oleObj name="Equation" r:id="rId8" imgW="1777680" imgH="431640" progId="Equation.DSMT4">
                  <p:embed/>
                  <p:pic>
                    <p:nvPicPr>
                      <p:cNvPr id="195" name="Object 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3319" y="3774990"/>
                        <a:ext cx="3620642" cy="8910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6" name="Group 100"/>
          <p:cNvGrpSpPr/>
          <p:nvPr/>
        </p:nvGrpSpPr>
        <p:grpSpPr bwMode="auto">
          <a:xfrm>
            <a:off x="1363662" y="2126891"/>
            <a:ext cx="4213225" cy="990600"/>
            <a:chOff x="337" y="1447"/>
            <a:chExt cx="2654" cy="624"/>
          </a:xfrm>
        </p:grpSpPr>
        <p:sp>
          <p:nvSpPr>
            <p:cNvPr id="197" name="Rectangle 30"/>
            <p:cNvSpPr>
              <a:spLocks noChangeArrowheads="1"/>
            </p:cNvSpPr>
            <p:nvPr/>
          </p:nvSpPr>
          <p:spPr bwMode="auto">
            <a:xfrm>
              <a:off x="854" y="1783"/>
              <a:ext cx="213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域                     </a:t>
              </a: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内解析， </a:t>
              </a:r>
            </a:p>
          </p:txBody>
        </p:sp>
        <p:sp>
          <p:nvSpPr>
            <p:cNvPr id="198" name="Rectangle 8"/>
            <p:cNvSpPr>
              <a:spLocks noChangeArrowheads="1"/>
            </p:cNvSpPr>
            <p:nvPr/>
          </p:nvSpPr>
          <p:spPr bwMode="auto">
            <a:xfrm>
              <a:off x="845" y="1448"/>
              <a:ext cx="181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设函数         在圆环  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199" name="Rectangle 12"/>
            <p:cNvSpPr>
              <a:spLocks noChangeArrowheads="1"/>
            </p:cNvSpPr>
            <p:nvPr/>
          </p:nvSpPr>
          <p:spPr bwMode="auto">
            <a:xfrm>
              <a:off x="337" y="1447"/>
              <a:ext cx="6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定义   </a:t>
              </a:r>
            </a:p>
          </p:txBody>
        </p:sp>
        <p:graphicFrame>
          <p:nvGraphicFramePr>
            <p:cNvPr id="200" name="Object 15"/>
            <p:cNvGraphicFramePr/>
            <p:nvPr/>
          </p:nvGraphicFramePr>
          <p:xfrm>
            <a:off x="1497" y="1496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850900" imgH="457200" progId="Equation.3">
                    <p:embed/>
                  </p:oleObj>
                </mc:Choice>
                <mc:Fallback>
                  <p:oleObj name="公式" r:id="rId10" imgW="850900" imgH="457200" progId="Equation.3">
                    <p:embed/>
                    <p:pic>
                      <p:nvPicPr>
                        <p:cNvPr id="200" name="Object 1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7" y="1496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1" name="Object 16"/>
            <p:cNvGraphicFramePr/>
            <p:nvPr/>
          </p:nvGraphicFramePr>
          <p:xfrm>
            <a:off x="1131" y="1842"/>
            <a:ext cx="96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2" imgW="2032000" imgH="457200" progId="Equation.3">
                    <p:embed/>
                  </p:oleObj>
                </mc:Choice>
                <mc:Fallback>
                  <p:oleObj name="公式" r:id="rId12" imgW="2032000" imgH="457200" progId="Equation.3">
                    <p:embed/>
                    <p:pic>
                      <p:nvPicPr>
                        <p:cNvPr id="201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31" y="1842"/>
                          <a:ext cx="96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5" name="Group 104"/>
          <p:cNvGrpSpPr/>
          <p:nvPr/>
        </p:nvGrpSpPr>
        <p:grpSpPr bwMode="auto">
          <a:xfrm>
            <a:off x="3589010" y="5963320"/>
            <a:ext cx="6164263" cy="828676"/>
            <a:chOff x="1438" y="3513"/>
            <a:chExt cx="3883" cy="522"/>
          </a:xfrm>
        </p:grpSpPr>
        <p:graphicFrame>
          <p:nvGraphicFramePr>
            <p:cNvPr id="206" name="Object 24"/>
            <p:cNvGraphicFramePr/>
            <p:nvPr>
              <p:extLst>
                <p:ext uri="{D42A27DB-BD31-4B8C-83A1-F6EECF244321}">
                  <p14:modId xmlns:p14="http://schemas.microsoft.com/office/powerpoint/2010/main" val="2702560765"/>
                </p:ext>
              </p:extLst>
            </p:nvPr>
          </p:nvGraphicFramePr>
          <p:xfrm>
            <a:off x="1438" y="3513"/>
            <a:ext cx="2008" cy="5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1663560" imgH="406080" progId="Equation.DSMT4">
                    <p:embed/>
                  </p:oleObj>
                </mc:Choice>
                <mc:Fallback>
                  <p:oleObj name="Equation" r:id="rId14" imgW="1663560" imgH="406080" progId="Equation.DSMT4">
                    <p:embed/>
                    <p:pic>
                      <p:nvPicPr>
                        <p:cNvPr id="206" name="Object 2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38" y="3513"/>
                          <a:ext cx="2008" cy="52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07" name="Rectangle 25"/>
            <p:cNvSpPr>
              <a:spLocks noChangeArrowheads="1"/>
            </p:cNvSpPr>
            <p:nvPr/>
          </p:nvSpPr>
          <p:spPr bwMode="auto">
            <a:xfrm>
              <a:off x="3449" y="3624"/>
              <a:ext cx="107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其中，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c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为 </a:t>
              </a:r>
              <a:endPara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graphicFrame>
          <p:nvGraphicFramePr>
            <p:cNvPr id="208" name="Object 26"/>
            <p:cNvGraphicFramePr/>
            <p:nvPr/>
          </p:nvGraphicFramePr>
          <p:xfrm>
            <a:off x="4457" y="3668"/>
            <a:ext cx="864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828800" imgH="457200" progId="Equation.3">
                    <p:embed/>
                  </p:oleObj>
                </mc:Choice>
                <mc:Fallback>
                  <p:oleObj name="公式" r:id="rId16" imgW="1828800" imgH="457200" progId="Equation.3">
                    <p:embed/>
                    <p:pic>
                      <p:nvPicPr>
                        <p:cNvPr id="208" name="Object 2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7" y="3668"/>
                          <a:ext cx="864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09" name="Group 103"/>
          <p:cNvGrpSpPr/>
          <p:nvPr/>
        </p:nvGrpSpPr>
        <p:grpSpPr bwMode="auto">
          <a:xfrm>
            <a:off x="1837998" y="5394994"/>
            <a:ext cx="6596062" cy="465138"/>
            <a:chOff x="335" y="3155"/>
            <a:chExt cx="4155" cy="293"/>
          </a:xfrm>
        </p:grpSpPr>
        <p:sp>
          <p:nvSpPr>
            <p:cNvPr id="210" name="Rectangle 23"/>
            <p:cNvSpPr>
              <a:spLocks noChangeArrowheads="1"/>
            </p:cNvSpPr>
            <p:nvPr/>
          </p:nvSpPr>
          <p:spPr bwMode="auto">
            <a:xfrm>
              <a:off x="811" y="3157"/>
              <a:ext cx="367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         在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有限</a:t>
              </a:r>
              <a:r>
                <a:rPr kumimoji="1" lang="zh-CN" altLang="en-US" sz="1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孤立奇点     的留数为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:     </a:t>
              </a:r>
            </a:p>
          </p:txBody>
        </p:sp>
        <p:sp>
          <p:nvSpPr>
            <p:cNvPr id="211" name="Rectangle 21"/>
            <p:cNvSpPr>
              <a:spLocks noChangeArrowheads="1"/>
            </p:cNvSpPr>
            <p:nvPr/>
          </p:nvSpPr>
          <p:spPr bwMode="auto">
            <a:xfrm>
              <a:off x="335" y="3155"/>
              <a:ext cx="69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对比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</a:t>
              </a:r>
            </a:p>
          </p:txBody>
        </p:sp>
        <p:graphicFrame>
          <p:nvGraphicFramePr>
            <p:cNvPr id="212" name="Object 22"/>
            <p:cNvGraphicFramePr/>
            <p:nvPr/>
          </p:nvGraphicFramePr>
          <p:xfrm>
            <a:off x="1279" y="3210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850900" imgH="457200" progId="Equation.3">
                    <p:embed/>
                  </p:oleObj>
                </mc:Choice>
                <mc:Fallback>
                  <p:oleObj name="公式" r:id="rId18" imgW="850900" imgH="457200" progId="Equation.3">
                    <p:embed/>
                    <p:pic>
                      <p:nvPicPr>
                        <p:cNvPr id="212" name="Object 2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279" y="3210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3" name="Object 27"/>
            <p:cNvGraphicFramePr/>
            <p:nvPr>
              <p:extLst>
                <p:ext uri="{D42A27DB-BD31-4B8C-83A1-F6EECF244321}">
                  <p14:modId xmlns:p14="http://schemas.microsoft.com/office/powerpoint/2010/main" val="3959324668"/>
                </p:ext>
              </p:extLst>
            </p:nvPr>
          </p:nvGraphicFramePr>
          <p:xfrm>
            <a:off x="3118" y="3186"/>
            <a:ext cx="176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68300" imgH="508000" progId="Equation.3">
                    <p:embed/>
                  </p:oleObj>
                </mc:Choice>
                <mc:Fallback>
                  <p:oleObj name="公式" r:id="rId20" imgW="368300" imgH="508000" progId="Equation.3">
                    <p:embed/>
                    <p:pic>
                      <p:nvPicPr>
                        <p:cNvPr id="213" name="Object 27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18" y="3186"/>
                          <a:ext cx="176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4" name="Group 101"/>
          <p:cNvGrpSpPr/>
          <p:nvPr/>
        </p:nvGrpSpPr>
        <p:grpSpPr bwMode="auto">
          <a:xfrm>
            <a:off x="2160581" y="3192103"/>
            <a:ext cx="3843342" cy="457200"/>
            <a:chOff x="839" y="2118"/>
            <a:chExt cx="2421" cy="288"/>
          </a:xfrm>
        </p:grpSpPr>
        <p:sp>
          <p:nvSpPr>
            <p:cNvPr id="215" name="Rectangle 29"/>
            <p:cNvSpPr>
              <a:spLocks noChangeArrowheads="1"/>
            </p:cNvSpPr>
            <p:nvPr/>
          </p:nvSpPr>
          <p:spPr bwMode="auto">
            <a:xfrm>
              <a:off x="839" y="2118"/>
              <a:ext cx="242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则         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</a:t>
              </a:r>
              <a:r>
                <a:rPr kumimoji="1" lang="zh-CN" altLang="en-US" sz="2400" b="1" i="0" u="sng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 点的留数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  <a:sym typeface="Symbol" panose="05050102010706020507" pitchFamily="18" charset="2"/>
                </a:rPr>
                <a:t>为：  </a:t>
              </a:r>
            </a:p>
          </p:txBody>
        </p:sp>
        <p:graphicFrame>
          <p:nvGraphicFramePr>
            <p:cNvPr id="216" name="Object 31"/>
            <p:cNvGraphicFramePr/>
            <p:nvPr/>
          </p:nvGraphicFramePr>
          <p:xfrm>
            <a:off x="1102" y="2164"/>
            <a:ext cx="40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850900" imgH="457200" progId="Equation.3">
                    <p:embed/>
                  </p:oleObj>
                </mc:Choice>
                <mc:Fallback>
                  <p:oleObj name="公式" r:id="rId22" imgW="850900" imgH="457200" progId="Equation.3">
                    <p:embed/>
                    <p:pic>
                      <p:nvPicPr>
                        <p:cNvPr id="216" name="Object 3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02" y="2164"/>
                          <a:ext cx="400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217" name="Group 107"/>
          <p:cNvGrpSpPr/>
          <p:nvPr/>
        </p:nvGrpSpPr>
        <p:grpSpPr bwMode="auto">
          <a:xfrm>
            <a:off x="6854825" y="1006475"/>
            <a:ext cx="2984500" cy="2781300"/>
            <a:chOff x="3358" y="634"/>
            <a:chExt cx="1880" cy="1752"/>
          </a:xfrm>
        </p:grpSpPr>
        <p:graphicFrame>
          <p:nvGraphicFramePr>
            <p:cNvPr id="218" name="Object 65"/>
            <p:cNvGraphicFramePr>
              <a:graphicFrameLocks noChangeAspect="1"/>
            </p:cNvGraphicFramePr>
            <p:nvPr/>
          </p:nvGraphicFramePr>
          <p:xfrm>
            <a:off x="5113" y="1525"/>
            <a:ext cx="122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4" imgW="317500" imgH="355600" progId="Equation.3">
                    <p:embed/>
                  </p:oleObj>
                </mc:Choice>
                <mc:Fallback>
                  <p:oleObj name="公式" r:id="rId24" imgW="317500" imgH="355600" progId="Equation.3">
                    <p:embed/>
                    <p:pic>
                      <p:nvPicPr>
                        <p:cNvPr id="218" name="Object 6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3" y="1525"/>
                          <a:ext cx="122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19" name="Group 97"/>
            <p:cNvGrpSpPr/>
            <p:nvPr/>
          </p:nvGrpSpPr>
          <p:grpSpPr bwMode="auto">
            <a:xfrm>
              <a:off x="3358" y="634"/>
              <a:ext cx="1880" cy="1752"/>
              <a:chOff x="3358" y="634"/>
              <a:chExt cx="1880" cy="1752"/>
            </a:xfrm>
          </p:grpSpPr>
          <p:sp>
            <p:nvSpPr>
              <p:cNvPr id="220" name="Oval 64"/>
              <p:cNvSpPr>
                <a:spLocks noChangeAspect="1" noChangeArrowheads="1"/>
              </p:cNvSpPr>
              <p:nvPr/>
            </p:nvSpPr>
            <p:spPr bwMode="auto">
              <a:xfrm>
                <a:off x="3358" y="634"/>
                <a:ext cx="1752" cy="1752"/>
              </a:xfrm>
              <a:prstGeom prst="ellipse">
                <a:avLst/>
              </a:prstGeom>
              <a:noFill/>
              <a:ln w="9525" algn="ctr">
                <a:solidFill>
                  <a:srgbClr val="0000FF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21" name="Group 69"/>
              <p:cNvGrpSpPr/>
              <p:nvPr/>
            </p:nvGrpSpPr>
            <p:grpSpPr bwMode="auto">
              <a:xfrm>
                <a:off x="5046" y="979"/>
                <a:ext cx="192" cy="135"/>
                <a:chOff x="3630" y="2073"/>
                <a:chExt cx="192" cy="135"/>
              </a:xfrm>
            </p:grpSpPr>
            <p:graphicFrame>
              <p:nvGraphicFramePr>
                <p:cNvPr id="225" name="Object 70"/>
                <p:cNvGraphicFramePr>
                  <a:graphicFrameLocks noChangeAspect="1"/>
                </p:cNvGraphicFramePr>
                <p:nvPr/>
              </p:nvGraphicFramePr>
              <p:xfrm>
                <a:off x="3630" y="2073"/>
                <a:ext cx="129" cy="135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公式" r:id="rId26" imgW="355600" imgH="368300" progId="Equation.3">
                        <p:embed/>
                      </p:oleObj>
                    </mc:Choice>
                    <mc:Fallback>
                      <p:oleObj name="公式" r:id="rId26" imgW="355600" imgH="368300" progId="Equation.3">
                        <p:embed/>
                        <p:pic>
                          <p:nvPicPr>
                            <p:cNvPr id="225" name="Object 70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7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3630" y="2073"/>
                              <a:ext cx="129" cy="135"/>
                            </a:xfrm>
                            <a:prstGeom prst="rect">
                              <a:avLst/>
                            </a:prstGeom>
                            <a:noFill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226" name="Line 71"/>
                <p:cNvSpPr>
                  <a:spLocks noChangeShapeType="1"/>
                </p:cNvSpPr>
                <p:nvPr/>
              </p:nvSpPr>
              <p:spPr bwMode="auto">
                <a:xfrm>
                  <a:off x="3762" y="2094"/>
                  <a:ext cx="60" cy="0"/>
                </a:xfrm>
                <a:prstGeom prst="line">
                  <a:avLst/>
                </a:prstGeom>
                <a:noFill/>
                <a:ln w="12700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5000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CN" altLang="en-US" sz="24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2" name="Line 72"/>
              <p:cNvSpPr>
                <a:spLocks noChangeShapeType="1"/>
              </p:cNvSpPr>
              <p:nvPr/>
            </p:nvSpPr>
            <p:spPr bwMode="auto">
              <a:xfrm rot="16200000" flipH="1">
                <a:off x="4963" y="1066"/>
                <a:ext cx="77" cy="4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  <p:graphicFrame>
            <p:nvGraphicFramePr>
              <p:cNvPr id="223" name="Object 73"/>
              <p:cNvGraphicFramePr>
                <a:graphicFrameLocks noChangeAspect="1"/>
              </p:cNvGraphicFramePr>
              <p:nvPr/>
            </p:nvGraphicFramePr>
            <p:xfrm>
              <a:off x="3658" y="641"/>
              <a:ext cx="129" cy="1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28" imgW="355600" imgH="368300" progId="Equation.3">
                      <p:embed/>
                    </p:oleObj>
                  </mc:Choice>
                  <mc:Fallback>
                    <p:oleObj name="公式" r:id="rId28" imgW="355600" imgH="368300" progId="Equation.3">
                      <p:embed/>
                      <p:pic>
                        <p:nvPicPr>
                          <p:cNvPr id="223" name="Object 7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9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58" y="641"/>
                            <a:ext cx="129" cy="1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224" name="Line 74"/>
              <p:cNvSpPr>
                <a:spLocks noChangeShapeType="1"/>
              </p:cNvSpPr>
              <p:nvPr/>
            </p:nvSpPr>
            <p:spPr bwMode="auto">
              <a:xfrm flipH="1">
                <a:off x="3761" y="728"/>
                <a:ext cx="77" cy="44"/>
              </a:xfrm>
              <a:prstGeom prst="line">
                <a:avLst/>
              </a:prstGeom>
              <a:noFill/>
              <a:ln w="12700">
                <a:solidFill>
                  <a:srgbClr val="FF0000"/>
                </a:solidFill>
                <a:round/>
                <a:tailEnd type="stealth" w="med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</p:grpSp>
      <p:grpSp>
        <p:nvGrpSpPr>
          <p:cNvPr id="227" name="Group 105"/>
          <p:cNvGrpSpPr/>
          <p:nvPr/>
        </p:nvGrpSpPr>
        <p:grpSpPr bwMode="auto">
          <a:xfrm>
            <a:off x="7408864" y="1516064"/>
            <a:ext cx="1228725" cy="1228725"/>
            <a:chOff x="3707" y="955"/>
            <a:chExt cx="774" cy="774"/>
          </a:xfrm>
        </p:grpSpPr>
        <p:sp>
          <p:nvSpPr>
            <p:cNvPr id="228" name="Oval 81"/>
            <p:cNvSpPr>
              <a:spLocks noChangeAspect="1" noChangeArrowheads="1"/>
            </p:cNvSpPr>
            <p:nvPr/>
          </p:nvSpPr>
          <p:spPr bwMode="auto">
            <a:xfrm>
              <a:off x="3707" y="955"/>
              <a:ext cx="774" cy="774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89D3ED"/>
                </a:gs>
              </a:gsLst>
              <a:path path="shape">
                <a:fillToRect l="50000" t="50000" r="50000" b="50000"/>
              </a:path>
            </a:gradFill>
            <a:ln w="9525" algn="ctr">
              <a:solidFill>
                <a:srgbClr val="FF9E3D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9" name="Object 83"/>
            <p:cNvGraphicFramePr>
              <a:graphicFrameLocks noChangeAspect="1"/>
            </p:cNvGraphicFramePr>
            <p:nvPr/>
          </p:nvGraphicFramePr>
          <p:xfrm>
            <a:off x="4098" y="1174"/>
            <a:ext cx="141" cy="19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0" imgW="368300" imgH="508000" progId="Equation.3">
                    <p:embed/>
                  </p:oleObj>
                </mc:Choice>
                <mc:Fallback>
                  <p:oleObj name="公式" r:id="rId30" imgW="368300" imgH="508000" progId="Equation.3">
                    <p:embed/>
                    <p:pic>
                      <p:nvPicPr>
                        <p:cNvPr id="229" name="Object 8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98" y="1174"/>
                          <a:ext cx="141" cy="19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0" name="Object 86"/>
            <p:cNvGraphicFramePr>
              <a:graphicFrameLocks noChangeAspect="1"/>
            </p:cNvGraphicFramePr>
            <p:nvPr/>
          </p:nvGraphicFramePr>
          <p:xfrm>
            <a:off x="3724" y="1258"/>
            <a:ext cx="115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2" imgW="304800" imgH="368300" progId="Equation.3">
                    <p:embed/>
                  </p:oleObj>
                </mc:Choice>
                <mc:Fallback>
                  <p:oleObj name="公式" r:id="rId32" imgW="304800" imgH="368300" progId="Equation.3">
                    <p:embed/>
                    <p:pic>
                      <p:nvPicPr>
                        <p:cNvPr id="230" name="Object 8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24" y="1258"/>
                          <a:ext cx="115" cy="1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1" name="Line 88"/>
            <p:cNvSpPr>
              <a:spLocks noChangeShapeType="1"/>
            </p:cNvSpPr>
            <p:nvPr/>
          </p:nvSpPr>
          <p:spPr bwMode="auto">
            <a:xfrm flipH="1" flipV="1">
              <a:off x="3732" y="1200"/>
              <a:ext cx="372" cy="150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2" name="Oval 90"/>
            <p:cNvSpPr>
              <a:spLocks noChangeAspect="1" noChangeArrowheads="1"/>
            </p:cNvSpPr>
            <p:nvPr/>
          </p:nvSpPr>
          <p:spPr bwMode="auto">
            <a:xfrm>
              <a:off x="4085" y="1329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3" name="Group 106"/>
          <p:cNvGrpSpPr/>
          <p:nvPr/>
        </p:nvGrpSpPr>
        <p:grpSpPr bwMode="auto">
          <a:xfrm>
            <a:off x="7643813" y="1597025"/>
            <a:ext cx="768350" cy="915988"/>
            <a:chOff x="3855" y="1006"/>
            <a:chExt cx="484" cy="577"/>
          </a:xfrm>
        </p:grpSpPr>
        <p:graphicFrame>
          <p:nvGraphicFramePr>
            <p:cNvPr id="234" name="Object 84"/>
            <p:cNvGraphicFramePr>
              <a:graphicFrameLocks noChangeAspect="1"/>
            </p:cNvGraphicFramePr>
            <p:nvPr/>
          </p:nvGraphicFramePr>
          <p:xfrm>
            <a:off x="3939" y="1006"/>
            <a:ext cx="86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4" imgW="241300" imgH="292100" progId="Equation.3">
                    <p:embed/>
                  </p:oleObj>
                </mc:Choice>
                <mc:Fallback>
                  <p:oleObj name="公式" r:id="rId34" imgW="241300" imgH="292100" progId="Equation.3">
                    <p:embed/>
                    <p:pic>
                      <p:nvPicPr>
                        <p:cNvPr id="234" name="Object 8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9" y="1006"/>
                          <a:ext cx="86" cy="1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5" name="Object 87"/>
            <p:cNvGraphicFramePr>
              <a:graphicFrameLocks noChangeAspect="1"/>
            </p:cNvGraphicFramePr>
            <p:nvPr/>
          </p:nvGraphicFramePr>
          <p:xfrm>
            <a:off x="3983" y="1391"/>
            <a:ext cx="90" cy="1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6" imgW="241300" imgH="266700" progId="Equation.3">
                    <p:embed/>
                  </p:oleObj>
                </mc:Choice>
                <mc:Fallback>
                  <p:oleObj name="公式" r:id="rId36" imgW="241300" imgH="266700" progId="Equation.3">
                    <p:embed/>
                    <p:pic>
                      <p:nvPicPr>
                        <p:cNvPr id="235" name="Object 8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83" y="1391"/>
                          <a:ext cx="90" cy="10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6" name="Line 89"/>
            <p:cNvSpPr>
              <a:spLocks noChangeShapeType="1"/>
            </p:cNvSpPr>
            <p:nvPr/>
          </p:nvSpPr>
          <p:spPr bwMode="auto">
            <a:xfrm flipH="1">
              <a:off x="3874" y="1354"/>
              <a:ext cx="222" cy="84"/>
            </a:xfrm>
            <a:prstGeom prst="line">
              <a:avLst/>
            </a:prstGeom>
            <a:noFill/>
            <a:ln w="9525">
              <a:solidFill>
                <a:srgbClr val="0066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7" name="Oval 82"/>
            <p:cNvSpPr>
              <a:spLocks noChangeAspect="1" noChangeArrowheads="1"/>
            </p:cNvSpPr>
            <p:nvPr/>
          </p:nvSpPr>
          <p:spPr bwMode="auto">
            <a:xfrm>
              <a:off x="3855" y="1098"/>
              <a:ext cx="484" cy="485"/>
            </a:xfrm>
            <a:prstGeom prst="ellipse">
              <a:avLst/>
            </a:prstGeom>
            <a:noFill/>
            <a:ln w="9525" algn="ctr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38" name="Line 85"/>
            <p:cNvSpPr>
              <a:spLocks noChangeShapeType="1"/>
            </p:cNvSpPr>
            <p:nvPr/>
          </p:nvSpPr>
          <p:spPr bwMode="auto">
            <a:xfrm flipH="1">
              <a:off x="3981" y="1098"/>
              <a:ext cx="107" cy="2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39" name="Group 95"/>
          <p:cNvGrpSpPr/>
          <p:nvPr/>
        </p:nvGrpSpPr>
        <p:grpSpPr bwMode="auto">
          <a:xfrm>
            <a:off x="6348290" y="592139"/>
            <a:ext cx="3924300" cy="3400425"/>
            <a:chOff x="3217" y="373"/>
            <a:chExt cx="2472" cy="2142"/>
          </a:xfrm>
        </p:grpSpPr>
        <p:sp>
          <p:nvSpPr>
            <p:cNvPr id="240" name="Line 62"/>
            <p:cNvSpPr>
              <a:spLocks noChangeShapeType="1"/>
            </p:cNvSpPr>
            <p:nvPr/>
          </p:nvSpPr>
          <p:spPr bwMode="auto">
            <a:xfrm>
              <a:off x="3217" y="1512"/>
              <a:ext cx="2472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41" name="Line 63"/>
            <p:cNvSpPr>
              <a:spLocks noChangeShapeType="1"/>
            </p:cNvSpPr>
            <p:nvPr/>
          </p:nvSpPr>
          <p:spPr bwMode="auto">
            <a:xfrm rot="16200000">
              <a:off x="3348" y="1444"/>
              <a:ext cx="2142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69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8F22581-FB51-6277-04E6-2F140D7C8F3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183787"/>
              </p:ext>
            </p:extLst>
          </p:nvPr>
        </p:nvGraphicFramePr>
        <p:xfrm>
          <a:off x="2244397" y="4715517"/>
          <a:ext cx="9107036" cy="5204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8" imgW="5834255" imgH="333153" progId="Equation.DSMT4">
                  <p:embed/>
                </p:oleObj>
              </mc:Choice>
              <mc:Fallback>
                <p:oleObj name="Equation" r:id="rId38" imgW="5834255" imgH="333153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9"/>
                      <a:stretch>
                        <a:fillRect/>
                      </a:stretch>
                    </p:blipFill>
                    <p:spPr>
                      <a:xfrm>
                        <a:off x="2244397" y="4715517"/>
                        <a:ext cx="9107036" cy="5204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00"/>
                            </p:stCondLst>
                            <p:childTnLst>
                              <p:par>
                                <p:cTn id="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0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6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5" dur="20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10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43472" y="939230"/>
            <a:ext cx="51006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三、函数在无穷远点的留数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7"/>
          <p:cNvSpPr>
            <a:spLocks noChangeArrowheads="1"/>
          </p:cNvSpPr>
          <p:nvPr/>
        </p:nvSpPr>
        <p:spPr bwMode="auto">
          <a:xfrm>
            <a:off x="1436855" y="1636238"/>
            <a:ext cx="478842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90000"/>
              <a:buFontTx/>
              <a:buBlip>
                <a:blip r:embed="rId3"/>
              </a:buBlip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如何计算在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无穷远点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的留数？  </a:t>
            </a:r>
          </a:p>
        </p:txBody>
      </p:sp>
      <p:grpSp>
        <p:nvGrpSpPr>
          <p:cNvPr id="13" name="Group 128"/>
          <p:cNvGrpSpPr/>
          <p:nvPr/>
        </p:nvGrpSpPr>
        <p:grpSpPr bwMode="auto">
          <a:xfrm>
            <a:off x="1440030" y="2371254"/>
            <a:ext cx="4244975" cy="461963"/>
            <a:chOff x="338" y="1873"/>
            <a:chExt cx="2674" cy="291"/>
          </a:xfrm>
        </p:grpSpPr>
        <p:sp>
          <p:nvSpPr>
            <p:cNvPr id="14" name="Rectangle 8"/>
            <p:cNvSpPr>
              <a:spLocks noChangeArrowheads="1"/>
            </p:cNvSpPr>
            <p:nvPr/>
          </p:nvSpPr>
          <p:spPr bwMode="auto">
            <a:xfrm>
              <a:off x="338" y="1873"/>
              <a:ext cx="649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公式   </a:t>
              </a:r>
            </a:p>
          </p:txBody>
        </p:sp>
        <p:graphicFrame>
          <p:nvGraphicFramePr>
            <p:cNvPr id="15" name="Object 28"/>
            <p:cNvGraphicFramePr/>
            <p:nvPr>
              <p:extLst>
                <p:ext uri="{D42A27DB-BD31-4B8C-83A1-F6EECF244321}">
                  <p14:modId xmlns:p14="http://schemas.microsoft.com/office/powerpoint/2010/main" val="2258956593"/>
                </p:ext>
              </p:extLst>
            </p:nvPr>
          </p:nvGraphicFramePr>
          <p:xfrm>
            <a:off x="2958" y="1983"/>
            <a:ext cx="54" cy="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4120" imgH="177480" progId="Equation.DSMT4">
                    <p:embed/>
                  </p:oleObj>
                </mc:Choice>
                <mc:Fallback>
                  <p:oleObj name="Equation" r:id="rId4" imgW="114120" imgH="177480" progId="Equation.DSMT4">
                    <p:embed/>
                    <p:pic>
                      <p:nvPicPr>
                        <p:cNvPr id="15" name="Object 28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8" y="1983"/>
                          <a:ext cx="54" cy="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0" name="Group 126"/>
          <p:cNvGrpSpPr/>
          <p:nvPr/>
        </p:nvGrpSpPr>
        <p:grpSpPr bwMode="auto">
          <a:xfrm>
            <a:off x="8068369" y="1011238"/>
            <a:ext cx="2924175" cy="2800350"/>
            <a:chOff x="3762" y="637"/>
            <a:chExt cx="1842" cy="1764"/>
          </a:xfrm>
        </p:grpSpPr>
        <p:sp>
          <p:nvSpPr>
            <p:cNvPr id="61" name="Line 104"/>
            <p:cNvSpPr>
              <a:spLocks noChangeShapeType="1"/>
            </p:cNvSpPr>
            <p:nvPr/>
          </p:nvSpPr>
          <p:spPr bwMode="auto">
            <a:xfrm>
              <a:off x="3762" y="1536"/>
              <a:ext cx="1842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62" name="Line 105"/>
            <p:cNvSpPr>
              <a:spLocks noChangeShapeType="1"/>
            </p:cNvSpPr>
            <p:nvPr/>
          </p:nvSpPr>
          <p:spPr bwMode="auto">
            <a:xfrm rot="-5400000">
              <a:off x="3763" y="1519"/>
              <a:ext cx="1764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3" name="Object 106"/>
            <p:cNvGraphicFramePr>
              <a:graphicFrameLocks noChangeAspect="1"/>
            </p:cNvGraphicFramePr>
            <p:nvPr/>
          </p:nvGraphicFramePr>
          <p:xfrm>
            <a:off x="4667" y="1538"/>
            <a:ext cx="97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54000" imgH="368300" progId="Equation.3">
                    <p:embed/>
                  </p:oleObj>
                </mc:Choice>
                <mc:Fallback>
                  <p:oleObj name="公式" r:id="rId6" imgW="254000" imgH="368300" progId="Equation.3">
                    <p:embed/>
                    <p:pic>
                      <p:nvPicPr>
                        <p:cNvPr id="63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67" y="1538"/>
                          <a:ext cx="97" cy="1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4" name="Oval 107"/>
            <p:cNvSpPr>
              <a:spLocks noChangeAspect="1" noChangeArrowheads="1"/>
            </p:cNvSpPr>
            <p:nvPr/>
          </p:nvSpPr>
          <p:spPr bwMode="auto">
            <a:xfrm>
              <a:off x="3952" y="844"/>
              <a:ext cx="1386" cy="1386"/>
            </a:xfrm>
            <a:prstGeom prst="ellipse">
              <a:avLst/>
            </a:prstGeom>
            <a:noFill/>
            <a:ln w="9525" algn="ctr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5" name="Object 108"/>
            <p:cNvGraphicFramePr>
              <a:graphicFrameLocks noChangeAspect="1"/>
            </p:cNvGraphicFramePr>
            <p:nvPr/>
          </p:nvGraphicFramePr>
          <p:xfrm>
            <a:off x="5353" y="1555"/>
            <a:ext cx="122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7500" imgH="355600" progId="Equation.3">
                    <p:embed/>
                  </p:oleObj>
                </mc:Choice>
                <mc:Fallback>
                  <p:oleObj name="公式" r:id="rId8" imgW="317500" imgH="355600" progId="Equation.3">
                    <p:embed/>
                    <p:pic>
                      <p:nvPicPr>
                        <p:cNvPr id="65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53" y="1555"/>
                          <a:ext cx="122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6" name="Oval 109"/>
            <p:cNvSpPr>
              <a:spLocks noChangeAspect="1" noChangeArrowheads="1"/>
            </p:cNvSpPr>
            <p:nvPr/>
          </p:nvSpPr>
          <p:spPr bwMode="auto">
            <a:xfrm>
              <a:off x="5143" y="731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7" name="Object 110"/>
            <p:cNvGraphicFramePr>
              <a:graphicFrameLocks noChangeAspect="1"/>
            </p:cNvGraphicFramePr>
            <p:nvPr/>
          </p:nvGraphicFramePr>
          <p:xfrm>
            <a:off x="5219" y="696"/>
            <a:ext cx="135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55600" imgH="254000" progId="Equation.3">
                    <p:embed/>
                  </p:oleObj>
                </mc:Choice>
                <mc:Fallback>
                  <p:oleObj name="公式" r:id="rId10" imgW="355600" imgH="254000" progId="Equation.3">
                    <p:embed/>
                    <p:pic>
                      <p:nvPicPr>
                        <p:cNvPr id="67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9" y="696"/>
                          <a:ext cx="135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68" name="Group 111"/>
            <p:cNvGrpSpPr/>
            <p:nvPr/>
          </p:nvGrpSpPr>
          <p:grpSpPr bwMode="auto">
            <a:xfrm>
              <a:off x="5298" y="1087"/>
              <a:ext cx="192" cy="135"/>
              <a:chOff x="3630" y="2073"/>
              <a:chExt cx="192" cy="135"/>
            </a:xfrm>
          </p:grpSpPr>
          <p:graphicFrame>
            <p:nvGraphicFramePr>
              <p:cNvPr id="81" name="Object 112"/>
              <p:cNvGraphicFramePr>
                <a:graphicFrameLocks noChangeAspect="1"/>
              </p:cNvGraphicFramePr>
              <p:nvPr/>
            </p:nvGraphicFramePr>
            <p:xfrm>
              <a:off x="3630" y="2073"/>
              <a:ext cx="129" cy="1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355600" imgH="368300" progId="Equation.3">
                      <p:embed/>
                    </p:oleObj>
                  </mc:Choice>
                  <mc:Fallback>
                    <p:oleObj name="公式" r:id="rId12" imgW="355600" imgH="368300" progId="Equation.3">
                      <p:embed/>
                      <p:pic>
                        <p:nvPicPr>
                          <p:cNvPr id="81" name="Object 1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0" y="2073"/>
                            <a:ext cx="129" cy="1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2" name="Line 113"/>
              <p:cNvSpPr>
                <a:spLocks noChangeShapeType="1"/>
              </p:cNvSpPr>
              <p:nvPr/>
            </p:nvSpPr>
            <p:spPr bwMode="auto">
              <a:xfrm>
                <a:off x="3762" y="2094"/>
                <a:ext cx="6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69" name="Line 114"/>
            <p:cNvSpPr>
              <a:spLocks noChangeShapeType="1"/>
            </p:cNvSpPr>
            <p:nvPr/>
          </p:nvSpPr>
          <p:spPr bwMode="auto">
            <a:xfrm rot="16200000" flipH="1">
              <a:off x="5209" y="1168"/>
              <a:ext cx="77" cy="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0" name="Object 115"/>
            <p:cNvGraphicFramePr>
              <a:graphicFrameLocks noChangeAspect="1"/>
            </p:cNvGraphicFramePr>
            <p:nvPr/>
          </p:nvGraphicFramePr>
          <p:xfrm>
            <a:off x="4204" y="785"/>
            <a:ext cx="129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55600" imgH="368300" progId="Equation.3">
                    <p:embed/>
                  </p:oleObj>
                </mc:Choice>
                <mc:Fallback>
                  <p:oleObj name="公式" r:id="rId14" imgW="355600" imgH="368300" progId="Equation.3">
                    <p:embed/>
                    <p:pic>
                      <p:nvPicPr>
                        <p:cNvPr id="70" name="Object 1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04" y="785"/>
                          <a:ext cx="129" cy="1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1" name="Line 116"/>
            <p:cNvSpPr>
              <a:spLocks noChangeShapeType="1"/>
            </p:cNvSpPr>
            <p:nvPr/>
          </p:nvSpPr>
          <p:spPr bwMode="auto">
            <a:xfrm flipH="1">
              <a:off x="4265" y="908"/>
              <a:ext cx="77" cy="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2" name="Oval 117"/>
            <p:cNvSpPr>
              <a:spLocks noChangeAspect="1" noChangeArrowheads="1"/>
            </p:cNvSpPr>
            <p:nvPr/>
          </p:nvSpPr>
          <p:spPr bwMode="auto">
            <a:xfrm>
              <a:off x="4193" y="1087"/>
              <a:ext cx="900" cy="900"/>
            </a:xfrm>
            <a:prstGeom prst="ellipse">
              <a:avLst/>
            </a:prstGeom>
            <a:noFill/>
            <a:ln w="12700" algn="ctr">
              <a:solidFill>
                <a:srgbClr val="0066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9D3E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3" name="Object 118"/>
            <p:cNvGraphicFramePr>
              <a:graphicFrameLocks noChangeAspect="1"/>
            </p:cNvGraphicFramePr>
            <p:nvPr/>
          </p:nvGraphicFramePr>
          <p:xfrm>
            <a:off x="4449" y="1246"/>
            <a:ext cx="86" cy="1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241300" imgH="292100" progId="Equation.3">
                    <p:embed/>
                  </p:oleObj>
                </mc:Choice>
                <mc:Fallback>
                  <p:oleObj name="公式" r:id="rId16" imgW="241300" imgH="292100" progId="Equation.3">
                    <p:embed/>
                    <p:pic>
                      <p:nvPicPr>
                        <p:cNvPr id="73" name="Object 1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9" y="1246"/>
                          <a:ext cx="86" cy="1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4" name="Oval 119"/>
            <p:cNvSpPr>
              <a:spLocks noChangeAspect="1" noChangeArrowheads="1"/>
            </p:cNvSpPr>
            <p:nvPr/>
          </p:nvSpPr>
          <p:spPr bwMode="auto">
            <a:xfrm>
              <a:off x="4631" y="1515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5" name="Oval 120"/>
            <p:cNvSpPr>
              <a:spLocks noChangeAspect="1" noChangeArrowheads="1"/>
            </p:cNvSpPr>
            <p:nvPr/>
          </p:nvSpPr>
          <p:spPr bwMode="auto">
            <a:xfrm>
              <a:off x="4437" y="1326"/>
              <a:ext cx="412" cy="413"/>
            </a:xfrm>
            <a:prstGeom prst="ellipse">
              <a:avLst/>
            </a:prstGeom>
            <a:noFill/>
            <a:ln w="9525" algn="ctr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76" name="Line 121"/>
            <p:cNvSpPr>
              <a:spLocks noChangeShapeType="1"/>
            </p:cNvSpPr>
            <p:nvPr/>
          </p:nvSpPr>
          <p:spPr bwMode="auto">
            <a:xfrm flipH="1">
              <a:off x="4491" y="1338"/>
              <a:ext cx="83" cy="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7" name="Object 122"/>
            <p:cNvGraphicFramePr>
              <a:graphicFrameLocks noChangeAspect="1"/>
            </p:cNvGraphicFramePr>
            <p:nvPr/>
          </p:nvGraphicFramePr>
          <p:xfrm>
            <a:off x="5118" y="1553"/>
            <a:ext cx="83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215900" imgH="355600" progId="Equation.3">
                    <p:embed/>
                  </p:oleObj>
                </mc:Choice>
                <mc:Fallback>
                  <p:oleObj name="公式" r:id="rId18" imgW="215900" imgH="355600" progId="Equation.3">
                    <p:embed/>
                    <p:pic>
                      <p:nvPicPr>
                        <p:cNvPr id="77" name="Object 1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18" y="1553"/>
                          <a:ext cx="83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8" name="Object 123"/>
            <p:cNvGraphicFramePr>
              <a:graphicFrameLocks noChangeAspect="1"/>
            </p:cNvGraphicFramePr>
            <p:nvPr/>
          </p:nvGraphicFramePr>
          <p:xfrm>
            <a:off x="4823" y="1691"/>
            <a:ext cx="122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7500" imgH="355600" progId="Equation.3">
                    <p:embed/>
                  </p:oleObj>
                </mc:Choice>
                <mc:Fallback>
                  <p:oleObj name="公式" r:id="rId8" imgW="317500" imgH="355600" progId="Equation.3">
                    <p:embed/>
                    <p:pic>
                      <p:nvPicPr>
                        <p:cNvPr id="78" name="Object 12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23" y="1691"/>
                          <a:ext cx="122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9" name="Object 124"/>
            <p:cNvGraphicFramePr>
              <a:graphicFrameLocks noChangeAspect="1"/>
            </p:cNvGraphicFramePr>
            <p:nvPr/>
          </p:nvGraphicFramePr>
          <p:xfrm>
            <a:off x="4858" y="1539"/>
            <a:ext cx="84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15900" imgH="355600" progId="Equation.3">
                    <p:embed/>
                  </p:oleObj>
                </mc:Choice>
                <mc:Fallback>
                  <p:oleObj name="公式" r:id="rId21" imgW="215900" imgH="355600" progId="Equation.3">
                    <p:embed/>
                    <p:pic>
                      <p:nvPicPr>
                        <p:cNvPr id="79" name="Object 1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58" y="1539"/>
                          <a:ext cx="84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80" name="Line 125"/>
            <p:cNvSpPr>
              <a:spLocks noChangeShapeType="1"/>
            </p:cNvSpPr>
            <p:nvPr/>
          </p:nvSpPr>
          <p:spPr bwMode="auto">
            <a:xfrm flipH="1">
              <a:off x="4842" y="1686"/>
              <a:ext cx="12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6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8875364E-0B46-2D37-D463-646FD3F1493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3266627"/>
              </p:ext>
            </p:extLst>
          </p:nvPr>
        </p:nvGraphicFramePr>
        <p:xfrm>
          <a:off x="2380015" y="2154034"/>
          <a:ext cx="4064094" cy="97175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752480" imgH="419040" progId="Equation.DSMT4">
                  <p:embed/>
                </p:oleObj>
              </mc:Choice>
              <mc:Fallback>
                <p:oleObj name="Equation" r:id="rId23" imgW="1752480" imgH="4190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4"/>
                      <a:stretch>
                        <a:fillRect/>
                      </a:stretch>
                    </p:blipFill>
                    <p:spPr>
                      <a:xfrm>
                        <a:off x="2380015" y="2154034"/>
                        <a:ext cx="4064094" cy="97175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343472" y="939230"/>
            <a:ext cx="510063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1217E4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三、函数在无穷远点的留数   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1217E4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1703512" y="1534567"/>
            <a:ext cx="4016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函数在无穷远点的留数    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000099"/>
              </a:solidFill>
              <a:effectLst/>
              <a:uLnTx/>
              <a:uFillTx/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2057400" y="2060848"/>
            <a:ext cx="437966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Pct val="90000"/>
              <a:buFontTx/>
              <a:buBlip>
                <a:blip r:embed="rId3"/>
              </a:buBlip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在无穷远点的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留数怎么用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66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？   </a:t>
            </a:r>
          </a:p>
        </p:txBody>
      </p:sp>
      <p:sp>
        <p:nvSpPr>
          <p:cNvPr id="10" name="Rectangle 74"/>
          <p:cNvSpPr>
            <a:spLocks noChangeArrowheads="1"/>
          </p:cNvSpPr>
          <p:nvPr/>
        </p:nvSpPr>
        <p:spPr bwMode="auto">
          <a:xfrm>
            <a:off x="4714875" y="3289573"/>
            <a:ext cx="955675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      </a:t>
            </a:r>
          </a:p>
        </p:txBody>
      </p:sp>
      <p:grpSp>
        <p:nvGrpSpPr>
          <p:cNvPr id="11" name="Group 100"/>
          <p:cNvGrpSpPr/>
          <p:nvPr/>
        </p:nvGrpSpPr>
        <p:grpSpPr bwMode="auto">
          <a:xfrm>
            <a:off x="2052639" y="2611710"/>
            <a:ext cx="8531225" cy="468312"/>
            <a:chOff x="333" y="1757"/>
            <a:chExt cx="5374" cy="295"/>
          </a:xfrm>
        </p:grpSpPr>
        <p:sp>
          <p:nvSpPr>
            <p:cNvPr id="12" name="Rectangle 71"/>
            <p:cNvSpPr>
              <a:spLocks noChangeArrowheads="1"/>
            </p:cNvSpPr>
            <p:nvPr/>
          </p:nvSpPr>
          <p:spPr bwMode="auto">
            <a:xfrm>
              <a:off x="333" y="1760"/>
              <a:ext cx="74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定理     </a:t>
              </a: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Rectangle 72"/>
            <p:cNvSpPr>
              <a:spLocks noChangeArrowheads="1"/>
            </p:cNvSpPr>
            <p:nvPr/>
          </p:nvSpPr>
          <p:spPr bwMode="auto">
            <a:xfrm>
              <a:off x="848" y="1757"/>
              <a:ext cx="3847" cy="29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chemeClr val="accent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设         在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扩充复平面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上除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有限个孤立奇点    </a:t>
              </a:r>
            </a:p>
          </p:txBody>
        </p:sp>
        <p:graphicFrame>
          <p:nvGraphicFramePr>
            <p:cNvPr id="14" name="Object 73"/>
            <p:cNvGraphicFramePr>
              <a:graphicFrameLocks noChangeAspect="1"/>
            </p:cNvGraphicFramePr>
            <p:nvPr/>
          </p:nvGraphicFramePr>
          <p:xfrm>
            <a:off x="1118" y="1800"/>
            <a:ext cx="393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4" imgW="635000" imgH="342900" progId="Equation.3">
                    <p:embed/>
                  </p:oleObj>
                </mc:Choice>
                <mc:Fallback>
                  <p:oleObj name="公式" r:id="rId4" imgW="635000" imgH="342900" progId="Equation.3">
                    <p:embed/>
                    <p:pic>
                      <p:nvPicPr>
                        <p:cNvPr id="14" name="Object 7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18" y="1800"/>
                          <a:ext cx="393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" name="Object 75"/>
            <p:cNvGraphicFramePr/>
            <p:nvPr>
              <p:extLst>
                <p:ext uri="{D42A27DB-BD31-4B8C-83A1-F6EECF244321}">
                  <p14:modId xmlns:p14="http://schemas.microsoft.com/office/powerpoint/2010/main" val="3865977001"/>
                </p:ext>
              </p:extLst>
            </p:nvPr>
          </p:nvGraphicFramePr>
          <p:xfrm>
            <a:off x="4453" y="1787"/>
            <a:ext cx="125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6" imgW="2654300" imgH="508000" progId="Equation.3">
                    <p:embed/>
                  </p:oleObj>
                </mc:Choice>
                <mc:Fallback>
                  <p:oleObj name="公式" r:id="rId6" imgW="2654300" imgH="508000" progId="Equation.3">
                    <p:embed/>
                    <p:pic>
                      <p:nvPicPr>
                        <p:cNvPr id="15" name="Object 75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53" y="1787"/>
                          <a:ext cx="1254" cy="2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3" name="Rectangle 86"/>
          <p:cNvSpPr>
            <a:spLocks noChangeArrowheads="1"/>
          </p:cNvSpPr>
          <p:nvPr/>
        </p:nvSpPr>
        <p:spPr bwMode="auto">
          <a:xfrm>
            <a:off x="2867025" y="3291161"/>
            <a:ext cx="21948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外处处解析，  </a:t>
            </a:r>
          </a:p>
        </p:txBody>
      </p:sp>
      <p:grpSp>
        <p:nvGrpSpPr>
          <p:cNvPr id="25" name="Group 98"/>
          <p:cNvGrpSpPr/>
          <p:nvPr/>
        </p:nvGrpSpPr>
        <p:grpSpPr bwMode="auto">
          <a:xfrm>
            <a:off x="8096251" y="902915"/>
            <a:ext cx="2105025" cy="1878013"/>
            <a:chOff x="4140" y="450"/>
            <a:chExt cx="1326" cy="1183"/>
          </a:xfrm>
        </p:grpSpPr>
        <p:sp>
          <p:nvSpPr>
            <p:cNvPr id="26" name="Line 48"/>
            <p:cNvSpPr>
              <a:spLocks noChangeShapeType="1"/>
            </p:cNvSpPr>
            <p:nvPr/>
          </p:nvSpPr>
          <p:spPr bwMode="auto">
            <a:xfrm>
              <a:off x="4140" y="1069"/>
              <a:ext cx="1326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Line 49"/>
            <p:cNvSpPr>
              <a:spLocks noChangeShapeType="1"/>
            </p:cNvSpPr>
            <p:nvPr/>
          </p:nvSpPr>
          <p:spPr bwMode="auto">
            <a:xfrm rot="-5400000">
              <a:off x="4110" y="1045"/>
              <a:ext cx="1176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Oval 51"/>
            <p:cNvSpPr>
              <a:spLocks noChangeAspect="1" noChangeArrowheads="1"/>
            </p:cNvSpPr>
            <p:nvPr/>
          </p:nvSpPr>
          <p:spPr bwMode="auto">
            <a:xfrm>
              <a:off x="4258" y="628"/>
              <a:ext cx="882" cy="882"/>
            </a:xfrm>
            <a:prstGeom prst="ellipse">
              <a:avLst/>
            </a:prstGeom>
            <a:noFill/>
            <a:ln w="9525" algn="ctr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9" name="Object 52"/>
            <p:cNvGraphicFramePr>
              <a:graphicFrameLocks noChangeAspect="1"/>
            </p:cNvGraphicFramePr>
            <p:nvPr/>
          </p:nvGraphicFramePr>
          <p:xfrm>
            <a:off x="5103" y="1081"/>
            <a:ext cx="122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8" imgW="317500" imgH="355600" progId="Equation.3">
                    <p:embed/>
                  </p:oleObj>
                </mc:Choice>
                <mc:Fallback>
                  <p:oleObj name="公式" r:id="rId8" imgW="317500" imgH="355600" progId="Equation.3">
                    <p:embed/>
                    <p:pic>
                      <p:nvPicPr>
                        <p:cNvPr id="29" name="Object 5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03" y="1081"/>
                          <a:ext cx="122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" name="Oval 53"/>
            <p:cNvSpPr>
              <a:spLocks noChangeAspect="1" noChangeArrowheads="1"/>
            </p:cNvSpPr>
            <p:nvPr/>
          </p:nvSpPr>
          <p:spPr bwMode="auto">
            <a:xfrm>
              <a:off x="5005" y="485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2" name="Object 54"/>
            <p:cNvGraphicFramePr>
              <a:graphicFrameLocks noChangeAspect="1"/>
            </p:cNvGraphicFramePr>
            <p:nvPr/>
          </p:nvGraphicFramePr>
          <p:xfrm>
            <a:off x="5075" y="450"/>
            <a:ext cx="135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0" imgW="355600" imgH="254000" progId="Equation.3">
                    <p:embed/>
                  </p:oleObj>
                </mc:Choice>
                <mc:Fallback>
                  <p:oleObj name="公式" r:id="rId10" imgW="355600" imgH="254000" progId="Equation.3">
                    <p:embed/>
                    <p:pic>
                      <p:nvPicPr>
                        <p:cNvPr id="32" name="Object 5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75" y="450"/>
                          <a:ext cx="135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3" name="Group 55"/>
            <p:cNvGrpSpPr/>
            <p:nvPr/>
          </p:nvGrpSpPr>
          <p:grpSpPr bwMode="auto">
            <a:xfrm>
              <a:off x="5112" y="721"/>
              <a:ext cx="192" cy="135"/>
              <a:chOff x="3630" y="2073"/>
              <a:chExt cx="192" cy="135"/>
            </a:xfrm>
          </p:grpSpPr>
          <p:graphicFrame>
            <p:nvGraphicFramePr>
              <p:cNvPr id="45" name="Object 56"/>
              <p:cNvGraphicFramePr>
                <a:graphicFrameLocks noChangeAspect="1"/>
              </p:cNvGraphicFramePr>
              <p:nvPr/>
            </p:nvGraphicFramePr>
            <p:xfrm>
              <a:off x="3630" y="2073"/>
              <a:ext cx="129" cy="13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355600" imgH="368300" progId="Equation.3">
                      <p:embed/>
                    </p:oleObj>
                  </mc:Choice>
                  <mc:Fallback>
                    <p:oleObj name="公式" r:id="rId12" imgW="355600" imgH="368300" progId="Equation.3">
                      <p:embed/>
                      <p:pic>
                        <p:nvPicPr>
                          <p:cNvPr id="45" name="Object 5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30" y="2073"/>
                            <a:ext cx="129" cy="13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6" name="Line 57"/>
              <p:cNvSpPr>
                <a:spLocks noChangeShapeType="1"/>
              </p:cNvSpPr>
              <p:nvPr/>
            </p:nvSpPr>
            <p:spPr bwMode="auto">
              <a:xfrm>
                <a:off x="3762" y="2094"/>
                <a:ext cx="60" cy="0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4" name="Line 58"/>
            <p:cNvSpPr>
              <a:spLocks noChangeShapeType="1"/>
            </p:cNvSpPr>
            <p:nvPr/>
          </p:nvSpPr>
          <p:spPr bwMode="auto">
            <a:xfrm rot="16200000" flipH="1">
              <a:off x="5035" y="820"/>
              <a:ext cx="77" cy="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5" name="Object 59"/>
            <p:cNvGraphicFramePr>
              <a:graphicFrameLocks noChangeAspect="1"/>
            </p:cNvGraphicFramePr>
            <p:nvPr/>
          </p:nvGraphicFramePr>
          <p:xfrm>
            <a:off x="4324" y="581"/>
            <a:ext cx="129" cy="1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355600" imgH="368300" progId="Equation.3">
                    <p:embed/>
                  </p:oleObj>
                </mc:Choice>
                <mc:Fallback>
                  <p:oleObj name="公式" r:id="rId14" imgW="355600" imgH="368300" progId="Equation.3">
                    <p:embed/>
                    <p:pic>
                      <p:nvPicPr>
                        <p:cNvPr id="35" name="Object 5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4" y="581"/>
                          <a:ext cx="129" cy="13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6" name="Line 60"/>
            <p:cNvSpPr>
              <a:spLocks noChangeShapeType="1"/>
            </p:cNvSpPr>
            <p:nvPr/>
          </p:nvSpPr>
          <p:spPr bwMode="auto">
            <a:xfrm flipH="1">
              <a:off x="4433" y="668"/>
              <a:ext cx="77" cy="44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Oval 89"/>
            <p:cNvSpPr>
              <a:spLocks noChangeAspect="1" noChangeArrowheads="1"/>
            </p:cNvSpPr>
            <p:nvPr/>
          </p:nvSpPr>
          <p:spPr bwMode="auto">
            <a:xfrm>
              <a:off x="4487" y="885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8" name="Object 90"/>
            <p:cNvGraphicFramePr>
              <a:graphicFrameLocks noChangeAspect="1"/>
            </p:cNvGraphicFramePr>
            <p:nvPr/>
          </p:nvGraphicFramePr>
          <p:xfrm>
            <a:off x="4533" y="806"/>
            <a:ext cx="135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355600" imgH="495300" progId="Equation.3">
                    <p:embed/>
                  </p:oleObj>
                </mc:Choice>
                <mc:Fallback>
                  <p:oleObj name="公式" r:id="rId16" imgW="355600" imgH="495300" progId="Equation.3">
                    <p:embed/>
                    <p:pic>
                      <p:nvPicPr>
                        <p:cNvPr id="38" name="Object 9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33" y="806"/>
                          <a:ext cx="135" cy="1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9" name="Oval 91"/>
            <p:cNvSpPr>
              <a:spLocks noChangeAspect="1" noChangeArrowheads="1"/>
            </p:cNvSpPr>
            <p:nvPr/>
          </p:nvSpPr>
          <p:spPr bwMode="auto">
            <a:xfrm>
              <a:off x="4749" y="817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0" name="Object 92"/>
            <p:cNvGraphicFramePr>
              <a:graphicFrameLocks noChangeAspect="1"/>
            </p:cNvGraphicFramePr>
            <p:nvPr/>
          </p:nvGraphicFramePr>
          <p:xfrm>
            <a:off x="4792" y="738"/>
            <a:ext cx="141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368300" imgH="495300" progId="Equation.3">
                    <p:embed/>
                  </p:oleObj>
                </mc:Choice>
                <mc:Fallback>
                  <p:oleObj name="公式" r:id="rId18" imgW="368300" imgH="495300" progId="Equation.3">
                    <p:embed/>
                    <p:pic>
                      <p:nvPicPr>
                        <p:cNvPr id="40" name="Object 9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2" y="738"/>
                          <a:ext cx="141" cy="18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Oval 93"/>
            <p:cNvSpPr>
              <a:spLocks noChangeAspect="1" noChangeArrowheads="1"/>
            </p:cNvSpPr>
            <p:nvPr/>
          </p:nvSpPr>
          <p:spPr bwMode="auto">
            <a:xfrm>
              <a:off x="4423" y="1199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2" name="Object 94"/>
            <p:cNvGraphicFramePr>
              <a:graphicFrameLocks noChangeAspect="1"/>
            </p:cNvGraphicFramePr>
            <p:nvPr/>
          </p:nvGraphicFramePr>
          <p:xfrm>
            <a:off x="4466" y="1117"/>
            <a:ext cx="142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368300" imgH="508000" progId="Equation.3">
                    <p:embed/>
                  </p:oleObj>
                </mc:Choice>
                <mc:Fallback>
                  <p:oleObj name="公式" r:id="rId20" imgW="368300" imgH="508000" progId="Equation.3">
                    <p:embed/>
                    <p:pic>
                      <p:nvPicPr>
                        <p:cNvPr id="42" name="Object 9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6" y="1117"/>
                          <a:ext cx="142" cy="1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Oval 95"/>
            <p:cNvSpPr>
              <a:spLocks noChangeAspect="1" noChangeArrowheads="1"/>
            </p:cNvSpPr>
            <p:nvPr/>
          </p:nvSpPr>
          <p:spPr bwMode="auto">
            <a:xfrm>
              <a:off x="4829" y="1227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4" name="Object 96"/>
            <p:cNvGraphicFramePr>
              <a:graphicFrameLocks noChangeAspect="1"/>
            </p:cNvGraphicFramePr>
            <p:nvPr/>
          </p:nvGraphicFramePr>
          <p:xfrm>
            <a:off x="4869" y="1145"/>
            <a:ext cx="149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2" imgW="393700" imgH="508000" progId="Equation.3">
                    <p:embed/>
                  </p:oleObj>
                </mc:Choice>
                <mc:Fallback>
                  <p:oleObj name="公式" r:id="rId22" imgW="393700" imgH="508000" progId="Equation.3">
                    <p:embed/>
                    <p:pic>
                      <p:nvPicPr>
                        <p:cNvPr id="44" name="Object 9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69" y="1145"/>
                          <a:ext cx="149" cy="19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1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4C923BA-ECDE-9F7E-5FCE-58FA919A9C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6926303"/>
              </p:ext>
            </p:extLst>
          </p:nvPr>
        </p:nvGraphicFramePr>
        <p:xfrm>
          <a:off x="5249377" y="3095825"/>
          <a:ext cx="3678508" cy="9258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714320" imgH="431640" progId="Equation.DSMT4">
                  <p:embed/>
                </p:oleObj>
              </mc:Choice>
              <mc:Fallback>
                <p:oleObj name="Equation" r:id="rId24" imgW="171432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5249377" y="3095825"/>
                        <a:ext cx="3678508" cy="9258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55"/>
          <p:cNvGrpSpPr/>
          <p:nvPr/>
        </p:nvGrpSpPr>
        <p:grpSpPr bwMode="auto">
          <a:xfrm>
            <a:off x="1912888" y="1781719"/>
            <a:ext cx="4500563" cy="863600"/>
            <a:chOff x="662" y="978"/>
            <a:chExt cx="2835" cy="544"/>
          </a:xfrm>
        </p:grpSpPr>
        <p:sp>
          <p:nvSpPr>
            <p:cNvPr id="7" name="Rectangle 15"/>
            <p:cNvSpPr>
              <a:spLocks noChangeArrowheads="1"/>
            </p:cNvSpPr>
            <p:nvPr/>
          </p:nvSpPr>
          <p:spPr bwMode="auto">
            <a:xfrm>
              <a:off x="662" y="1111"/>
              <a:ext cx="2835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函数                         在            内   </a:t>
              </a:r>
            </a:p>
          </p:txBody>
        </p:sp>
        <p:graphicFrame>
          <p:nvGraphicFramePr>
            <p:cNvPr id="8" name="Object 13"/>
            <p:cNvGraphicFramePr/>
            <p:nvPr/>
          </p:nvGraphicFramePr>
          <p:xfrm>
            <a:off x="1152" y="978"/>
            <a:ext cx="1112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" imgW="2349500" imgH="1155700" progId="Equation.3">
                    <p:embed/>
                  </p:oleObj>
                </mc:Choice>
                <mc:Fallback>
                  <p:oleObj name="公式" r:id="rId3" imgW="2349500" imgH="1155700" progId="Equation.3">
                    <p:embed/>
                    <p:pic>
                      <p:nvPicPr>
                        <p:cNvPr id="8" name="Object 13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978"/>
                          <a:ext cx="1112" cy="54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9" name="Object 14"/>
            <p:cNvGraphicFramePr/>
            <p:nvPr/>
          </p:nvGraphicFramePr>
          <p:xfrm>
            <a:off x="2545" y="1158"/>
            <a:ext cx="4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1028700" imgH="457200" progId="Equation.3">
                    <p:embed/>
                  </p:oleObj>
                </mc:Choice>
                <mc:Fallback>
                  <p:oleObj name="公式" r:id="rId5" imgW="1028700" imgH="457200" progId="Equation.3">
                    <p:embed/>
                    <p:pic>
                      <p:nvPicPr>
                        <p:cNvPr id="9" name="Object 14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45" y="1158"/>
                          <a:ext cx="4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10" name="Object 19"/>
          <p:cNvGraphicFramePr/>
          <p:nvPr>
            <p:extLst>
              <p:ext uri="{D42A27DB-BD31-4B8C-83A1-F6EECF244321}">
                <p14:modId xmlns:p14="http://schemas.microsoft.com/office/powerpoint/2010/main" val="2659877269"/>
              </p:ext>
            </p:extLst>
          </p:nvPr>
        </p:nvGraphicFramePr>
        <p:xfrm>
          <a:off x="3928000" y="3671596"/>
          <a:ext cx="260780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44520" imgH="431640" progId="Equation.DSMT4">
                  <p:embed/>
                </p:oleObj>
              </mc:Choice>
              <mc:Fallback>
                <p:oleObj name="Equation" r:id="rId7" imgW="1244520" imgH="431640" progId="Equation.DSMT4">
                  <p:embed/>
                  <p:pic>
                    <p:nvPicPr>
                      <p:cNvPr id="10" name="Object 1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8000" y="3671596"/>
                        <a:ext cx="2607808" cy="925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20"/>
          <p:cNvGraphicFramePr/>
          <p:nvPr>
            <p:extLst>
              <p:ext uri="{D42A27DB-BD31-4B8C-83A1-F6EECF244321}">
                <p14:modId xmlns:p14="http://schemas.microsoft.com/office/powerpoint/2010/main" val="148429973"/>
              </p:ext>
            </p:extLst>
          </p:nvPr>
        </p:nvGraphicFramePr>
        <p:xfrm>
          <a:off x="6496954" y="3906392"/>
          <a:ext cx="2088150" cy="5708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41120" imgH="279360" progId="Equation.DSMT4">
                  <p:embed/>
                </p:oleObj>
              </mc:Choice>
              <mc:Fallback>
                <p:oleObj name="Equation" r:id="rId9" imgW="1041120" imgH="279360" progId="Equation.DSMT4">
                  <p:embed/>
                  <p:pic>
                    <p:nvPicPr>
                      <p:cNvPr id="11" name="Object 20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6954" y="3906392"/>
                        <a:ext cx="2088150" cy="57081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6" name="Group 56"/>
          <p:cNvGrpSpPr/>
          <p:nvPr/>
        </p:nvGrpSpPr>
        <p:grpSpPr bwMode="auto">
          <a:xfrm>
            <a:off x="1847528" y="2822283"/>
            <a:ext cx="4911725" cy="658813"/>
            <a:chOff x="660" y="1641"/>
            <a:chExt cx="3094" cy="415"/>
          </a:xfrm>
        </p:grpSpPr>
        <p:graphicFrame>
          <p:nvGraphicFramePr>
            <p:cNvPr id="27" name="Object 16"/>
            <p:cNvGraphicFramePr/>
            <p:nvPr>
              <p:extLst>
                <p:ext uri="{D42A27DB-BD31-4B8C-83A1-F6EECF244321}">
                  <p14:modId xmlns:p14="http://schemas.microsoft.com/office/powerpoint/2010/main" val="3548218416"/>
                </p:ext>
              </p:extLst>
            </p:nvPr>
          </p:nvGraphicFramePr>
          <p:xfrm>
            <a:off x="2119" y="1641"/>
            <a:ext cx="673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1" imgW="647640" imgH="342720" progId="Equation.DSMT4">
                    <p:embed/>
                  </p:oleObj>
                </mc:Choice>
                <mc:Fallback>
                  <p:oleObj name="Equation" r:id="rId11" imgW="647640" imgH="342720" progId="Equation.DSMT4">
                    <p:embed/>
                    <p:pic>
                      <p:nvPicPr>
                        <p:cNvPr id="27" name="Object 16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19" y="1641"/>
                          <a:ext cx="673" cy="415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8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227870999"/>
                </p:ext>
              </p:extLst>
            </p:nvPr>
          </p:nvGraphicFramePr>
          <p:xfrm>
            <a:off x="2918" y="1833"/>
            <a:ext cx="836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082800" imgH="457200" progId="Equation.3">
                    <p:embed/>
                  </p:oleObj>
                </mc:Choice>
                <mc:Fallback>
                  <p:oleObj name="公式" r:id="rId13" imgW="2082800" imgH="457200" progId="Equation.3">
                    <p:embed/>
                    <p:pic>
                      <p:nvPicPr>
                        <p:cNvPr id="28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18" y="1833"/>
                          <a:ext cx="836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" name="Rectangle 34"/>
            <p:cNvSpPr>
              <a:spLocks noChangeArrowheads="1"/>
            </p:cNvSpPr>
            <p:nvPr/>
          </p:nvSpPr>
          <p:spPr bwMode="auto">
            <a:xfrm>
              <a:off x="660" y="1765"/>
              <a:ext cx="1674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有四个一阶极点    </a:t>
              </a:r>
            </a:p>
          </p:txBody>
        </p:sp>
      </p:grpSp>
      <p:sp>
        <p:nvSpPr>
          <p:cNvPr id="30" name="Rectangle 52"/>
          <p:cNvSpPr>
            <a:spLocks noChangeArrowheads="1"/>
          </p:cNvSpPr>
          <p:nvPr/>
        </p:nvSpPr>
        <p:spPr bwMode="auto">
          <a:xfrm>
            <a:off x="1839850" y="3842570"/>
            <a:ext cx="234872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由留数定理有    </a:t>
            </a:r>
          </a:p>
        </p:txBody>
      </p:sp>
      <p:grpSp>
        <p:nvGrpSpPr>
          <p:cNvPr id="33" name="Group 54"/>
          <p:cNvGrpSpPr/>
          <p:nvPr/>
        </p:nvGrpSpPr>
        <p:grpSpPr bwMode="auto">
          <a:xfrm>
            <a:off x="9048328" y="997673"/>
            <a:ext cx="2324100" cy="2009775"/>
            <a:chOff x="4032" y="631"/>
            <a:chExt cx="1464" cy="1266"/>
          </a:xfrm>
        </p:grpSpPr>
        <p:sp>
          <p:nvSpPr>
            <p:cNvPr id="34" name="Line 36"/>
            <p:cNvSpPr>
              <a:spLocks noChangeShapeType="1"/>
            </p:cNvSpPr>
            <p:nvPr/>
          </p:nvSpPr>
          <p:spPr bwMode="auto">
            <a:xfrm>
              <a:off x="4032" y="1284"/>
              <a:ext cx="1464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5" name="Line 37"/>
            <p:cNvSpPr>
              <a:spLocks noChangeShapeType="1"/>
            </p:cNvSpPr>
            <p:nvPr/>
          </p:nvSpPr>
          <p:spPr bwMode="auto">
            <a:xfrm rot="-5400000">
              <a:off x="4108" y="1264"/>
              <a:ext cx="1266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6" name="Oval 39"/>
            <p:cNvSpPr>
              <a:spLocks noChangeAspect="1" noChangeArrowheads="1"/>
            </p:cNvSpPr>
            <p:nvPr/>
          </p:nvSpPr>
          <p:spPr bwMode="auto">
            <a:xfrm>
              <a:off x="4283" y="823"/>
              <a:ext cx="907" cy="907"/>
            </a:xfrm>
            <a:prstGeom prst="ellipse">
              <a:avLst/>
            </a:prstGeom>
            <a:noFill/>
            <a:ln w="12700" algn="ctr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9D3E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7" name="Oval 40"/>
            <p:cNvSpPr>
              <a:spLocks noChangeAspect="1" noChangeArrowheads="1"/>
            </p:cNvSpPr>
            <p:nvPr/>
          </p:nvSpPr>
          <p:spPr bwMode="auto">
            <a:xfrm>
              <a:off x="4515" y="1056"/>
              <a:ext cx="453" cy="454"/>
            </a:xfrm>
            <a:prstGeom prst="ellipse">
              <a:avLst/>
            </a:prstGeom>
            <a:noFill/>
            <a:ln w="9525" algn="ctr">
              <a:solidFill>
                <a:srgbClr val="0066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8" name="Line 41"/>
            <p:cNvSpPr>
              <a:spLocks noChangeShapeType="1"/>
            </p:cNvSpPr>
            <p:nvPr/>
          </p:nvSpPr>
          <p:spPr bwMode="auto">
            <a:xfrm flipH="1">
              <a:off x="4443" y="876"/>
              <a:ext cx="83" cy="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9" name="Object 42"/>
            <p:cNvGraphicFramePr>
              <a:graphicFrameLocks noChangeAspect="1"/>
            </p:cNvGraphicFramePr>
            <p:nvPr/>
          </p:nvGraphicFramePr>
          <p:xfrm>
            <a:off x="4992" y="1301"/>
            <a:ext cx="83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15900" imgH="355600" progId="Equation.3">
                    <p:embed/>
                  </p:oleObj>
                </mc:Choice>
                <mc:Fallback>
                  <p:oleObj name="公式" r:id="rId15" imgW="215900" imgH="355600" progId="Equation.3">
                    <p:embed/>
                    <p:pic>
                      <p:nvPicPr>
                        <p:cNvPr id="39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92" y="1301"/>
                          <a:ext cx="83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0" name="Object 43"/>
            <p:cNvGraphicFramePr>
              <a:graphicFrameLocks noChangeAspect="1"/>
            </p:cNvGraphicFramePr>
            <p:nvPr/>
          </p:nvGraphicFramePr>
          <p:xfrm>
            <a:off x="4335" y="780"/>
            <a:ext cx="134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355600" imgH="368300" progId="Equation.3">
                    <p:embed/>
                  </p:oleObj>
                </mc:Choice>
                <mc:Fallback>
                  <p:oleObj name="公式" r:id="rId17" imgW="355600" imgH="368300" progId="Equation.3">
                    <p:embed/>
                    <p:pic>
                      <p:nvPicPr>
                        <p:cNvPr id="40" name="Object 4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35" y="780"/>
                          <a:ext cx="134" cy="1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" name="Object 44"/>
            <p:cNvGraphicFramePr>
              <a:graphicFrameLocks noChangeAspect="1"/>
            </p:cNvGraphicFramePr>
            <p:nvPr/>
          </p:nvGraphicFramePr>
          <p:xfrm>
            <a:off x="5214" y="1301"/>
            <a:ext cx="96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254000" imgH="355600" progId="Equation.3">
                    <p:embed/>
                  </p:oleObj>
                </mc:Choice>
                <mc:Fallback>
                  <p:oleObj name="公式" r:id="rId19" imgW="254000" imgH="355600" progId="Equation.3">
                    <p:embed/>
                    <p:pic>
                      <p:nvPicPr>
                        <p:cNvPr id="41" name="Object 4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214" y="1301"/>
                          <a:ext cx="96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2" name="Object 45"/>
            <p:cNvGraphicFramePr>
              <a:graphicFrameLocks noChangeAspect="1"/>
            </p:cNvGraphicFramePr>
            <p:nvPr/>
          </p:nvGraphicFramePr>
          <p:xfrm>
            <a:off x="4083" y="1306"/>
            <a:ext cx="197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520700" imgH="457200" progId="Equation.3">
                    <p:embed/>
                  </p:oleObj>
                </mc:Choice>
                <mc:Fallback>
                  <p:oleObj name="公式" r:id="rId21" imgW="520700" imgH="457200" progId="Equation.3">
                    <p:embed/>
                    <p:pic>
                      <p:nvPicPr>
                        <p:cNvPr id="42" name="Object 4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3" y="1306"/>
                          <a:ext cx="197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3" name="Oval 46"/>
            <p:cNvSpPr>
              <a:spLocks noChangeAspect="1" noChangeArrowheads="1"/>
            </p:cNvSpPr>
            <p:nvPr/>
          </p:nvSpPr>
          <p:spPr bwMode="auto">
            <a:xfrm>
              <a:off x="4723" y="1493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4" name="Oval 47"/>
            <p:cNvSpPr>
              <a:spLocks noChangeAspect="1" noChangeArrowheads="1"/>
            </p:cNvSpPr>
            <p:nvPr/>
          </p:nvSpPr>
          <p:spPr bwMode="auto">
            <a:xfrm>
              <a:off x="4499" y="1269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5" name="Oval 48"/>
            <p:cNvSpPr>
              <a:spLocks noChangeAspect="1" noChangeArrowheads="1"/>
            </p:cNvSpPr>
            <p:nvPr/>
          </p:nvSpPr>
          <p:spPr bwMode="auto">
            <a:xfrm>
              <a:off x="4953" y="1267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6" name="Oval 49"/>
            <p:cNvSpPr>
              <a:spLocks noChangeAspect="1" noChangeArrowheads="1"/>
            </p:cNvSpPr>
            <p:nvPr/>
          </p:nvSpPr>
          <p:spPr bwMode="auto">
            <a:xfrm>
              <a:off x="4723" y="1037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47" name="Oval 50"/>
            <p:cNvSpPr>
              <a:spLocks noChangeAspect="1" noChangeArrowheads="1"/>
            </p:cNvSpPr>
            <p:nvPr/>
          </p:nvSpPr>
          <p:spPr bwMode="auto">
            <a:xfrm>
              <a:off x="5119" y="731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8" name="Object 51"/>
            <p:cNvGraphicFramePr>
              <a:graphicFrameLocks noChangeAspect="1"/>
            </p:cNvGraphicFramePr>
            <p:nvPr/>
          </p:nvGraphicFramePr>
          <p:xfrm>
            <a:off x="5183" y="696"/>
            <a:ext cx="135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355600" imgH="254000" progId="Equation.3">
                    <p:embed/>
                  </p:oleObj>
                </mc:Choice>
                <mc:Fallback>
                  <p:oleObj name="公式" r:id="rId23" imgW="355600" imgH="254000" progId="Equation.3">
                    <p:embed/>
                    <p:pic>
                      <p:nvPicPr>
                        <p:cNvPr id="48" name="Object 5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83" y="696"/>
                          <a:ext cx="135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9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50" name="对象 49"/>
          <p:cNvGraphicFramePr>
            <a:graphicFrameLocks noChangeAspect="1"/>
          </p:cNvGraphicFramePr>
          <p:nvPr/>
        </p:nvGraphicFramePr>
        <p:xfrm>
          <a:off x="1201738" y="950913"/>
          <a:ext cx="7064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924800" imgH="4572000" progId="Equation.DSMT4">
                  <p:embed/>
                </p:oleObj>
              </mc:Choice>
              <mc:Fallback>
                <p:oleObj name="Equation" r:id="rId25" imgW="7924800" imgH="4572000" progId="Equation.DSMT4">
                  <p:embed/>
                  <p:pic>
                    <p:nvPicPr>
                      <p:cNvPr id="50" name="对象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950913"/>
                        <a:ext cx="7064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" name="对象 50"/>
          <p:cNvGraphicFramePr>
            <a:graphicFrameLocks noChangeAspect="1"/>
          </p:cNvGraphicFramePr>
          <p:nvPr/>
        </p:nvGraphicFramePr>
        <p:xfrm>
          <a:off x="2103810" y="747422"/>
          <a:ext cx="5091113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57302400" imgH="10363200" progId="Equation.DSMT4">
                  <p:embed/>
                </p:oleObj>
              </mc:Choice>
              <mc:Fallback>
                <p:oleObj name="Equation" r:id="rId27" imgW="57302400" imgH="10363200" progId="Equation.DSMT4">
                  <p:embed/>
                  <p:pic>
                    <p:nvPicPr>
                      <p:cNvPr id="51" name="对象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3810" y="747422"/>
                        <a:ext cx="5091113" cy="925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15"/>
          <p:cNvSpPr txBox="1">
            <a:spLocks noChangeArrowheads="1"/>
          </p:cNvSpPr>
          <p:nvPr/>
        </p:nvSpPr>
        <p:spPr bwMode="auto">
          <a:xfrm>
            <a:off x="1228725" y="1996243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A8D1803B-C6E2-BD73-1C83-4F2657D405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0637155"/>
              </p:ext>
            </p:extLst>
          </p:nvPr>
        </p:nvGraphicFramePr>
        <p:xfrm>
          <a:off x="4151445" y="4791444"/>
          <a:ext cx="2596084" cy="8849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611936" imgH="550058" progId="Equation.DSMT4">
                  <p:embed/>
                </p:oleObj>
              </mc:Choice>
              <mc:Fallback>
                <p:oleObj name="Equation" r:id="rId29" imgW="1611936" imgH="55005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4151445" y="4791444"/>
                        <a:ext cx="2596084" cy="88497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F57B6D1-9555-0647-897E-27E8EFE5E8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4030211"/>
              </p:ext>
            </p:extLst>
          </p:nvPr>
        </p:nvGraphicFramePr>
        <p:xfrm>
          <a:off x="6690244" y="4823689"/>
          <a:ext cx="2595416" cy="88496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1661882" imgH="566597" progId="Equation.DSMT4">
                  <p:embed/>
                </p:oleObj>
              </mc:Choice>
              <mc:Fallback>
                <p:oleObj name="Equation" r:id="rId31" imgW="1661882" imgH="56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6690244" y="4823689"/>
                        <a:ext cx="2595416" cy="88496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69EC327F-E91F-9D15-0002-3D5FDE8245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2128019"/>
              </p:ext>
            </p:extLst>
          </p:nvPr>
        </p:nvGraphicFramePr>
        <p:xfrm>
          <a:off x="4151445" y="5676414"/>
          <a:ext cx="3344585" cy="8844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2143907" imgH="566597" progId="Equation.DSMT4">
                  <p:embed/>
                </p:oleObj>
              </mc:Choice>
              <mc:Fallback>
                <p:oleObj name="Equation" r:id="rId33" imgW="2143907" imgH="56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4151445" y="5676414"/>
                        <a:ext cx="3344585" cy="8844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6" name="Group 62"/>
          <p:cNvGrpSpPr/>
          <p:nvPr/>
        </p:nvGrpSpPr>
        <p:grpSpPr bwMode="auto">
          <a:xfrm>
            <a:off x="8659341" y="1766930"/>
            <a:ext cx="2749551" cy="638175"/>
            <a:chOff x="1496" y="1703"/>
            <a:chExt cx="1732" cy="402"/>
          </a:xfrm>
        </p:grpSpPr>
        <p:graphicFrame>
          <p:nvGraphicFramePr>
            <p:cNvPr id="7" name="Object 11"/>
            <p:cNvGraphicFramePr/>
            <p:nvPr>
              <p:extLst>
                <p:ext uri="{D42A27DB-BD31-4B8C-83A1-F6EECF244321}">
                  <p14:modId xmlns:p14="http://schemas.microsoft.com/office/powerpoint/2010/main" val="3225004549"/>
                </p:ext>
              </p:extLst>
            </p:nvPr>
          </p:nvGraphicFramePr>
          <p:xfrm>
            <a:off x="1496" y="1703"/>
            <a:ext cx="735" cy="40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647640" imgH="342720" progId="Equation.DSMT4">
                    <p:embed/>
                  </p:oleObj>
                </mc:Choice>
                <mc:Fallback>
                  <p:oleObj name="Equation" r:id="rId3" imgW="647640" imgH="342720" progId="Equation.DSMT4">
                    <p:embed/>
                    <p:pic>
                      <p:nvPicPr>
                        <p:cNvPr id="7" name="Object 11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96" y="1703"/>
                          <a:ext cx="735" cy="402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8" name="Object 12"/>
            <p:cNvGraphicFramePr>
              <a:graphicFrameLocks noChangeAspect="1"/>
            </p:cNvGraphicFramePr>
            <p:nvPr/>
          </p:nvGraphicFramePr>
          <p:xfrm>
            <a:off x="2249" y="1892"/>
            <a:ext cx="979" cy="18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5" imgW="2438400" imgH="457200" progId="Equation.3">
                    <p:embed/>
                  </p:oleObj>
                </mc:Choice>
                <mc:Fallback>
                  <p:oleObj name="公式" r:id="rId5" imgW="2438400" imgH="457200" progId="Equation.3">
                    <p:embed/>
                    <p:pic>
                      <p:nvPicPr>
                        <p:cNvPr id="8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49" y="1892"/>
                          <a:ext cx="979" cy="18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61"/>
          <p:cNvGrpSpPr/>
          <p:nvPr/>
        </p:nvGrpSpPr>
        <p:grpSpPr bwMode="auto">
          <a:xfrm>
            <a:off x="1559496" y="1781738"/>
            <a:ext cx="7456488" cy="800100"/>
            <a:chOff x="662" y="992"/>
            <a:chExt cx="4697" cy="504"/>
          </a:xfrm>
        </p:grpSpPr>
        <p:sp>
          <p:nvSpPr>
            <p:cNvPr id="12" name="Rectangle 2"/>
            <p:cNvSpPr>
              <a:spLocks noChangeArrowheads="1"/>
            </p:cNvSpPr>
            <p:nvPr/>
          </p:nvSpPr>
          <p:spPr bwMode="auto">
            <a:xfrm>
              <a:off x="662" y="1093"/>
              <a:ext cx="4697" cy="29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                                         在          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内有 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5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个三阶极点   </a:t>
              </a:r>
            </a:p>
          </p:txBody>
        </p:sp>
        <p:graphicFrame>
          <p:nvGraphicFramePr>
            <p:cNvPr id="13" name="Object 10"/>
            <p:cNvGraphicFramePr/>
            <p:nvPr>
              <p:extLst>
                <p:ext uri="{D42A27DB-BD31-4B8C-83A1-F6EECF244321}">
                  <p14:modId xmlns:p14="http://schemas.microsoft.com/office/powerpoint/2010/main" val="206978414"/>
                </p:ext>
              </p:extLst>
            </p:nvPr>
          </p:nvGraphicFramePr>
          <p:xfrm>
            <a:off x="3069" y="1148"/>
            <a:ext cx="488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028700" imgH="457200" progId="Equation.3">
                    <p:embed/>
                  </p:oleObj>
                </mc:Choice>
                <mc:Fallback>
                  <p:oleObj name="公式" r:id="rId7" imgW="1028700" imgH="457200" progId="Equation.3">
                    <p:embed/>
                    <p:pic>
                      <p:nvPicPr>
                        <p:cNvPr id="13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69" y="1148"/>
                          <a:ext cx="488" cy="21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4" name="Object 42"/>
            <p:cNvGraphicFramePr/>
            <p:nvPr>
              <p:extLst>
                <p:ext uri="{D42A27DB-BD31-4B8C-83A1-F6EECF244321}">
                  <p14:modId xmlns:p14="http://schemas.microsoft.com/office/powerpoint/2010/main" val="3284953887"/>
                </p:ext>
              </p:extLst>
            </p:nvPr>
          </p:nvGraphicFramePr>
          <p:xfrm>
            <a:off x="974" y="992"/>
            <a:ext cx="1814" cy="5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3873500" imgH="1066800" progId="Equation.3">
                    <p:embed/>
                  </p:oleObj>
                </mc:Choice>
                <mc:Fallback>
                  <p:oleObj name="公式" r:id="rId9" imgW="3873500" imgH="1066800" progId="Equation.3">
                    <p:embed/>
                    <p:pic>
                      <p:nvPicPr>
                        <p:cNvPr id="14" name="Object 42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974" y="992"/>
                          <a:ext cx="1814" cy="50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" name="Group 59"/>
          <p:cNvGrpSpPr/>
          <p:nvPr/>
        </p:nvGrpSpPr>
        <p:grpSpPr bwMode="auto">
          <a:xfrm>
            <a:off x="8040216" y="2514007"/>
            <a:ext cx="2628900" cy="2095500"/>
            <a:chOff x="3624" y="1674"/>
            <a:chExt cx="1656" cy="1320"/>
          </a:xfrm>
        </p:grpSpPr>
        <p:sp>
          <p:nvSpPr>
            <p:cNvPr id="16" name="Line 29"/>
            <p:cNvSpPr>
              <a:spLocks noChangeShapeType="1"/>
            </p:cNvSpPr>
            <p:nvPr/>
          </p:nvSpPr>
          <p:spPr bwMode="auto">
            <a:xfrm>
              <a:off x="3624" y="2357"/>
              <a:ext cx="1656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7" name="Line 30"/>
            <p:cNvSpPr>
              <a:spLocks noChangeShapeType="1"/>
            </p:cNvSpPr>
            <p:nvPr/>
          </p:nvSpPr>
          <p:spPr bwMode="auto">
            <a:xfrm rot="-5400000">
              <a:off x="3673" y="2334"/>
              <a:ext cx="1320" cy="0"/>
            </a:xfrm>
            <a:prstGeom prst="line">
              <a:avLst/>
            </a:prstGeom>
            <a:noFill/>
            <a:ln w="9525">
              <a:solidFill>
                <a:srgbClr val="5F5F5F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18" name="Oval 31"/>
            <p:cNvSpPr>
              <a:spLocks noChangeAspect="1" noChangeArrowheads="1"/>
            </p:cNvSpPr>
            <p:nvPr/>
          </p:nvSpPr>
          <p:spPr bwMode="auto">
            <a:xfrm>
              <a:off x="3875" y="1896"/>
              <a:ext cx="907" cy="907"/>
            </a:xfrm>
            <a:prstGeom prst="ellipse">
              <a:avLst/>
            </a:prstGeom>
            <a:noFill/>
            <a:ln w="12700" algn="ctr">
              <a:solidFill>
                <a:srgbClr val="0000FF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89D3ED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0" name="Oval 32"/>
            <p:cNvSpPr>
              <a:spLocks noChangeAspect="1" noChangeArrowheads="1"/>
            </p:cNvSpPr>
            <p:nvPr/>
          </p:nvSpPr>
          <p:spPr bwMode="auto">
            <a:xfrm>
              <a:off x="4107" y="2123"/>
              <a:ext cx="453" cy="454"/>
            </a:xfrm>
            <a:prstGeom prst="ellipse">
              <a:avLst/>
            </a:prstGeom>
            <a:noFill/>
            <a:ln w="9525" algn="ctr">
              <a:solidFill>
                <a:srgbClr val="006600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1" name="Line 33"/>
            <p:cNvSpPr>
              <a:spLocks noChangeShapeType="1"/>
            </p:cNvSpPr>
            <p:nvPr/>
          </p:nvSpPr>
          <p:spPr bwMode="auto">
            <a:xfrm flipH="1">
              <a:off x="4065" y="1931"/>
              <a:ext cx="83" cy="5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tailEnd type="stealth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22" name="Object 34"/>
            <p:cNvGraphicFramePr>
              <a:graphicFrameLocks noChangeAspect="1"/>
            </p:cNvGraphicFramePr>
            <p:nvPr/>
          </p:nvGraphicFramePr>
          <p:xfrm>
            <a:off x="4578" y="2368"/>
            <a:ext cx="83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15900" imgH="355600" progId="Equation.3">
                    <p:embed/>
                  </p:oleObj>
                </mc:Choice>
                <mc:Fallback>
                  <p:oleObj name="公式" r:id="rId11" imgW="215900" imgH="355600" progId="Equation.3">
                    <p:embed/>
                    <p:pic>
                      <p:nvPicPr>
                        <p:cNvPr id="22" name="Object 3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78" y="2368"/>
                          <a:ext cx="83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3" name="Object 35"/>
            <p:cNvGraphicFramePr>
              <a:graphicFrameLocks noChangeAspect="1"/>
            </p:cNvGraphicFramePr>
            <p:nvPr/>
          </p:nvGraphicFramePr>
          <p:xfrm>
            <a:off x="3957" y="1823"/>
            <a:ext cx="134" cy="1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355600" imgH="368300" progId="Equation.3">
                    <p:embed/>
                  </p:oleObj>
                </mc:Choice>
                <mc:Fallback>
                  <p:oleObj name="公式" r:id="rId13" imgW="355600" imgH="368300" progId="Equation.3">
                    <p:embed/>
                    <p:pic>
                      <p:nvPicPr>
                        <p:cNvPr id="23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7" y="1823"/>
                          <a:ext cx="134" cy="14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4" name="Object 36"/>
            <p:cNvGraphicFramePr>
              <a:graphicFrameLocks noChangeAspect="1"/>
            </p:cNvGraphicFramePr>
            <p:nvPr/>
          </p:nvGraphicFramePr>
          <p:xfrm>
            <a:off x="4806" y="2374"/>
            <a:ext cx="96" cy="13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54000" imgH="355600" progId="Equation.3">
                    <p:embed/>
                  </p:oleObj>
                </mc:Choice>
                <mc:Fallback>
                  <p:oleObj name="公式" r:id="rId15" imgW="254000" imgH="355600" progId="Equation.3">
                    <p:embed/>
                    <p:pic>
                      <p:nvPicPr>
                        <p:cNvPr id="24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06" y="2374"/>
                          <a:ext cx="96" cy="134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5" name="Object 37"/>
            <p:cNvGraphicFramePr>
              <a:graphicFrameLocks noChangeAspect="1"/>
            </p:cNvGraphicFramePr>
            <p:nvPr/>
          </p:nvGraphicFramePr>
          <p:xfrm>
            <a:off x="3657" y="2373"/>
            <a:ext cx="197" cy="1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520700" imgH="457200" progId="Equation.3">
                    <p:embed/>
                  </p:oleObj>
                </mc:Choice>
                <mc:Fallback>
                  <p:oleObj name="公式" r:id="rId17" imgW="520700" imgH="457200" progId="Equation.3">
                    <p:embed/>
                    <p:pic>
                      <p:nvPicPr>
                        <p:cNvPr id="25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57" y="2373"/>
                          <a:ext cx="197" cy="17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" name="Oval 38"/>
            <p:cNvSpPr>
              <a:spLocks noChangeAspect="1" noChangeArrowheads="1"/>
            </p:cNvSpPr>
            <p:nvPr/>
          </p:nvSpPr>
          <p:spPr bwMode="auto">
            <a:xfrm>
              <a:off x="4393" y="2548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7" name="Oval 39"/>
            <p:cNvSpPr>
              <a:spLocks noChangeAspect="1" noChangeArrowheads="1"/>
            </p:cNvSpPr>
            <p:nvPr/>
          </p:nvSpPr>
          <p:spPr bwMode="auto">
            <a:xfrm>
              <a:off x="4145" y="2474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8" name="Oval 40"/>
            <p:cNvSpPr>
              <a:spLocks noChangeAspect="1" noChangeArrowheads="1"/>
            </p:cNvSpPr>
            <p:nvPr/>
          </p:nvSpPr>
          <p:spPr bwMode="auto">
            <a:xfrm>
              <a:off x="4539" y="2340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29" name="Oval 41"/>
            <p:cNvSpPr>
              <a:spLocks noChangeAspect="1" noChangeArrowheads="1"/>
            </p:cNvSpPr>
            <p:nvPr/>
          </p:nvSpPr>
          <p:spPr bwMode="auto">
            <a:xfrm>
              <a:off x="4393" y="2122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0" name="Oval 44"/>
            <p:cNvSpPr>
              <a:spLocks noChangeAspect="1" noChangeArrowheads="1"/>
            </p:cNvSpPr>
            <p:nvPr/>
          </p:nvSpPr>
          <p:spPr bwMode="auto">
            <a:xfrm>
              <a:off x="4993" y="2338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2" name="Oval 46"/>
            <p:cNvSpPr>
              <a:spLocks noChangeAspect="1" noChangeArrowheads="1"/>
            </p:cNvSpPr>
            <p:nvPr/>
          </p:nvSpPr>
          <p:spPr bwMode="auto">
            <a:xfrm>
              <a:off x="4133" y="2204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sp>
          <p:nvSpPr>
            <p:cNvPr id="33" name="Oval 47"/>
            <p:cNvSpPr>
              <a:spLocks noChangeAspect="1" noChangeArrowheads="1"/>
            </p:cNvSpPr>
            <p:nvPr/>
          </p:nvSpPr>
          <p:spPr bwMode="auto">
            <a:xfrm>
              <a:off x="4675" y="1798"/>
              <a:ext cx="35" cy="3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34" name="Object 48"/>
            <p:cNvGraphicFramePr>
              <a:graphicFrameLocks noChangeAspect="1"/>
            </p:cNvGraphicFramePr>
            <p:nvPr/>
          </p:nvGraphicFramePr>
          <p:xfrm>
            <a:off x="4745" y="1763"/>
            <a:ext cx="135" cy="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55600" imgH="254000" progId="Equation.3">
                    <p:embed/>
                  </p:oleObj>
                </mc:Choice>
                <mc:Fallback>
                  <p:oleObj name="公式" r:id="rId19" imgW="355600" imgH="254000" progId="Equation.3">
                    <p:embed/>
                    <p:pic>
                      <p:nvPicPr>
                        <p:cNvPr id="34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45" y="1763"/>
                          <a:ext cx="135" cy="96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5" name="Object 50"/>
            <p:cNvGraphicFramePr>
              <a:graphicFrameLocks noChangeAspect="1"/>
            </p:cNvGraphicFramePr>
            <p:nvPr/>
          </p:nvGraphicFramePr>
          <p:xfrm>
            <a:off x="5020" y="2375"/>
            <a:ext cx="96" cy="1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254000" imgH="368300" progId="Equation.3">
                    <p:embed/>
                  </p:oleObj>
                </mc:Choice>
                <mc:Fallback>
                  <p:oleObj name="公式" r:id="rId21" imgW="254000" imgH="368300" progId="Equation.3">
                    <p:embed/>
                    <p:pic>
                      <p:nvPicPr>
                        <p:cNvPr id="35" name="Object 5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0" y="2375"/>
                          <a:ext cx="96" cy="141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6" name="Rectangle 55"/>
          <p:cNvSpPr>
            <a:spLocks noChangeArrowheads="1"/>
          </p:cNvSpPr>
          <p:nvPr/>
        </p:nvSpPr>
        <p:spPr bwMode="auto">
          <a:xfrm>
            <a:off x="1908175" y="3903439"/>
            <a:ext cx="227177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由留数定理有   </a:t>
            </a:r>
          </a:p>
        </p:txBody>
      </p:sp>
      <p:sp>
        <p:nvSpPr>
          <p:cNvPr id="38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39" name="对象 38"/>
          <p:cNvGraphicFramePr>
            <a:graphicFrameLocks noChangeAspect="1"/>
          </p:cNvGraphicFramePr>
          <p:nvPr/>
        </p:nvGraphicFramePr>
        <p:xfrm>
          <a:off x="1201738" y="950913"/>
          <a:ext cx="7064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7924800" imgH="4572000" progId="Equation.DSMT4">
                  <p:embed/>
                </p:oleObj>
              </mc:Choice>
              <mc:Fallback>
                <p:oleObj name="Equation" r:id="rId23" imgW="7924800" imgH="4572000" progId="Equation.DSMT4">
                  <p:embed/>
                  <p:pic>
                    <p:nvPicPr>
                      <p:cNvPr id="39" name="对象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01738" y="950913"/>
                        <a:ext cx="7064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" name="对象 39"/>
          <p:cNvGraphicFramePr>
            <a:graphicFrameLocks noChangeAspect="1"/>
          </p:cNvGraphicFramePr>
          <p:nvPr/>
        </p:nvGraphicFramePr>
        <p:xfrm>
          <a:off x="2100263" y="735013"/>
          <a:ext cx="6281737" cy="925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70713600" imgH="10363200" progId="Equation.DSMT4">
                  <p:embed/>
                </p:oleObj>
              </mc:Choice>
              <mc:Fallback>
                <p:oleObj name="Equation" r:id="rId25" imgW="70713600" imgH="10363200" progId="Equation.DSMT4">
                  <p:embed/>
                  <p:pic>
                    <p:nvPicPr>
                      <p:cNvPr id="40" name="对象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00263" y="735013"/>
                        <a:ext cx="6281737" cy="925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5"/>
          <p:cNvSpPr txBox="1">
            <a:spLocks noChangeArrowheads="1"/>
          </p:cNvSpPr>
          <p:nvPr/>
        </p:nvSpPr>
        <p:spPr bwMode="auto">
          <a:xfrm>
            <a:off x="1228725" y="1916832"/>
            <a:ext cx="825500" cy="461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: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</a:p>
        </p:txBody>
      </p:sp>
      <p:graphicFrame>
        <p:nvGraphicFramePr>
          <p:cNvPr id="2" name="Object 19">
            <a:extLst>
              <a:ext uri="{FF2B5EF4-FFF2-40B4-BE49-F238E27FC236}">
                <a16:creationId xmlns:a16="http://schemas.microsoft.com/office/drawing/2014/main" id="{81C3B17B-4C82-C34A-2188-30942A01BF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83254511"/>
              </p:ext>
            </p:extLst>
          </p:nvPr>
        </p:nvGraphicFramePr>
        <p:xfrm>
          <a:off x="2703585" y="4633978"/>
          <a:ext cx="2607808" cy="925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7" imgW="1244520" imgH="431640" progId="Equation.DSMT4">
                  <p:embed/>
                </p:oleObj>
              </mc:Choice>
              <mc:Fallback>
                <p:oleObj name="Equation" r:id="rId27" imgW="1244520" imgH="431640" progId="Equation.DSMT4">
                  <p:embed/>
                  <p:pic>
                    <p:nvPicPr>
                      <p:cNvPr id="10" name="Object 19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2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3585" y="4633978"/>
                        <a:ext cx="2607808" cy="925513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34FC293A-E455-F33E-88C8-48E099577A9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8278446"/>
              </p:ext>
            </p:extLst>
          </p:nvPr>
        </p:nvGraphicFramePr>
        <p:xfrm>
          <a:off x="5311393" y="4850184"/>
          <a:ext cx="4028814" cy="6201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1815840" imgH="279360" progId="Equation.DSMT4">
                  <p:embed/>
                </p:oleObj>
              </mc:Choice>
              <mc:Fallback>
                <p:oleObj name="Equation" r:id="rId29" imgW="1815840" imgH="27936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5311393" y="4850184"/>
                        <a:ext cx="4028814" cy="6201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EF0A3474-DD42-2056-5CE5-E808B4F34ACC}"/>
              </a:ext>
            </a:extLst>
          </p:cNvPr>
          <p:cNvGrpSpPr/>
          <p:nvPr/>
        </p:nvGrpSpPr>
        <p:grpSpPr>
          <a:xfrm>
            <a:off x="1942803" y="2971973"/>
            <a:ext cx="7280102" cy="461963"/>
            <a:chOff x="1288752" y="3076058"/>
            <a:chExt cx="7280102" cy="461963"/>
          </a:xfrm>
        </p:grpSpPr>
        <p:sp>
          <p:nvSpPr>
            <p:cNvPr id="4" name="Rectangle 2">
              <a:extLst>
                <a:ext uri="{FF2B5EF4-FFF2-40B4-BE49-F238E27FC236}">
                  <a16:creationId xmlns:a16="http://schemas.microsoft.com/office/drawing/2014/main" id="{36109062-AD73-7D54-B0FA-87AA27129A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88752" y="3076058"/>
              <a:ext cx="7280102" cy="4619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rtl="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在           </a:t>
              </a:r>
              <a:r>
                <a:rPr kumimoji="1" lang="zh-CN" altLang="en-US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外有 </a:t>
              </a:r>
              <a:r>
                <a:rPr kumimoji="1" lang="en-US" altLang="zh-CN" sz="2400" b="1" kern="0" dirty="0">
                  <a:solidFill>
                    <a:srgbClr val="00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1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个单极点 </a:t>
              </a:r>
              <a:r>
                <a:rPr kumimoji="1" lang="en-US" altLang="zh-CN" sz="2400" b="1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z</a:t>
              </a:r>
              <a:r>
                <a:rPr kumimoji="1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= 3.</a:t>
              </a:r>
              <a:r>
                <a:rPr kumimoji="1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rPr>
                <a:t>   </a:t>
              </a:r>
            </a:p>
          </p:txBody>
        </p:sp>
        <p:graphicFrame>
          <p:nvGraphicFramePr>
            <p:cNvPr id="5" name="Object 10">
              <a:extLst>
                <a:ext uri="{FF2B5EF4-FFF2-40B4-BE49-F238E27FC236}">
                  <a16:creationId xmlns:a16="http://schemas.microsoft.com/office/drawing/2014/main" id="{E78C2415-6A19-027E-392B-9F1B095C1CC9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484420731"/>
                </p:ext>
              </p:extLst>
            </p:nvPr>
          </p:nvGraphicFramePr>
          <p:xfrm>
            <a:off x="1773141" y="3173254"/>
            <a:ext cx="774700" cy="3429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1028700" imgH="457200" progId="Equation.3">
                    <p:embed/>
                  </p:oleObj>
                </mc:Choice>
                <mc:Fallback>
                  <p:oleObj name="公式" r:id="rId7" imgW="1028700" imgH="457200" progId="Equation.3">
                    <p:embed/>
                    <p:pic>
                      <p:nvPicPr>
                        <p:cNvPr id="13" name="Object 10"/>
                        <p:cNvPicPr preferRelativeResize="0"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73141" y="3173254"/>
                          <a:ext cx="774700" cy="3429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4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/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/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Text Box 8"/>
          <p:cNvSpPr txBox="1">
            <a:spLocks noChangeArrowheads="1"/>
          </p:cNvSpPr>
          <p:nvPr/>
        </p:nvSpPr>
        <p:spPr bwMode="auto">
          <a:xfrm>
            <a:off x="1803127" y="1167928"/>
            <a:ext cx="81304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解   </a:t>
            </a:r>
          </a:p>
        </p:txBody>
      </p:sp>
      <p:graphicFrame>
        <p:nvGraphicFramePr>
          <p:cNvPr id="8" name="Object 3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4180369"/>
              </p:ext>
            </p:extLst>
          </p:nvPr>
        </p:nvGraphicFramePr>
        <p:xfrm>
          <a:off x="3382455" y="2055384"/>
          <a:ext cx="3478447" cy="8184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752480" imgH="419040" progId="Equation.DSMT4">
                  <p:embed/>
                </p:oleObj>
              </mc:Choice>
              <mc:Fallback>
                <p:oleObj name="Equation" r:id="rId3" imgW="1752480" imgH="419040" progId="Equation.DSMT4">
                  <p:embed/>
                  <p:pic>
                    <p:nvPicPr>
                      <p:cNvPr id="8" name="Object 3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455" y="2055384"/>
                        <a:ext cx="3478447" cy="8184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91295339"/>
              </p:ext>
            </p:extLst>
          </p:nvPr>
        </p:nvGraphicFramePr>
        <p:xfrm>
          <a:off x="4544393" y="2931484"/>
          <a:ext cx="3047776" cy="8856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523880" imgH="444240" progId="Equation.DSMT4">
                  <p:embed/>
                </p:oleObj>
              </mc:Choice>
              <mc:Fallback>
                <p:oleObj name="Equation" r:id="rId5" imgW="1523880" imgH="444240" progId="Equation.DSMT4">
                  <p:embed/>
                  <p:pic>
                    <p:nvPicPr>
                      <p:cNvPr id="18" name="Object 45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4393" y="2931484"/>
                        <a:ext cx="3047776" cy="88567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" name="Object 46"/>
          <p:cNvGraphicFramePr/>
          <p:nvPr>
            <p:extLst>
              <p:ext uri="{D42A27DB-BD31-4B8C-83A1-F6EECF244321}">
                <p14:modId xmlns:p14="http://schemas.microsoft.com/office/powerpoint/2010/main" val="921931071"/>
              </p:ext>
            </p:extLst>
          </p:nvPr>
        </p:nvGraphicFramePr>
        <p:xfrm>
          <a:off x="7592169" y="3219253"/>
          <a:ext cx="5461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723900" imgH="457200" progId="Equation.3">
                  <p:embed/>
                </p:oleObj>
              </mc:Choice>
              <mc:Fallback>
                <p:oleObj name="公式" r:id="rId7" imgW="723900" imgH="457200" progId="Equation.3">
                  <p:embed/>
                  <p:pic>
                    <p:nvPicPr>
                      <p:cNvPr id="20" name="Object 46"/>
                      <p:cNvPicPr preferRelativeResize="0"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2169" y="3219253"/>
                        <a:ext cx="546100" cy="3429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99947154"/>
              </p:ext>
            </p:extLst>
          </p:nvPr>
        </p:nvGraphicFramePr>
        <p:xfrm>
          <a:off x="3382455" y="1213330"/>
          <a:ext cx="3303822" cy="5632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63560" imgH="279360" progId="Equation.DSMT4">
                  <p:embed/>
                </p:oleObj>
              </mc:Choice>
              <mc:Fallback>
                <p:oleObj name="Equation" r:id="rId9" imgW="1663560" imgH="279360" progId="Equation.DSMT4">
                  <p:embed/>
                  <p:pic>
                    <p:nvPicPr>
                      <p:cNvPr id="21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2455" y="1213330"/>
                        <a:ext cx="3303822" cy="56324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ct 48"/>
          <p:cNvGraphicFramePr>
            <a:graphicFrameLocks noChangeAspect="1"/>
          </p:cNvGraphicFramePr>
          <p:nvPr/>
        </p:nvGraphicFramePr>
        <p:xfrm>
          <a:off x="6686277" y="1039340"/>
          <a:ext cx="15621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082800" imgH="1066800" progId="Equation.3">
                  <p:embed/>
                </p:oleObj>
              </mc:Choice>
              <mc:Fallback>
                <p:oleObj name="公式" r:id="rId11" imgW="2082800" imgH="1066800" progId="Equation.3">
                  <p:embed/>
                  <p:pic>
                    <p:nvPicPr>
                      <p:cNvPr id="22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86277" y="1039340"/>
                        <a:ext cx="1562100" cy="8001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94803975"/>
              </p:ext>
            </p:extLst>
          </p:nvPr>
        </p:nvGraphicFramePr>
        <p:xfrm>
          <a:off x="3087479" y="4850132"/>
          <a:ext cx="1637944" cy="8701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812520" imgH="431640" progId="Equation.DSMT4">
                  <p:embed/>
                </p:oleObj>
              </mc:Choice>
              <mc:Fallback>
                <p:oleObj name="Equation" r:id="rId13" imgW="812520" imgH="431640" progId="Equation.DSMT4">
                  <p:embed/>
                  <p:pic>
                    <p:nvPicPr>
                      <p:cNvPr id="23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479" y="4850132"/>
                        <a:ext cx="1637944" cy="87015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4299715"/>
              </p:ext>
            </p:extLst>
          </p:nvPr>
        </p:nvGraphicFramePr>
        <p:xfrm>
          <a:off x="4725423" y="4883712"/>
          <a:ext cx="1891882" cy="8029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52200" imgH="406080" progId="Equation.DSMT4">
                  <p:embed/>
                </p:oleObj>
              </mc:Choice>
              <mc:Fallback>
                <p:oleObj name="Equation" r:id="rId15" imgW="952200" imgH="406080" progId="Equation.DSMT4">
                  <p:embed/>
                  <p:pic>
                    <p:nvPicPr>
                      <p:cNvPr id="24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25423" y="4883712"/>
                        <a:ext cx="1891882" cy="8029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内容占位符 3"/>
          <p:cNvSpPr txBox="1"/>
          <p:nvPr/>
        </p:nvSpPr>
        <p:spPr>
          <a:xfrm>
            <a:off x="1343025" y="106363"/>
            <a:ext cx="3888879" cy="73025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§1</a:t>
            </a:r>
            <a:r>
              <a:rPr kumimoji="0" lang="en-US" altLang="zh-CN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30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留数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151BD6AF-724E-7461-78F9-A09AB54F1E9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8906334"/>
              </p:ext>
            </p:extLst>
          </p:nvPr>
        </p:nvGraphicFramePr>
        <p:xfrm>
          <a:off x="2852738" y="4320149"/>
          <a:ext cx="388778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930320" imgH="279360" progId="Equation.DSMT4">
                  <p:embed/>
                </p:oleObj>
              </mc:Choice>
              <mc:Fallback>
                <p:oleObj name="Equation" r:id="rId17" imgW="1930320" imgH="279360" progId="Equation.DSMT4">
                  <p:embed/>
                  <p:pic>
                    <p:nvPicPr>
                      <p:cNvPr id="3" name="对象 2">
                        <a:extLst>
                          <a:ext uri="{FF2B5EF4-FFF2-40B4-BE49-F238E27FC236}">
                            <a16:creationId xmlns:a16="http://schemas.microsoft.com/office/drawing/2014/main" id="{34FC293A-E455-F33E-88C8-48E099577A9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2852738" y="4320149"/>
                        <a:ext cx="3887787" cy="5635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EBD58-61B2-3C69-8198-0194A2A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537C9686-8EEF-6277-DFDF-ABD3729233C7}"/>
              </a:ext>
            </a:extLst>
          </p:cNvPr>
          <p:cNvCxnSpPr/>
          <p:nvPr/>
        </p:nvCxnSpPr>
        <p:spPr>
          <a:xfrm>
            <a:off x="687388" y="764704"/>
            <a:ext cx="10817225" cy="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椭圆 30">
            <a:extLst>
              <a:ext uri="{FF2B5EF4-FFF2-40B4-BE49-F238E27FC236}">
                <a16:creationId xmlns:a16="http://schemas.microsoft.com/office/drawing/2014/main" id="{9E145669-8437-449D-5448-44BFD33D2D38}"/>
              </a:ext>
            </a:extLst>
          </p:cNvPr>
          <p:cNvSpPr/>
          <p:nvPr/>
        </p:nvSpPr>
        <p:spPr>
          <a:xfrm>
            <a:off x="862013" y="322263"/>
            <a:ext cx="366712" cy="366712"/>
          </a:xfrm>
          <a:prstGeom prst="ellipse">
            <a:avLst/>
          </a:prstGeom>
          <a:solidFill>
            <a:srgbClr val="1A3F6C"/>
          </a:solidFill>
          <a:ln>
            <a:noFill/>
          </a:ln>
          <a:effectLst>
            <a:outerShdw blurRad="254000" dist="127000" dir="8100000" algn="tr" rotWithShape="0">
              <a:prstClr val="black">
                <a:alpha val="6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2" name="内容占位符 3">
            <a:extLst>
              <a:ext uri="{FF2B5EF4-FFF2-40B4-BE49-F238E27FC236}">
                <a16:creationId xmlns:a16="http://schemas.microsoft.com/office/drawing/2014/main" id="{04B17A26-DCC3-070C-42D8-85B6D2FFF67F}"/>
              </a:ext>
            </a:extLst>
          </p:cNvPr>
          <p:cNvSpPr txBox="1">
            <a:spLocks/>
          </p:cNvSpPr>
          <p:nvPr/>
        </p:nvSpPr>
        <p:spPr>
          <a:xfrm>
            <a:off x="1343025" y="106363"/>
            <a:ext cx="4752975" cy="730250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§</a:t>
            </a:r>
            <a:r>
              <a: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.2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楷体" panose="02010609060101010101" pitchFamily="49" charset="-122"/>
                <a:ea typeface="楷体" panose="02010609060101010101" pitchFamily="49" charset="-122"/>
                <a:cs typeface="+mn-cs"/>
              </a:rPr>
              <a:t>作业</a:t>
            </a:r>
            <a:endParaRPr kumimoji="0" lang="en-US" altLang="zh-CN" sz="2800" b="1" i="1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701AB0A-426F-901C-DA62-AA212A48D265}"/>
              </a:ext>
            </a:extLst>
          </p:cNvPr>
          <p:cNvSpPr txBox="1"/>
          <p:nvPr/>
        </p:nvSpPr>
        <p:spPr>
          <a:xfrm>
            <a:off x="862013" y="1455760"/>
            <a:ext cx="3179880" cy="908263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 algn="ctr"/>
            <a:r>
              <a:rPr lang="zh-CN" altLang="en-US" sz="2800" b="1" kern="100" dirty="0">
                <a:latin typeface="楷体" panose="02010609060101010101" pitchFamily="49" charset="-122"/>
                <a:ea typeface="楷体" panose="02010609060101010101" pitchFamily="49" charset="-122"/>
              </a:rPr>
              <a:t>教材第六章习题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FA196F4-579A-77EB-9972-1338FE9F4EE3}"/>
              </a:ext>
            </a:extLst>
          </p:cNvPr>
          <p:cNvSpPr txBox="1"/>
          <p:nvPr/>
        </p:nvSpPr>
        <p:spPr>
          <a:xfrm>
            <a:off x="939236" y="2252920"/>
            <a:ext cx="7210873" cy="730250"/>
          </a:xfrm>
          <a:prstGeom prst="rect">
            <a:avLst/>
          </a:prstGeom>
        </p:spPr>
        <p:txBody>
          <a:bodyPr vert="horz" wrap="square" lIns="91440" tIns="45720" rIns="91440" bIns="45720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（一）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2 (1)(2)(3)</a:t>
            </a:r>
            <a:r>
              <a:rPr lang="zh-CN" altLang="en-US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；</a:t>
            </a:r>
            <a:r>
              <a:rPr lang="en-US" altLang="zh-CN" sz="2400" b="1" kern="100" dirty="0">
                <a:latin typeface="楷体" panose="02010609060101010101" pitchFamily="49" charset="-122"/>
                <a:ea typeface="楷体" panose="02010609060101010101" pitchFamily="49" charset="-122"/>
                <a:cs typeface="Times New Roman" panose="02020603050405020304" pitchFamily="18" charset="0"/>
              </a:rPr>
              <a:t>3.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999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1|27.2|5.6|9.3|1.2|2.8|5.3|1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新媒体">
  <a:themeElements>
    <a:clrScheme name="魏斯曼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1C3F98"/>
      </a:accent1>
      <a:accent2>
        <a:srgbClr val="54C4A7"/>
      </a:accent2>
      <a:accent3>
        <a:srgbClr val="3A7FA2"/>
      </a:accent3>
      <a:accent4>
        <a:srgbClr val="604C3F"/>
      </a:accent4>
      <a:accent5>
        <a:srgbClr val="F8B62D"/>
      </a:accent5>
      <a:accent6>
        <a:srgbClr val="D6D6D6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</a:spPr>
      <a:bodyPr wrap="none" rtlCol="0" anchor="ctr">
        <a:spAutoFit/>
      </a:bodyPr>
      <a:lstStyle>
        <a:defPPr algn="ctr">
          <a:defRPr sz="2400" kern="100" dirty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spDef>
    <a:txDef>
      <a:spPr/>
      <a:bodyPr vert="horz" wrap="square" lIns="91440" tIns="45720" rIns="91440" bIns="45720" rtlCol="0">
        <a:noAutofit/>
      </a:bodyPr>
      <a:lstStyle>
        <a:defPPr algn="ctr">
          <a:defRPr sz="2400" b="1" kern="100" dirty="0" smtClean="0">
            <a:latin typeface="Times New Roman" panose="02020603050405020304" pitchFamily="18" charset="0"/>
            <a:ea typeface="微软雅黑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</TotalTime>
  <Words>807</Words>
  <Application>Microsoft Office PowerPoint</Application>
  <PresentationFormat>宽屏</PresentationFormat>
  <Paragraphs>167</Paragraphs>
  <Slides>28</Slides>
  <Notes>1</Notes>
  <HiddenSlides>7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28</vt:i4>
      </vt:variant>
    </vt:vector>
  </HeadingPairs>
  <TitlesOfParts>
    <vt:vector size="41" baseType="lpstr">
      <vt:lpstr>等线</vt:lpstr>
      <vt:lpstr>等线 Light</vt:lpstr>
      <vt:lpstr>楷体</vt:lpstr>
      <vt:lpstr>微软雅黑</vt:lpstr>
      <vt:lpstr>Arial</vt:lpstr>
      <vt:lpstr>Calibri</vt:lpstr>
      <vt:lpstr>Calibri Light</vt:lpstr>
      <vt:lpstr>Times New Roman</vt:lpstr>
      <vt:lpstr>Office 主题​​</vt:lpstr>
      <vt:lpstr>新媒体</vt:lpstr>
      <vt:lpstr>公式</vt:lpstr>
      <vt:lpstr>Equation</vt:lpstr>
      <vt:lpstr>位图图像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Elvis</dc:creator>
  <cp:lastModifiedBy>Elvis</cp:lastModifiedBy>
  <cp:revision>48</cp:revision>
  <dcterms:created xsi:type="dcterms:W3CDTF">2025-08-05T06:45:34Z</dcterms:created>
  <dcterms:modified xsi:type="dcterms:W3CDTF">2025-10-29T02:40:25Z</dcterms:modified>
</cp:coreProperties>
</file>