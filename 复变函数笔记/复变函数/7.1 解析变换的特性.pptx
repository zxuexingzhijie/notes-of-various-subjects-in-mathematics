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524" r:id="rId3"/>
    <p:sldId id="1215" r:id="rId4"/>
    <p:sldId id="1201" r:id="rId5"/>
    <p:sldId id="1202" r:id="rId6"/>
    <p:sldId id="1204" r:id="rId7"/>
    <p:sldId id="1206" r:id="rId8"/>
    <p:sldId id="1217" r:id="rId9"/>
    <p:sldId id="121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E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1E980-27A9-405C-A422-32A8105C1CDF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400D3-48F9-416D-B9D0-EA46811756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57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5FEE3-543F-7BD3-DC16-C2E2B8AD5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278975-4C4A-9AAE-6BF3-1B7AB193C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F25EA4-AEE4-2098-7457-BA2DCEF7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ACC9A9-FCC8-6E1D-D923-4AFCE218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576570-EF5C-566E-9242-A181679B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20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BE322-2705-2A7C-AFF4-E6D88DEB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57B26-76EC-5E02-B536-F2D87728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85FCA0-5CEC-9779-B794-EAEA2CAD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765DD6-9203-6005-02E1-6560DEC8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044FB-202B-3878-1312-FCF0F712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0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B8314-AC6A-E827-0E20-2A047476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37BC6-8D31-BF03-1A5A-B6486C305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9B625-A5E8-306F-4CDA-72368A91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3771D3-593F-59CF-C384-A209D1AF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5925B-7E51-F4BC-94B8-2B69022B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FEA28-B8AC-BECC-00ED-1D9A14AE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0CF2E-3F9E-41C9-7577-535EF3990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4217F5-3317-739F-C816-65FE12EB8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E15F1D-4D34-78AF-76D9-3737BC915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48681-94EC-A772-BB53-120AB731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F20A4F-5EB9-CFC9-A69F-4DE80244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69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0FF59-A151-F7AA-FE1C-5680D4D6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6F5C2C-6382-601A-ACF2-1DFF359C5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1B2AEB-EA70-A830-6BEF-E618D06D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4C83A9-2F7C-3E1E-3433-F020F675C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F2D372-566D-CB82-AD61-3E67EE1BC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E90E55-2931-F4FB-70F6-C931B42E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7C31C4-339F-0B75-090A-F2FBB6B0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27879B-6884-09E7-107A-3CA072AA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02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047B4-6FCB-7310-2AA8-E1F070A4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CC472F-DAA9-00A3-5019-1755CB74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B1BE9D-73EC-8CF7-4763-FD9108FF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E89B98-D023-6A66-3E9C-A87BBDB9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23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F29850-9B7B-3565-8304-9E777106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5CDEDB-CF52-A789-5783-619B81C1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29F0F-16F0-A775-CE0F-0BF8C23F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42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B448D-410B-A34B-8158-A23867D7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1186A-504F-C795-296E-3FB839A2D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0C812-972B-9A78-5140-0B93A747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6B2567-0470-F765-AF03-B81E51BB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B274EE-C44B-BD2E-3482-B931FDF9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A742D-50AE-59D4-F1C9-5C1E323B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96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85565-ED26-1640-E608-BCF24471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11F2A2-22D7-C115-4CAC-0BF70C16E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E88FFB-D634-848A-FEE2-71456876D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B7A60-05E2-50DD-6DA2-AD0F79CF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7BE916-D9A7-7154-D204-31757DA8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B3D22-226A-9E8B-DB5A-140CB9ED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67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2DE69-E677-7EB5-9B48-E710BFC9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2B9299-414C-5158-7871-DDE24643A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118BB-09DC-ABFB-C934-32FBCB88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64398-7B37-9166-B27A-03E1FF3A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8E0F94-CC16-A7A9-819B-9BD3AB27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7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94D11D-7016-00AA-B2D7-EC07DFAA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190F44-1023-C994-FE48-42FDB1395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49CFD-7F9B-9977-A707-4DC84D82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668BE1-8173-E384-45D5-E3007253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FEDAB7-99EE-EA96-8D8F-EDDD396A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887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95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29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898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965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292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29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946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80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76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316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93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8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EA08CB-392D-2BD5-B1E1-A720B692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0544F3-06FB-E773-D74C-7CC2FFAB9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2FC91-1798-75C0-276E-9869F3A8C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E795F-333E-40C4-B155-2742E7B8768C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536EC-96B9-1517-C5F8-C1BAAD005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4C306-B314-302C-6514-9E25A07A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8DCAA-4B85-4485-B613-16F6B3A97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7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01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2.bin"/><Relationship Id="rId26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0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3.bin"/><Relationship Id="rId1" Type="http://schemas.openxmlformats.org/officeDocument/2006/relationships/tags" Target="../tags/tag1.xml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23" Type="http://schemas.openxmlformats.org/officeDocument/2006/relationships/image" Target="../media/image21.wmf"/><Relationship Id="rId10" Type="http://schemas.openxmlformats.org/officeDocument/2006/relationships/image" Target="../media/image11.wmf"/><Relationship Id="rId19" Type="http://schemas.openxmlformats.org/officeDocument/2006/relationships/image" Target="../media/image19.e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Relationship Id="rId22" Type="http://schemas.openxmlformats.org/officeDocument/2006/relationships/oleObject" Target="../embeddings/oleObject4.bin"/><Relationship Id="rId27" Type="http://schemas.openxmlformats.org/officeDocument/2006/relationships/image" Target="../media/image23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.bin"/><Relationship Id="rId18" Type="http://schemas.openxmlformats.org/officeDocument/2006/relationships/image" Target="../media/image6.wmf"/><Relationship Id="rId26" Type="http://schemas.openxmlformats.org/officeDocument/2006/relationships/image" Target="../media/image10.wmf"/><Relationship Id="rId39" Type="http://schemas.openxmlformats.org/officeDocument/2006/relationships/oleObject" Target="../embeddings/oleObject24.bin"/><Relationship Id="rId21" Type="http://schemas.openxmlformats.org/officeDocument/2006/relationships/oleObject" Target="../embeddings/oleObject15.bin"/><Relationship Id="rId34" Type="http://schemas.openxmlformats.org/officeDocument/2006/relationships/image" Target="../media/image15.wmf"/><Relationship Id="rId42" Type="http://schemas.openxmlformats.org/officeDocument/2006/relationships/image" Target="../media/image31.emf"/><Relationship Id="rId47" Type="http://schemas.openxmlformats.org/officeDocument/2006/relationships/oleObject" Target="../embeddings/oleObject4.bin"/><Relationship Id="rId50" Type="http://schemas.openxmlformats.org/officeDocument/2006/relationships/image" Target="../media/image35.wmf"/><Relationship Id="rId55" Type="http://schemas.openxmlformats.org/officeDocument/2006/relationships/image" Target="../media/image38.wmf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wmf"/><Relationship Id="rId29" Type="http://schemas.openxmlformats.org/officeDocument/2006/relationships/oleObject" Target="../embeddings/oleObject19.bin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9.wmf"/><Relationship Id="rId32" Type="http://schemas.openxmlformats.org/officeDocument/2006/relationships/image" Target="../media/image13.wmf"/><Relationship Id="rId37" Type="http://schemas.openxmlformats.org/officeDocument/2006/relationships/oleObject" Target="../embeddings/oleObject23.bin"/><Relationship Id="rId40" Type="http://schemas.openxmlformats.org/officeDocument/2006/relationships/image" Target="../media/image18.wmf"/><Relationship Id="rId45" Type="http://schemas.openxmlformats.org/officeDocument/2006/relationships/oleObject" Target="../embeddings/oleObject27.bin"/><Relationship Id="rId53" Type="http://schemas.openxmlformats.org/officeDocument/2006/relationships/image" Target="../media/image37.wmf"/><Relationship Id="rId58" Type="http://schemas.openxmlformats.org/officeDocument/2006/relationships/oleObject" Target="../embeddings/oleObject32.bin"/><Relationship Id="rId5" Type="http://schemas.openxmlformats.org/officeDocument/2006/relationships/oleObject" Target="../embeddings/oleObject7.bin"/><Relationship Id="rId61" Type="http://schemas.openxmlformats.org/officeDocument/2006/relationships/image" Target="../media/image41.wmf"/><Relationship Id="rId19" Type="http://schemas.openxmlformats.org/officeDocument/2006/relationships/oleObject" Target="../embeddings/oleObject14.bin"/><Relationship Id="rId14" Type="http://schemas.openxmlformats.org/officeDocument/2006/relationships/image" Target="../media/image29.wmf"/><Relationship Id="rId22" Type="http://schemas.openxmlformats.org/officeDocument/2006/relationships/image" Target="../media/image8.wmf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30.wmf"/><Relationship Id="rId35" Type="http://schemas.openxmlformats.org/officeDocument/2006/relationships/oleObject" Target="../embeddings/oleObject22.bin"/><Relationship Id="rId43" Type="http://schemas.openxmlformats.org/officeDocument/2006/relationships/oleObject" Target="../embeddings/oleObject26.bin"/><Relationship Id="rId48" Type="http://schemas.openxmlformats.org/officeDocument/2006/relationships/image" Target="../media/image34.emf"/><Relationship Id="rId56" Type="http://schemas.openxmlformats.org/officeDocument/2006/relationships/oleObject" Target="../embeddings/oleObject31.bin"/><Relationship Id="rId8" Type="http://schemas.openxmlformats.org/officeDocument/2006/relationships/image" Target="../media/image26.wmf"/><Relationship Id="rId51" Type="http://schemas.openxmlformats.org/officeDocument/2006/relationships/image" Target="../media/image36.e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33" Type="http://schemas.openxmlformats.org/officeDocument/2006/relationships/oleObject" Target="../embeddings/oleObject21.bin"/><Relationship Id="rId38" Type="http://schemas.openxmlformats.org/officeDocument/2006/relationships/image" Target="../media/image17.wmf"/><Relationship Id="rId46" Type="http://schemas.openxmlformats.org/officeDocument/2006/relationships/image" Target="../media/image33.wmf"/><Relationship Id="rId59" Type="http://schemas.openxmlformats.org/officeDocument/2006/relationships/image" Target="../media/image40.emf"/><Relationship Id="rId20" Type="http://schemas.openxmlformats.org/officeDocument/2006/relationships/image" Target="../media/image7.wmf"/><Relationship Id="rId41" Type="http://schemas.openxmlformats.org/officeDocument/2006/relationships/oleObject" Target="../embeddings/oleObject25.bin"/><Relationship Id="rId54" Type="http://schemas.openxmlformats.org/officeDocument/2006/relationships/oleObject" Target="../embeddings/oleObject30.bin"/><Relationship Id="rId1" Type="http://schemas.openxmlformats.org/officeDocument/2006/relationships/tags" Target="../tags/tag2.xml"/><Relationship Id="rId6" Type="http://schemas.openxmlformats.org/officeDocument/2006/relationships/image" Target="../media/image25.wmf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11.wmf"/><Relationship Id="rId36" Type="http://schemas.openxmlformats.org/officeDocument/2006/relationships/image" Target="../media/image16.wmf"/><Relationship Id="rId49" Type="http://schemas.openxmlformats.org/officeDocument/2006/relationships/oleObject" Target="../embeddings/oleObject28.bin"/><Relationship Id="rId57" Type="http://schemas.openxmlformats.org/officeDocument/2006/relationships/image" Target="../media/image39.wmf"/><Relationship Id="rId10" Type="http://schemas.openxmlformats.org/officeDocument/2006/relationships/image" Target="../media/image27.wmf"/><Relationship Id="rId31" Type="http://schemas.openxmlformats.org/officeDocument/2006/relationships/oleObject" Target="../embeddings/oleObject20.bin"/><Relationship Id="rId44" Type="http://schemas.openxmlformats.org/officeDocument/2006/relationships/image" Target="../media/image32.wmf"/><Relationship Id="rId52" Type="http://schemas.openxmlformats.org/officeDocument/2006/relationships/oleObject" Target="../embeddings/oleObject29.bin"/><Relationship Id="rId60" Type="http://schemas.openxmlformats.org/officeDocument/2006/relationships/oleObject" Target="../embeddings/oleObject33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.bin"/><Relationship Id="rId18" Type="http://schemas.openxmlformats.org/officeDocument/2006/relationships/image" Target="../media/image6.wmf"/><Relationship Id="rId26" Type="http://schemas.openxmlformats.org/officeDocument/2006/relationships/image" Target="../media/image10.wmf"/><Relationship Id="rId39" Type="http://schemas.openxmlformats.org/officeDocument/2006/relationships/oleObject" Target="../embeddings/oleObject24.bin"/><Relationship Id="rId21" Type="http://schemas.openxmlformats.org/officeDocument/2006/relationships/oleObject" Target="../embeddings/oleObject15.bin"/><Relationship Id="rId34" Type="http://schemas.openxmlformats.org/officeDocument/2006/relationships/image" Target="../media/image15.wmf"/><Relationship Id="rId42" Type="http://schemas.openxmlformats.org/officeDocument/2006/relationships/image" Target="../media/image42.emf"/><Relationship Id="rId47" Type="http://schemas.openxmlformats.org/officeDocument/2006/relationships/oleObject" Target="../embeddings/oleObject34.bin"/><Relationship Id="rId50" Type="http://schemas.openxmlformats.org/officeDocument/2006/relationships/image" Target="../media/image44.wmf"/><Relationship Id="rId55" Type="http://schemas.openxmlformats.org/officeDocument/2006/relationships/oleObject" Target="../embeddings/oleObject31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.wmf"/><Relationship Id="rId29" Type="http://schemas.openxmlformats.org/officeDocument/2006/relationships/oleObject" Target="../embeddings/oleObject19.bin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9.wmf"/><Relationship Id="rId32" Type="http://schemas.openxmlformats.org/officeDocument/2006/relationships/image" Target="../media/image13.wmf"/><Relationship Id="rId37" Type="http://schemas.openxmlformats.org/officeDocument/2006/relationships/oleObject" Target="../embeddings/oleObject23.bin"/><Relationship Id="rId40" Type="http://schemas.openxmlformats.org/officeDocument/2006/relationships/image" Target="../media/image18.wmf"/><Relationship Id="rId45" Type="http://schemas.openxmlformats.org/officeDocument/2006/relationships/oleObject" Target="../embeddings/oleObject27.bin"/><Relationship Id="rId53" Type="http://schemas.openxmlformats.org/officeDocument/2006/relationships/oleObject" Target="../embeddings/oleObject30.bin"/><Relationship Id="rId58" Type="http://schemas.openxmlformats.org/officeDocument/2006/relationships/image" Target="../media/image46.emf"/><Relationship Id="rId5" Type="http://schemas.openxmlformats.org/officeDocument/2006/relationships/oleObject" Target="../embeddings/oleObject7.bin"/><Relationship Id="rId61" Type="http://schemas.openxmlformats.org/officeDocument/2006/relationships/oleObject" Target="../embeddings/oleObject39.bin"/><Relationship Id="rId19" Type="http://schemas.openxmlformats.org/officeDocument/2006/relationships/oleObject" Target="../embeddings/oleObject14.bin"/><Relationship Id="rId14" Type="http://schemas.openxmlformats.org/officeDocument/2006/relationships/image" Target="../media/image29.wmf"/><Relationship Id="rId22" Type="http://schemas.openxmlformats.org/officeDocument/2006/relationships/image" Target="../media/image8.wmf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30.wmf"/><Relationship Id="rId35" Type="http://schemas.openxmlformats.org/officeDocument/2006/relationships/oleObject" Target="../embeddings/oleObject22.bin"/><Relationship Id="rId43" Type="http://schemas.openxmlformats.org/officeDocument/2006/relationships/oleObject" Target="../embeddings/oleObject26.bin"/><Relationship Id="rId48" Type="http://schemas.openxmlformats.org/officeDocument/2006/relationships/image" Target="../media/image43.wmf"/><Relationship Id="rId56" Type="http://schemas.openxmlformats.org/officeDocument/2006/relationships/image" Target="../media/image39.wmf"/><Relationship Id="rId8" Type="http://schemas.openxmlformats.org/officeDocument/2006/relationships/image" Target="../media/image26.wmf"/><Relationship Id="rId51" Type="http://schemas.openxmlformats.org/officeDocument/2006/relationships/oleObject" Target="../embeddings/oleObject36.bin"/><Relationship Id="rId3" Type="http://schemas.openxmlformats.org/officeDocument/2006/relationships/oleObject" Target="../embeddings/oleObject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33" Type="http://schemas.openxmlformats.org/officeDocument/2006/relationships/oleObject" Target="../embeddings/oleObject21.bin"/><Relationship Id="rId38" Type="http://schemas.openxmlformats.org/officeDocument/2006/relationships/image" Target="../media/image17.wmf"/><Relationship Id="rId46" Type="http://schemas.openxmlformats.org/officeDocument/2006/relationships/image" Target="../media/image33.wmf"/><Relationship Id="rId59" Type="http://schemas.openxmlformats.org/officeDocument/2006/relationships/oleObject" Target="../embeddings/oleObject38.bin"/><Relationship Id="rId20" Type="http://schemas.openxmlformats.org/officeDocument/2006/relationships/image" Target="../media/image7.wmf"/><Relationship Id="rId41" Type="http://schemas.openxmlformats.org/officeDocument/2006/relationships/oleObject" Target="../embeddings/oleObject25.bin"/><Relationship Id="rId54" Type="http://schemas.openxmlformats.org/officeDocument/2006/relationships/image" Target="../media/image38.wmf"/><Relationship Id="rId62" Type="http://schemas.openxmlformats.org/officeDocument/2006/relationships/image" Target="../media/image48.emf"/><Relationship Id="rId1" Type="http://schemas.openxmlformats.org/officeDocument/2006/relationships/tags" Target="../tags/tag3.xml"/><Relationship Id="rId6" Type="http://schemas.openxmlformats.org/officeDocument/2006/relationships/image" Target="../media/image25.wmf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11.wmf"/><Relationship Id="rId36" Type="http://schemas.openxmlformats.org/officeDocument/2006/relationships/image" Target="../media/image16.wmf"/><Relationship Id="rId49" Type="http://schemas.openxmlformats.org/officeDocument/2006/relationships/oleObject" Target="../embeddings/oleObject35.bin"/><Relationship Id="rId57" Type="http://schemas.openxmlformats.org/officeDocument/2006/relationships/oleObject" Target="../embeddings/oleObject37.bin"/><Relationship Id="rId10" Type="http://schemas.openxmlformats.org/officeDocument/2006/relationships/image" Target="../media/image27.wmf"/><Relationship Id="rId31" Type="http://schemas.openxmlformats.org/officeDocument/2006/relationships/oleObject" Target="../embeddings/oleObject20.bin"/><Relationship Id="rId44" Type="http://schemas.openxmlformats.org/officeDocument/2006/relationships/image" Target="../media/image32.wmf"/><Relationship Id="rId52" Type="http://schemas.openxmlformats.org/officeDocument/2006/relationships/image" Target="../media/image45.wmf"/><Relationship Id="rId60" Type="http://schemas.openxmlformats.org/officeDocument/2006/relationships/image" Target="../media/image4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9" Type="http://schemas.openxmlformats.org/officeDocument/2006/relationships/oleObject" Target="../embeddings/oleObject27.bin"/><Relationship Id="rId21" Type="http://schemas.openxmlformats.org/officeDocument/2006/relationships/oleObject" Target="../embeddings/oleObject9.bin"/><Relationship Id="rId34" Type="http://schemas.openxmlformats.org/officeDocument/2006/relationships/image" Target="../media/image44.wmf"/><Relationship Id="rId42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.wmf"/><Relationship Id="rId29" Type="http://schemas.openxmlformats.org/officeDocument/2006/relationships/oleObject" Target="../embeddings/oleObject41.bin"/><Relationship Id="rId1" Type="http://schemas.openxmlformats.org/officeDocument/2006/relationships/tags" Target="../tags/tag4.x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8.wmf"/><Relationship Id="rId32" Type="http://schemas.openxmlformats.org/officeDocument/2006/relationships/image" Target="../media/image43.wmf"/><Relationship Id="rId37" Type="http://schemas.openxmlformats.org/officeDocument/2006/relationships/oleObject" Target="../embeddings/oleObject26.bin"/><Relationship Id="rId40" Type="http://schemas.openxmlformats.org/officeDocument/2006/relationships/image" Target="../media/image33.wmf"/><Relationship Id="rId45" Type="http://schemas.openxmlformats.org/officeDocument/2006/relationships/oleObject" Target="../embeddings/oleObject43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51.wmf"/><Relationship Id="rId36" Type="http://schemas.openxmlformats.org/officeDocument/2006/relationships/image" Target="../media/image30.w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8.bin"/><Relationship Id="rId31" Type="http://schemas.openxmlformats.org/officeDocument/2006/relationships/oleObject" Target="../embeddings/oleObject34.bin"/><Relationship Id="rId44" Type="http://schemas.openxmlformats.org/officeDocument/2006/relationships/image" Target="../media/image53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0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52.wmf"/><Relationship Id="rId35" Type="http://schemas.openxmlformats.org/officeDocument/2006/relationships/oleObject" Target="../embeddings/oleObject19.bin"/><Relationship Id="rId43" Type="http://schemas.openxmlformats.org/officeDocument/2006/relationships/oleObject" Target="../embeddings/oleObject42.bin"/><Relationship Id="rId8" Type="http://schemas.openxmlformats.org/officeDocument/2006/relationships/image" Target="../media/image6.wmf"/><Relationship Id="rId3" Type="http://schemas.openxmlformats.org/officeDocument/2006/relationships/oleObject" Target="../embeddings/oleObject37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7.bin"/><Relationship Id="rId25" Type="http://schemas.openxmlformats.org/officeDocument/2006/relationships/oleObject" Target="../embeddings/oleObject11.bin"/><Relationship Id="rId33" Type="http://schemas.openxmlformats.org/officeDocument/2006/relationships/oleObject" Target="../embeddings/oleObject35.bin"/><Relationship Id="rId38" Type="http://schemas.openxmlformats.org/officeDocument/2006/relationships/image" Target="../media/image32.wmf"/><Relationship Id="rId46" Type="http://schemas.openxmlformats.org/officeDocument/2006/relationships/image" Target="../media/image54.wmf"/><Relationship Id="rId20" Type="http://schemas.openxmlformats.org/officeDocument/2006/relationships/image" Target="../media/image26.wmf"/><Relationship Id="rId41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.bin"/><Relationship Id="rId18" Type="http://schemas.openxmlformats.org/officeDocument/2006/relationships/image" Target="../media/image61.wmf"/><Relationship Id="rId26" Type="http://schemas.openxmlformats.org/officeDocument/2006/relationships/image" Target="../media/image65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52.bin"/><Relationship Id="rId34" Type="http://schemas.openxmlformats.org/officeDocument/2006/relationships/image" Target="../media/image69.wmf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33" Type="http://schemas.openxmlformats.org/officeDocument/2006/relationships/oleObject" Target="../embeddings/oleObject5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56.bin"/><Relationship Id="rId1" Type="http://schemas.openxmlformats.org/officeDocument/2006/relationships/tags" Target="../tags/tag5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64.wmf"/><Relationship Id="rId32" Type="http://schemas.openxmlformats.org/officeDocument/2006/relationships/image" Target="../media/image68.w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66.wmf"/><Relationship Id="rId36" Type="http://schemas.openxmlformats.org/officeDocument/2006/relationships/image" Target="../media/image70.w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51.bin"/><Relationship Id="rId31" Type="http://schemas.openxmlformats.org/officeDocument/2006/relationships/oleObject" Target="../embeddings/oleObject57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9.wmf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67.wmf"/><Relationship Id="rId35" Type="http://schemas.openxmlformats.org/officeDocument/2006/relationships/oleObject" Target="../embeddings/oleObject59.bin"/><Relationship Id="rId8" Type="http://schemas.openxmlformats.org/officeDocument/2006/relationships/image" Target="../media/image5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8.emf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7.emf"/><Relationship Id="rId20" Type="http://schemas.openxmlformats.org/officeDocument/2006/relationships/image" Target="../media/image79.emf"/><Relationship Id="rId1" Type="http://schemas.openxmlformats.org/officeDocument/2006/relationships/tags" Target="../tags/tag6.x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81.emf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6.wmf"/><Relationship Id="rId22" Type="http://schemas.openxmlformats.org/officeDocument/2006/relationships/image" Target="../media/image8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7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tags" Target="../tags/tag7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92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52239" y="3003550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第七章 共形映射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A8AF3E2-F2A0-4844-8E3B-5028AF924B92}"/>
              </a:ext>
            </a:extLst>
          </p:cNvPr>
          <p:cNvSpPr txBox="1"/>
          <p:nvPr/>
        </p:nvSpPr>
        <p:spPr>
          <a:xfrm>
            <a:off x="3274637" y="3882892"/>
            <a:ext cx="5627549" cy="51550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解析变换的特性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1CFA-3D27-258F-08A6-D7BC59B0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A4D03DB-B2A4-565D-52FD-F16EA90D1360}"/>
              </a:ext>
            </a:extLst>
          </p:cNvPr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D0BBB48E-5F72-5B82-483B-951BC9773833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" name="Freeform 112">
            <a:extLst>
              <a:ext uri="{FF2B5EF4-FFF2-40B4-BE49-F238E27FC236}">
                <a16:creationId xmlns:a16="http://schemas.microsoft.com/office/drawing/2014/main" id="{9920A7A7-FB37-1E79-955D-BD44F9212E1D}"/>
              </a:ext>
            </a:extLst>
          </p:cNvPr>
          <p:cNvSpPr/>
          <p:nvPr/>
        </p:nvSpPr>
        <p:spPr bwMode="auto">
          <a:xfrm>
            <a:off x="8710063" y="4088036"/>
            <a:ext cx="941388" cy="785812"/>
          </a:xfrm>
          <a:custGeom>
            <a:avLst/>
            <a:gdLst>
              <a:gd name="T0" fmla="*/ 593 w 593"/>
              <a:gd name="T1" fmla="*/ 1 h 495"/>
              <a:gd name="T2" fmla="*/ 0 w 593"/>
              <a:gd name="T3" fmla="*/ 495 h 495"/>
              <a:gd name="T4" fmla="*/ 30 w 593"/>
              <a:gd name="T5" fmla="*/ 425 h 495"/>
              <a:gd name="T6" fmla="*/ 47 w 593"/>
              <a:gd name="T7" fmla="*/ 392 h 495"/>
              <a:gd name="T8" fmla="*/ 65 w 593"/>
              <a:gd name="T9" fmla="*/ 364 h 495"/>
              <a:gd name="T10" fmla="*/ 106 w 593"/>
              <a:gd name="T11" fmla="*/ 310 h 495"/>
              <a:gd name="T12" fmla="*/ 150 w 593"/>
              <a:gd name="T13" fmla="*/ 257 h 495"/>
              <a:gd name="T14" fmla="*/ 200 w 593"/>
              <a:gd name="T15" fmla="*/ 207 h 495"/>
              <a:gd name="T16" fmla="*/ 255 w 593"/>
              <a:gd name="T17" fmla="*/ 159 h 495"/>
              <a:gd name="T18" fmla="*/ 313 w 593"/>
              <a:gd name="T19" fmla="*/ 115 h 495"/>
              <a:gd name="T20" fmla="*/ 375 w 593"/>
              <a:gd name="T21" fmla="*/ 77 h 495"/>
              <a:gd name="T22" fmla="*/ 441 w 593"/>
              <a:gd name="T23" fmla="*/ 44 h 495"/>
              <a:gd name="T24" fmla="*/ 510 w 593"/>
              <a:gd name="T25" fmla="*/ 19 h 495"/>
              <a:gd name="T26" fmla="*/ 548 w 593"/>
              <a:gd name="T27" fmla="*/ 8 h 495"/>
              <a:gd name="T28" fmla="*/ 588 w 593"/>
              <a:gd name="T29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3" h="495">
                <a:moveTo>
                  <a:pt x="593" y="1"/>
                </a:moveTo>
                <a:lnTo>
                  <a:pt x="0" y="495"/>
                </a:lnTo>
                <a:lnTo>
                  <a:pt x="30" y="425"/>
                </a:lnTo>
                <a:lnTo>
                  <a:pt x="47" y="392"/>
                </a:lnTo>
                <a:lnTo>
                  <a:pt x="65" y="364"/>
                </a:lnTo>
                <a:lnTo>
                  <a:pt x="106" y="310"/>
                </a:lnTo>
                <a:lnTo>
                  <a:pt x="150" y="257"/>
                </a:lnTo>
                <a:lnTo>
                  <a:pt x="200" y="207"/>
                </a:lnTo>
                <a:lnTo>
                  <a:pt x="255" y="159"/>
                </a:lnTo>
                <a:lnTo>
                  <a:pt x="313" y="115"/>
                </a:lnTo>
                <a:lnTo>
                  <a:pt x="375" y="77"/>
                </a:lnTo>
                <a:lnTo>
                  <a:pt x="441" y="44"/>
                </a:lnTo>
                <a:lnTo>
                  <a:pt x="510" y="19"/>
                </a:lnTo>
                <a:lnTo>
                  <a:pt x="548" y="8"/>
                </a:lnTo>
                <a:lnTo>
                  <a:pt x="588" y="0"/>
                </a:ln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6" name="Freeform 113">
            <a:extLst>
              <a:ext uri="{FF2B5EF4-FFF2-40B4-BE49-F238E27FC236}">
                <a16:creationId xmlns:a16="http://schemas.microsoft.com/office/drawing/2014/main" id="{9743ADB7-76E1-C7FE-4A99-ED49FB306746}"/>
              </a:ext>
            </a:extLst>
          </p:cNvPr>
          <p:cNvSpPr/>
          <p:nvPr/>
        </p:nvSpPr>
        <p:spPr bwMode="auto">
          <a:xfrm>
            <a:off x="8984701" y="1627411"/>
            <a:ext cx="841375" cy="434975"/>
          </a:xfrm>
          <a:custGeom>
            <a:avLst/>
            <a:gdLst>
              <a:gd name="T0" fmla="*/ 522 w 530"/>
              <a:gd name="T1" fmla="*/ 12 h 286"/>
              <a:gd name="T2" fmla="*/ 18 w 530"/>
              <a:gd name="T3" fmla="*/ 264 h 286"/>
              <a:gd name="T4" fmla="*/ 78 w 530"/>
              <a:gd name="T5" fmla="*/ 215 h 286"/>
              <a:gd name="T6" fmla="*/ 137 w 530"/>
              <a:gd name="T7" fmla="*/ 161 h 286"/>
              <a:gd name="T8" fmla="*/ 209 w 530"/>
              <a:gd name="T9" fmla="*/ 104 h 286"/>
              <a:gd name="T10" fmla="*/ 245 w 530"/>
              <a:gd name="T11" fmla="*/ 78 h 286"/>
              <a:gd name="T12" fmla="*/ 282 w 530"/>
              <a:gd name="T13" fmla="*/ 56 h 286"/>
              <a:gd name="T14" fmla="*/ 321 w 530"/>
              <a:gd name="T15" fmla="*/ 38 h 286"/>
              <a:gd name="T16" fmla="*/ 353 w 530"/>
              <a:gd name="T17" fmla="*/ 25 h 286"/>
              <a:gd name="T18" fmla="*/ 388 w 530"/>
              <a:gd name="T19" fmla="*/ 15 h 286"/>
              <a:gd name="T20" fmla="*/ 422 w 530"/>
              <a:gd name="T21" fmla="*/ 11 h 286"/>
              <a:gd name="T22" fmla="*/ 469 w 530"/>
              <a:gd name="T23" fmla="*/ 7 h 286"/>
              <a:gd name="T24" fmla="*/ 525 w 530"/>
              <a:gd name="T25" fmla="*/ 1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30" h="286">
                <a:moveTo>
                  <a:pt x="522" y="12"/>
                </a:moveTo>
                <a:cubicBezTo>
                  <a:pt x="530" y="0"/>
                  <a:pt x="0" y="286"/>
                  <a:pt x="18" y="264"/>
                </a:cubicBezTo>
                <a:cubicBezTo>
                  <a:pt x="36" y="242"/>
                  <a:pt x="59" y="233"/>
                  <a:pt x="78" y="215"/>
                </a:cubicBezTo>
                <a:lnTo>
                  <a:pt x="137" y="161"/>
                </a:lnTo>
                <a:lnTo>
                  <a:pt x="209" y="104"/>
                </a:lnTo>
                <a:cubicBezTo>
                  <a:pt x="226" y="91"/>
                  <a:pt x="233" y="86"/>
                  <a:pt x="245" y="78"/>
                </a:cubicBezTo>
                <a:cubicBezTo>
                  <a:pt x="257" y="71"/>
                  <a:pt x="272" y="61"/>
                  <a:pt x="282" y="56"/>
                </a:cubicBezTo>
                <a:cubicBezTo>
                  <a:pt x="293" y="50"/>
                  <a:pt x="310" y="43"/>
                  <a:pt x="321" y="38"/>
                </a:cubicBezTo>
                <a:cubicBezTo>
                  <a:pt x="333" y="32"/>
                  <a:pt x="342" y="28"/>
                  <a:pt x="353" y="25"/>
                </a:cubicBezTo>
                <a:cubicBezTo>
                  <a:pt x="365" y="21"/>
                  <a:pt x="376" y="18"/>
                  <a:pt x="388" y="15"/>
                </a:cubicBezTo>
                <a:cubicBezTo>
                  <a:pt x="400" y="13"/>
                  <a:pt x="409" y="13"/>
                  <a:pt x="422" y="11"/>
                </a:cubicBezTo>
                <a:cubicBezTo>
                  <a:pt x="435" y="9"/>
                  <a:pt x="469" y="7"/>
                  <a:pt x="469" y="7"/>
                </a:cubicBezTo>
                <a:cubicBezTo>
                  <a:pt x="469" y="7"/>
                  <a:pt x="516" y="9"/>
                  <a:pt x="525" y="10"/>
                </a:cubicBez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" name="Line 114">
            <a:extLst>
              <a:ext uri="{FF2B5EF4-FFF2-40B4-BE49-F238E27FC236}">
                <a16:creationId xmlns:a16="http://schemas.microsoft.com/office/drawing/2014/main" id="{E5DF4AB9-DD90-9BBC-A2BA-59934E6A2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1651" y="2698973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8" name="Freeform 115">
            <a:extLst>
              <a:ext uri="{FF2B5EF4-FFF2-40B4-BE49-F238E27FC236}">
                <a16:creationId xmlns:a16="http://schemas.microsoft.com/office/drawing/2014/main" id="{0FF63795-29C9-9BDA-9DD8-76B61B9204E9}"/>
              </a:ext>
            </a:extLst>
          </p:cNvPr>
          <p:cNvSpPr/>
          <p:nvPr/>
        </p:nvSpPr>
        <p:spPr bwMode="auto">
          <a:xfrm>
            <a:off x="8646563" y="4081686"/>
            <a:ext cx="1285875" cy="1027112"/>
          </a:xfrm>
          <a:custGeom>
            <a:avLst/>
            <a:gdLst>
              <a:gd name="T0" fmla="*/ 0 w 810"/>
              <a:gd name="T1" fmla="*/ 647 h 647"/>
              <a:gd name="T2" fmla="*/ 9 w 810"/>
              <a:gd name="T3" fmla="*/ 602 h 647"/>
              <a:gd name="T4" fmla="*/ 11 w 810"/>
              <a:gd name="T5" fmla="*/ 582 h 647"/>
              <a:gd name="T6" fmla="*/ 36 w 810"/>
              <a:gd name="T7" fmla="*/ 507 h 647"/>
              <a:gd name="T8" fmla="*/ 66 w 810"/>
              <a:gd name="T9" fmla="*/ 437 h 647"/>
              <a:gd name="T10" fmla="*/ 83 w 810"/>
              <a:gd name="T11" fmla="*/ 404 h 647"/>
              <a:gd name="T12" fmla="*/ 101 w 810"/>
              <a:gd name="T13" fmla="*/ 376 h 647"/>
              <a:gd name="T14" fmla="*/ 142 w 810"/>
              <a:gd name="T15" fmla="*/ 322 h 647"/>
              <a:gd name="T16" fmla="*/ 186 w 810"/>
              <a:gd name="T17" fmla="*/ 269 h 647"/>
              <a:gd name="T18" fmla="*/ 236 w 810"/>
              <a:gd name="T19" fmla="*/ 219 h 647"/>
              <a:gd name="T20" fmla="*/ 291 w 810"/>
              <a:gd name="T21" fmla="*/ 171 h 647"/>
              <a:gd name="T22" fmla="*/ 349 w 810"/>
              <a:gd name="T23" fmla="*/ 127 h 647"/>
              <a:gd name="T24" fmla="*/ 411 w 810"/>
              <a:gd name="T25" fmla="*/ 89 h 647"/>
              <a:gd name="T26" fmla="*/ 477 w 810"/>
              <a:gd name="T27" fmla="*/ 56 h 647"/>
              <a:gd name="T28" fmla="*/ 546 w 810"/>
              <a:gd name="T29" fmla="*/ 31 h 647"/>
              <a:gd name="T30" fmla="*/ 584 w 810"/>
              <a:gd name="T31" fmla="*/ 20 h 647"/>
              <a:gd name="T32" fmla="*/ 624 w 810"/>
              <a:gd name="T33" fmla="*/ 12 h 647"/>
              <a:gd name="T34" fmla="*/ 714 w 810"/>
              <a:gd name="T35" fmla="*/ 4 h 647"/>
              <a:gd name="T36" fmla="*/ 810 w 810"/>
              <a:gd name="T37" fmla="*/ 0 h 6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10" h="647">
                <a:moveTo>
                  <a:pt x="0" y="647"/>
                </a:moveTo>
                <a:lnTo>
                  <a:pt x="9" y="602"/>
                </a:lnTo>
                <a:lnTo>
                  <a:pt x="11" y="582"/>
                </a:lnTo>
                <a:lnTo>
                  <a:pt x="36" y="507"/>
                </a:lnTo>
                <a:lnTo>
                  <a:pt x="66" y="437"/>
                </a:lnTo>
                <a:lnTo>
                  <a:pt x="83" y="404"/>
                </a:lnTo>
                <a:lnTo>
                  <a:pt x="101" y="376"/>
                </a:lnTo>
                <a:lnTo>
                  <a:pt x="142" y="322"/>
                </a:lnTo>
                <a:lnTo>
                  <a:pt x="186" y="269"/>
                </a:lnTo>
                <a:lnTo>
                  <a:pt x="236" y="219"/>
                </a:lnTo>
                <a:lnTo>
                  <a:pt x="291" y="171"/>
                </a:lnTo>
                <a:lnTo>
                  <a:pt x="349" y="127"/>
                </a:lnTo>
                <a:lnTo>
                  <a:pt x="411" y="89"/>
                </a:lnTo>
                <a:lnTo>
                  <a:pt x="477" y="56"/>
                </a:lnTo>
                <a:lnTo>
                  <a:pt x="546" y="31"/>
                </a:lnTo>
                <a:lnTo>
                  <a:pt x="584" y="20"/>
                </a:lnTo>
                <a:lnTo>
                  <a:pt x="624" y="12"/>
                </a:lnTo>
                <a:lnTo>
                  <a:pt x="714" y="4"/>
                </a:lnTo>
                <a:lnTo>
                  <a:pt x="810" y="0"/>
                </a:ln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" name="Line 116">
            <a:extLst>
              <a:ext uri="{FF2B5EF4-FFF2-40B4-BE49-F238E27FC236}">
                <a16:creationId xmlns:a16="http://schemas.microsoft.com/office/drawing/2014/main" id="{4E5A8238-DC62-3E21-8B76-DD2D7BAD63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1726" y="3811811"/>
            <a:ext cx="1960562" cy="1622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" name="Arc 117">
            <a:extLst>
              <a:ext uri="{FF2B5EF4-FFF2-40B4-BE49-F238E27FC236}">
                <a16:creationId xmlns:a16="http://schemas.microsoft.com/office/drawing/2014/main" id="{73E834E8-6A81-6CBE-A71F-F0F3E1A9E4A3}"/>
              </a:ext>
            </a:extLst>
          </p:cNvPr>
          <p:cNvSpPr/>
          <p:nvPr/>
        </p:nvSpPr>
        <p:spPr bwMode="auto">
          <a:xfrm rot="21119885">
            <a:off x="7703588" y="2602136"/>
            <a:ext cx="231775" cy="114300"/>
          </a:xfrm>
          <a:custGeom>
            <a:avLst/>
            <a:gdLst>
              <a:gd name="G0" fmla="+- 0 0 0"/>
              <a:gd name="G1" fmla="+- 7209 0 0"/>
              <a:gd name="G2" fmla="+- 21600 0 0"/>
              <a:gd name="T0" fmla="*/ 20361 w 21583"/>
              <a:gd name="T1" fmla="*/ 0 h 7209"/>
              <a:gd name="T2" fmla="*/ 21583 w 21583"/>
              <a:gd name="T3" fmla="*/ 6344 h 7209"/>
              <a:gd name="T4" fmla="*/ 0 w 21583"/>
              <a:gd name="T5" fmla="*/ 7209 h 7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" name="Freeform 118">
            <a:extLst>
              <a:ext uri="{FF2B5EF4-FFF2-40B4-BE49-F238E27FC236}">
                <a16:creationId xmlns:a16="http://schemas.microsoft.com/office/drawing/2014/main" id="{10EE7A27-16BA-3F4C-B223-C91CEC7585DA}"/>
              </a:ext>
            </a:extLst>
          </p:cNvPr>
          <p:cNvSpPr/>
          <p:nvPr/>
        </p:nvSpPr>
        <p:spPr bwMode="auto">
          <a:xfrm>
            <a:off x="8913263" y="1641698"/>
            <a:ext cx="1211263" cy="538163"/>
          </a:xfrm>
          <a:custGeom>
            <a:avLst/>
            <a:gdLst>
              <a:gd name="T0" fmla="*/ 0 w 763"/>
              <a:gd name="T1" fmla="*/ 339 h 339"/>
              <a:gd name="T2" fmla="*/ 48 w 763"/>
              <a:gd name="T3" fmla="*/ 266 h 339"/>
              <a:gd name="T4" fmla="*/ 107 w 763"/>
              <a:gd name="T5" fmla="*/ 208 h 339"/>
              <a:gd name="T6" fmla="*/ 166 w 763"/>
              <a:gd name="T7" fmla="*/ 154 h 339"/>
              <a:gd name="T8" fmla="*/ 238 w 763"/>
              <a:gd name="T9" fmla="*/ 97 h 339"/>
              <a:gd name="T10" fmla="*/ 274 w 763"/>
              <a:gd name="T11" fmla="*/ 71 h 339"/>
              <a:gd name="T12" fmla="*/ 311 w 763"/>
              <a:gd name="T13" fmla="*/ 49 h 339"/>
              <a:gd name="T14" fmla="*/ 350 w 763"/>
              <a:gd name="T15" fmla="*/ 31 h 339"/>
              <a:gd name="T16" fmla="*/ 382 w 763"/>
              <a:gd name="T17" fmla="*/ 18 h 339"/>
              <a:gd name="T18" fmla="*/ 417 w 763"/>
              <a:gd name="T19" fmla="*/ 8 h 339"/>
              <a:gd name="T20" fmla="*/ 451 w 763"/>
              <a:gd name="T21" fmla="*/ 4 h 339"/>
              <a:gd name="T22" fmla="*/ 498 w 763"/>
              <a:gd name="T23" fmla="*/ 0 h 339"/>
              <a:gd name="T24" fmla="*/ 554 w 763"/>
              <a:gd name="T25" fmla="*/ 3 h 339"/>
              <a:gd name="T26" fmla="*/ 614 w 763"/>
              <a:gd name="T27" fmla="*/ 11 h 339"/>
              <a:gd name="T28" fmla="*/ 657 w 763"/>
              <a:gd name="T29" fmla="*/ 17 h 339"/>
              <a:gd name="T30" fmla="*/ 707 w 763"/>
              <a:gd name="T31" fmla="*/ 26 h 339"/>
              <a:gd name="T32" fmla="*/ 763 w 763"/>
              <a:gd name="T33" fmla="*/ 42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63" h="339">
                <a:moveTo>
                  <a:pt x="0" y="339"/>
                </a:moveTo>
                <a:lnTo>
                  <a:pt x="48" y="266"/>
                </a:lnTo>
                <a:lnTo>
                  <a:pt x="107" y="208"/>
                </a:lnTo>
                <a:lnTo>
                  <a:pt x="166" y="154"/>
                </a:lnTo>
                <a:lnTo>
                  <a:pt x="238" y="97"/>
                </a:lnTo>
                <a:cubicBezTo>
                  <a:pt x="255" y="84"/>
                  <a:pt x="262" y="79"/>
                  <a:pt x="274" y="71"/>
                </a:cubicBezTo>
                <a:cubicBezTo>
                  <a:pt x="286" y="64"/>
                  <a:pt x="301" y="54"/>
                  <a:pt x="311" y="49"/>
                </a:cubicBezTo>
                <a:cubicBezTo>
                  <a:pt x="322" y="43"/>
                  <a:pt x="339" y="36"/>
                  <a:pt x="350" y="31"/>
                </a:cubicBezTo>
                <a:cubicBezTo>
                  <a:pt x="362" y="25"/>
                  <a:pt x="371" y="21"/>
                  <a:pt x="382" y="18"/>
                </a:cubicBezTo>
                <a:cubicBezTo>
                  <a:pt x="394" y="14"/>
                  <a:pt x="405" y="11"/>
                  <a:pt x="417" y="8"/>
                </a:cubicBezTo>
                <a:cubicBezTo>
                  <a:pt x="429" y="6"/>
                  <a:pt x="438" y="6"/>
                  <a:pt x="451" y="4"/>
                </a:cubicBezTo>
                <a:cubicBezTo>
                  <a:pt x="464" y="2"/>
                  <a:pt x="498" y="0"/>
                  <a:pt x="498" y="0"/>
                </a:cubicBezTo>
                <a:cubicBezTo>
                  <a:pt x="498" y="0"/>
                  <a:pt x="554" y="3"/>
                  <a:pt x="554" y="3"/>
                </a:cubicBezTo>
                <a:cubicBezTo>
                  <a:pt x="554" y="3"/>
                  <a:pt x="614" y="11"/>
                  <a:pt x="614" y="11"/>
                </a:cubicBezTo>
                <a:cubicBezTo>
                  <a:pt x="614" y="11"/>
                  <a:pt x="642" y="14"/>
                  <a:pt x="657" y="17"/>
                </a:cubicBezTo>
                <a:cubicBezTo>
                  <a:pt x="673" y="21"/>
                  <a:pt x="689" y="23"/>
                  <a:pt x="707" y="26"/>
                </a:cubicBezTo>
                <a:cubicBezTo>
                  <a:pt x="724" y="30"/>
                  <a:pt x="752" y="39"/>
                  <a:pt x="763" y="42"/>
                </a:cubicBez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" name="Line 119">
            <a:extLst>
              <a:ext uri="{FF2B5EF4-FFF2-40B4-BE49-F238E27FC236}">
                <a16:creationId xmlns:a16="http://schemas.microsoft.com/office/drawing/2014/main" id="{56C62A1F-CA6A-542C-BECF-3A63FEF77AF6}"/>
              </a:ext>
            </a:extLst>
          </p:cNvPr>
          <p:cNvSpPr>
            <a:spLocks noChangeShapeType="1"/>
          </p:cNvSpPr>
          <p:nvPr/>
        </p:nvSpPr>
        <p:spPr bwMode="auto">
          <a:xfrm rot="21172570" flipV="1">
            <a:off x="7628976" y="1603598"/>
            <a:ext cx="2665412" cy="9286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" name="Freeform 120">
            <a:extLst>
              <a:ext uri="{FF2B5EF4-FFF2-40B4-BE49-F238E27FC236}">
                <a16:creationId xmlns:a16="http://schemas.microsoft.com/office/drawing/2014/main" id="{EE09C7A6-35B3-E663-D5BA-907B4ACFF201}"/>
              </a:ext>
            </a:extLst>
          </p:cNvPr>
          <p:cNvSpPr/>
          <p:nvPr/>
        </p:nvSpPr>
        <p:spPr bwMode="auto">
          <a:xfrm rot="21161794">
            <a:off x="8343351" y="1617886"/>
            <a:ext cx="1160462" cy="1011237"/>
          </a:xfrm>
          <a:custGeom>
            <a:avLst/>
            <a:gdLst>
              <a:gd name="T0" fmla="*/ 731 w 731"/>
              <a:gd name="T1" fmla="*/ 0 h 637"/>
              <a:gd name="T2" fmla="*/ 0 w 731"/>
              <a:gd name="T3" fmla="*/ 637 h 63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1" h="637">
                <a:moveTo>
                  <a:pt x="731" y="0"/>
                </a:moveTo>
                <a:lnTo>
                  <a:pt x="0" y="637"/>
                </a:lnTo>
              </a:path>
            </a:pathLst>
          </a:custGeom>
          <a:noFill/>
          <a:ln w="9525" cmpd="sng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" name="Line 121">
            <a:extLst>
              <a:ext uri="{FF2B5EF4-FFF2-40B4-BE49-F238E27FC236}">
                <a16:creationId xmlns:a16="http://schemas.microsoft.com/office/drawing/2014/main" id="{419CE421-2B69-4C22-C911-183A4091F1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95751" y="4189636"/>
            <a:ext cx="458787" cy="1249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" name="Arc 122">
            <a:extLst>
              <a:ext uri="{FF2B5EF4-FFF2-40B4-BE49-F238E27FC236}">
                <a16:creationId xmlns:a16="http://schemas.microsoft.com/office/drawing/2014/main" id="{1072A8E5-4102-6991-D13A-B96DF1095E52}"/>
              </a:ext>
            </a:extLst>
          </p:cNvPr>
          <p:cNvSpPr/>
          <p:nvPr/>
        </p:nvSpPr>
        <p:spPr bwMode="auto">
          <a:xfrm rot="257550">
            <a:off x="8344938" y="2603723"/>
            <a:ext cx="215900" cy="252413"/>
          </a:xfrm>
          <a:custGeom>
            <a:avLst/>
            <a:gdLst>
              <a:gd name="G0" fmla="+- 0 0 0"/>
              <a:gd name="G1" fmla="+- 16469 0 0"/>
              <a:gd name="G2" fmla="+- 21600 0 0"/>
              <a:gd name="T0" fmla="*/ 13976 w 18601"/>
              <a:gd name="T1" fmla="*/ 0 h 16469"/>
              <a:gd name="T2" fmla="*/ 18601 w 18601"/>
              <a:gd name="T3" fmla="*/ 5489 h 16469"/>
              <a:gd name="T4" fmla="*/ 0 w 18601"/>
              <a:gd name="T5" fmla="*/ 16469 h 16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6" name="Object 123">
            <a:extLst>
              <a:ext uri="{FF2B5EF4-FFF2-40B4-BE49-F238E27FC236}">
                <a16:creationId xmlns:a16="http://schemas.microsoft.com/office/drawing/2014/main" id="{C0F667CD-DF5B-59AF-6E07-02CC74EFD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3001" y="2479898"/>
          <a:ext cx="1587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5900" imgH="279400" progId="Equation.3">
                  <p:embed/>
                </p:oleObj>
              </mc:Choice>
              <mc:Fallback>
                <p:oleObj name="公式" r:id="rId3" imgW="215900" imgH="279400" progId="Equation.3">
                  <p:embed/>
                  <p:pic>
                    <p:nvPicPr>
                      <p:cNvPr id="166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3001" y="2479898"/>
                        <a:ext cx="158750" cy="207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124">
            <a:extLst>
              <a:ext uri="{FF2B5EF4-FFF2-40B4-BE49-F238E27FC236}">
                <a16:creationId xmlns:a16="http://schemas.microsoft.com/office/drawing/2014/main" id="{D92C9A68-2D25-DF5B-A38E-930B3FA04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03701" y="2416398"/>
          <a:ext cx="2159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2100" imgH="381000" progId="Equation.3">
                  <p:embed/>
                </p:oleObj>
              </mc:Choice>
              <mc:Fallback>
                <p:oleObj name="公式" r:id="rId3" imgW="292100" imgH="381000" progId="Equation.3">
                  <p:embed/>
                  <p:pic>
                    <p:nvPicPr>
                      <p:cNvPr id="167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3701" y="2416398"/>
                        <a:ext cx="2159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" name="Object 125">
            <a:extLst>
              <a:ext uri="{FF2B5EF4-FFF2-40B4-BE49-F238E27FC236}">
                <a16:creationId xmlns:a16="http://schemas.microsoft.com/office/drawing/2014/main" id="{0607FD7D-6F49-BF4E-5757-95270714AD9A}"/>
              </a:ext>
            </a:extLst>
          </p:cNvPr>
          <p:cNvGraphicFramePr/>
          <p:nvPr/>
        </p:nvGraphicFramePr>
        <p:xfrm>
          <a:off x="9934026" y="2246536"/>
          <a:ext cx="3921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93700" imgH="342900" progId="Equation.3">
                  <p:embed/>
                </p:oleObj>
              </mc:Choice>
              <mc:Fallback>
                <p:oleObj name="公式" r:id="rId3" imgW="393700" imgH="342900" progId="Equation.3">
                  <p:embed/>
                  <p:pic>
                    <p:nvPicPr>
                      <p:cNvPr id="168" name="Object 1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4026" y="2246536"/>
                        <a:ext cx="392112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" name="Object 126">
            <a:extLst>
              <a:ext uri="{FF2B5EF4-FFF2-40B4-BE49-F238E27FC236}">
                <a16:creationId xmlns:a16="http://schemas.microsoft.com/office/drawing/2014/main" id="{6DFB965D-E8A6-C800-63FC-C7FD80AAC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67388" y="1617886"/>
          <a:ext cx="2540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2900" imgH="381000" progId="Equation.3">
                  <p:embed/>
                </p:oleObj>
              </mc:Choice>
              <mc:Fallback>
                <p:oleObj name="公式" r:id="rId3" imgW="342900" imgH="381000" progId="Equation.3">
                  <p:embed/>
                  <p:pic>
                    <p:nvPicPr>
                      <p:cNvPr id="169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7388" y="1617886"/>
                        <a:ext cx="2540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Object 127">
            <a:extLst>
              <a:ext uri="{FF2B5EF4-FFF2-40B4-BE49-F238E27FC236}">
                <a16:creationId xmlns:a16="http://schemas.microsoft.com/office/drawing/2014/main" id="{55470D4B-004E-87D5-E0E3-E07EF5EE7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53051" y="1711548"/>
          <a:ext cx="130175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7800" imgH="215900" progId="Equation.3">
                  <p:embed/>
                </p:oleObj>
              </mc:Choice>
              <mc:Fallback>
                <p:oleObj name="公式" r:id="rId3" imgW="177800" imgH="215900" progId="Equation.3">
                  <p:embed/>
                  <p:pic>
                    <p:nvPicPr>
                      <p:cNvPr id="17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051" y="1711548"/>
                        <a:ext cx="130175" cy="16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" name="Object 128">
            <a:extLst>
              <a:ext uri="{FF2B5EF4-FFF2-40B4-BE49-F238E27FC236}">
                <a16:creationId xmlns:a16="http://schemas.microsoft.com/office/drawing/2014/main" id="{FD5BF2FD-5C07-5ADF-79F6-1645ADB443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72013" y="1936973"/>
          <a:ext cx="2063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9400" imgH="381000" progId="Equation.3">
                  <p:embed/>
                </p:oleObj>
              </mc:Choice>
              <mc:Fallback>
                <p:oleObj name="公式" r:id="rId3" imgW="279400" imgH="381000" progId="Equation.3">
                  <p:embed/>
                  <p:pic>
                    <p:nvPicPr>
                      <p:cNvPr id="171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2013" y="1936973"/>
                        <a:ext cx="20637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" name="Oval 129">
            <a:extLst>
              <a:ext uri="{FF2B5EF4-FFF2-40B4-BE49-F238E27FC236}">
                <a16:creationId xmlns:a16="http://schemas.microsoft.com/office/drawing/2014/main" id="{740CA485-E655-3248-A2A9-1B236098F2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64063" y="2011586"/>
            <a:ext cx="71438" cy="71437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3" name="Arc 130">
            <a:extLst>
              <a:ext uri="{FF2B5EF4-FFF2-40B4-BE49-F238E27FC236}">
                <a16:creationId xmlns:a16="http://schemas.microsoft.com/office/drawing/2014/main" id="{5C300E59-FE4B-A90B-40D2-3D08B02A54DC}"/>
              </a:ext>
            </a:extLst>
          </p:cNvPr>
          <p:cNvSpPr/>
          <p:nvPr/>
        </p:nvSpPr>
        <p:spPr bwMode="auto">
          <a:xfrm rot="21119885">
            <a:off x="7986163" y="5337398"/>
            <a:ext cx="231775" cy="114300"/>
          </a:xfrm>
          <a:custGeom>
            <a:avLst/>
            <a:gdLst>
              <a:gd name="G0" fmla="+- 0 0 0"/>
              <a:gd name="G1" fmla="+- 7209 0 0"/>
              <a:gd name="G2" fmla="+- 21600 0 0"/>
              <a:gd name="T0" fmla="*/ 20361 w 21583"/>
              <a:gd name="T1" fmla="*/ 0 h 7209"/>
              <a:gd name="T2" fmla="*/ 21583 w 21583"/>
              <a:gd name="T3" fmla="*/ 6344 h 7209"/>
              <a:gd name="T4" fmla="*/ 0 w 21583"/>
              <a:gd name="T5" fmla="*/ 7209 h 7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" name="Arc 131">
            <a:extLst>
              <a:ext uri="{FF2B5EF4-FFF2-40B4-BE49-F238E27FC236}">
                <a16:creationId xmlns:a16="http://schemas.microsoft.com/office/drawing/2014/main" id="{CF616045-352B-44DE-2916-3663CB94C799}"/>
              </a:ext>
            </a:extLst>
          </p:cNvPr>
          <p:cNvSpPr/>
          <p:nvPr/>
        </p:nvSpPr>
        <p:spPr bwMode="auto">
          <a:xfrm rot="257550">
            <a:off x="8370338" y="5334223"/>
            <a:ext cx="215900" cy="252413"/>
          </a:xfrm>
          <a:custGeom>
            <a:avLst/>
            <a:gdLst>
              <a:gd name="G0" fmla="+- 0 0 0"/>
              <a:gd name="G1" fmla="+- 16469 0 0"/>
              <a:gd name="G2" fmla="+- 21600 0 0"/>
              <a:gd name="T0" fmla="*/ 13976 w 18601"/>
              <a:gd name="T1" fmla="*/ 0 h 16469"/>
              <a:gd name="T2" fmla="*/ 18601 w 18601"/>
              <a:gd name="T3" fmla="*/ 5489 h 16469"/>
              <a:gd name="T4" fmla="*/ 0 w 18601"/>
              <a:gd name="T5" fmla="*/ 16469 h 16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5" name="Object 132">
            <a:extLst>
              <a:ext uri="{FF2B5EF4-FFF2-40B4-BE49-F238E27FC236}">
                <a16:creationId xmlns:a16="http://schemas.microsoft.com/office/drawing/2014/main" id="{FFC76E1C-9305-9050-E20F-E77C29F28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2863" y="5229448"/>
          <a:ext cx="166688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266700" progId="Equation.3">
                  <p:embed/>
                </p:oleObj>
              </mc:Choice>
              <mc:Fallback>
                <p:oleObj name="公式" r:id="rId3" imgW="228600" imgH="266700" progId="Equation.3">
                  <p:embed/>
                  <p:pic>
                    <p:nvPicPr>
                      <p:cNvPr id="175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2863" y="5229448"/>
                        <a:ext cx="166688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Object 133">
            <a:extLst>
              <a:ext uri="{FF2B5EF4-FFF2-40B4-BE49-F238E27FC236}">
                <a16:creationId xmlns:a16="http://schemas.microsoft.com/office/drawing/2014/main" id="{4EEF3761-2B8A-119F-1BDB-1A892D97A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1476" y="5146898"/>
          <a:ext cx="2349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7500" imgH="380365" progId="Equation.3">
                  <p:embed/>
                </p:oleObj>
              </mc:Choice>
              <mc:Fallback>
                <p:oleObj name="公式" r:id="rId3" imgW="317500" imgH="380365" progId="Equation.3">
                  <p:embed/>
                  <p:pic>
                    <p:nvPicPr>
                      <p:cNvPr id="176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1476" y="5146898"/>
                        <a:ext cx="23495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Object 134">
            <a:extLst>
              <a:ext uri="{FF2B5EF4-FFF2-40B4-BE49-F238E27FC236}">
                <a16:creationId xmlns:a16="http://schemas.microsoft.com/office/drawing/2014/main" id="{F1333062-A394-89FB-A8B0-4A8E0E16FBBB}"/>
              </a:ext>
            </a:extLst>
          </p:cNvPr>
          <p:cNvGraphicFramePr/>
          <p:nvPr/>
        </p:nvGraphicFramePr>
        <p:xfrm>
          <a:off x="9854651" y="4977036"/>
          <a:ext cx="4683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69900" imgH="342900" progId="Equation.3">
                  <p:embed/>
                </p:oleObj>
              </mc:Choice>
              <mc:Fallback>
                <p:oleObj name="公式" r:id="rId3" imgW="469900" imgH="342900" progId="Equation.3">
                  <p:embed/>
                  <p:pic>
                    <p:nvPicPr>
                      <p:cNvPr id="177" name="Object 1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4651" y="4977036"/>
                        <a:ext cx="468312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135">
            <a:extLst>
              <a:ext uri="{FF2B5EF4-FFF2-40B4-BE49-F238E27FC236}">
                <a16:creationId xmlns:a16="http://schemas.microsoft.com/office/drawing/2014/main" id="{C3F2E898-176E-ECE0-0DFB-9A3A5104A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83238" y="3934048"/>
          <a:ext cx="263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5600" imgH="381000" progId="Equation.3">
                  <p:embed/>
                </p:oleObj>
              </mc:Choice>
              <mc:Fallback>
                <p:oleObj name="公式" r:id="rId3" imgW="355600" imgH="381000" progId="Equation.3">
                  <p:embed/>
                  <p:pic>
                    <p:nvPicPr>
                      <p:cNvPr id="178" name="Object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3238" y="3934048"/>
                        <a:ext cx="26352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136">
            <a:extLst>
              <a:ext uri="{FF2B5EF4-FFF2-40B4-BE49-F238E27FC236}">
                <a16:creationId xmlns:a16="http://schemas.microsoft.com/office/drawing/2014/main" id="{A2065C48-C6A7-6E51-E89A-198B91659B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60963" y="4165823"/>
          <a:ext cx="195263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6065" imgH="215900" progId="Equation.3">
                  <p:embed/>
                </p:oleObj>
              </mc:Choice>
              <mc:Fallback>
                <p:oleObj name="公式" r:id="rId3" imgW="266065" imgH="215900" progId="Equation.3">
                  <p:embed/>
                  <p:pic>
                    <p:nvPicPr>
                      <p:cNvPr id="179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0963" y="4165823"/>
                        <a:ext cx="195263" cy="16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Object 137">
            <a:extLst>
              <a:ext uri="{FF2B5EF4-FFF2-40B4-BE49-F238E27FC236}">
                <a16:creationId xmlns:a16="http://schemas.microsoft.com/office/drawing/2014/main" id="{7EDA145C-13E2-685B-E0A2-6F18B7B21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9751" y="4772248"/>
          <a:ext cx="263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5600" imgH="381000" progId="Equation.3">
                  <p:embed/>
                </p:oleObj>
              </mc:Choice>
              <mc:Fallback>
                <p:oleObj name="公式" r:id="rId3" imgW="355600" imgH="381000" progId="Equation.3">
                  <p:embed/>
                  <p:pic>
                    <p:nvPicPr>
                      <p:cNvPr id="18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751" y="4772248"/>
                        <a:ext cx="26352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" name="Oval 138">
            <a:extLst>
              <a:ext uri="{FF2B5EF4-FFF2-40B4-BE49-F238E27FC236}">
                <a16:creationId xmlns:a16="http://schemas.microsoft.com/office/drawing/2014/main" id="{8C374861-5C14-488C-F58B-9481381EBA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75276" y="1613123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Oval 139">
            <a:extLst>
              <a:ext uri="{FF2B5EF4-FFF2-40B4-BE49-F238E27FC236}">
                <a16:creationId xmlns:a16="http://schemas.microsoft.com/office/drawing/2014/main" id="{0954AA48-BFD3-EB88-007D-CF838FA2E9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70376" y="4842098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Oval 140">
            <a:extLst>
              <a:ext uri="{FF2B5EF4-FFF2-40B4-BE49-F238E27FC236}">
                <a16:creationId xmlns:a16="http://schemas.microsoft.com/office/drawing/2014/main" id="{D49A7297-5915-215B-12E4-6A689F2A05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18113" y="4061048"/>
            <a:ext cx="71438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" name="Object 141">
            <a:extLst>
              <a:ext uri="{FF2B5EF4-FFF2-40B4-BE49-F238E27FC236}">
                <a16:creationId xmlns:a16="http://schemas.microsoft.com/office/drawing/2014/main" id="{A6717587-7E00-9CA0-ED0F-47940EABE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59351" y="1838548"/>
          <a:ext cx="292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93700" imgH="342900" progId="Equation.3">
                  <p:embed/>
                </p:oleObj>
              </mc:Choice>
              <mc:Fallback>
                <p:oleObj name="公式" r:id="rId3" imgW="393700" imgH="342900" progId="Equation.3">
                  <p:embed/>
                  <p:pic>
                    <p:nvPicPr>
                      <p:cNvPr id="184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9351" y="1838548"/>
                        <a:ext cx="2921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Object 142">
            <a:extLst>
              <a:ext uri="{FF2B5EF4-FFF2-40B4-BE49-F238E27FC236}">
                <a16:creationId xmlns:a16="http://schemas.microsoft.com/office/drawing/2014/main" id="{479191A0-3D85-371F-294F-65EEB23E7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9638" y="4497611"/>
          <a:ext cx="3476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69900" imgH="342900" progId="Equation.3">
                  <p:embed/>
                </p:oleObj>
              </mc:Choice>
              <mc:Fallback>
                <p:oleObj name="公式" r:id="rId3" imgW="469900" imgH="342900" progId="Equation.3">
                  <p:embed/>
                  <p:pic>
                    <p:nvPicPr>
                      <p:cNvPr id="185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9638" y="4497611"/>
                        <a:ext cx="347663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" name="Line 143">
            <a:extLst>
              <a:ext uri="{FF2B5EF4-FFF2-40B4-BE49-F238E27FC236}">
                <a16:creationId xmlns:a16="http://schemas.microsoft.com/office/drawing/2014/main" id="{35EC4DA0-7CC7-04D0-E8ED-B84EB03B8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8001" y="5438998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7" name="Line 144">
            <a:extLst>
              <a:ext uri="{FF2B5EF4-FFF2-40B4-BE49-F238E27FC236}">
                <a16:creationId xmlns:a16="http://schemas.microsoft.com/office/drawing/2014/main" id="{3B7C88F4-FEB4-8805-99F9-46FED969C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6063" y="2965673"/>
            <a:ext cx="0" cy="64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8" name="Object 145">
            <a:extLst>
              <a:ext uri="{FF2B5EF4-FFF2-40B4-BE49-F238E27FC236}">
                <a16:creationId xmlns:a16="http://schemas.microsoft.com/office/drawing/2014/main" id="{E706944D-807C-A5CD-0750-A60C5E84B4D9}"/>
              </a:ext>
            </a:extLst>
          </p:cNvPr>
          <p:cNvGraphicFramePr/>
          <p:nvPr/>
        </p:nvGraphicFramePr>
        <p:xfrm>
          <a:off x="8583063" y="3089498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62100" imgH="457200" progId="Equation.3">
                  <p:embed/>
                </p:oleObj>
              </mc:Choice>
              <mc:Fallback>
                <p:oleObj name="公式" r:id="rId18" imgW="1562100" imgH="457200" progId="Equation.3">
                  <p:embed/>
                  <p:pic>
                    <p:nvPicPr>
                      <p:cNvPr id="188" name="Object 14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3063" y="3089498"/>
                        <a:ext cx="1168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Line 146">
            <a:extLst>
              <a:ext uri="{FF2B5EF4-FFF2-40B4-BE49-F238E27FC236}">
                <a16:creationId xmlns:a16="http://schemas.microsoft.com/office/drawing/2014/main" id="{65BA92C5-6CB0-E4B3-4408-315DDA3B6DE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36788" y="1951261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0" name="Line 147">
            <a:extLst>
              <a:ext uri="{FF2B5EF4-FFF2-40B4-BE49-F238E27FC236}">
                <a16:creationId xmlns:a16="http://schemas.microsoft.com/office/drawing/2014/main" id="{24387D69-2BE4-A403-53BA-78F743A5FDC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36788" y="4665886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1" name="Rectangle 148">
            <a:extLst>
              <a:ext uri="{FF2B5EF4-FFF2-40B4-BE49-F238E27FC236}">
                <a16:creationId xmlns:a16="http://schemas.microsoft.com/office/drawing/2014/main" id="{3229B558-ACFF-B51E-13DD-5FCD583B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0276" y="1263873"/>
            <a:ext cx="69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切线  </a:t>
            </a:r>
          </a:p>
        </p:txBody>
      </p:sp>
      <p:sp>
        <p:nvSpPr>
          <p:cNvPr id="192" name="Rectangle 149">
            <a:extLst>
              <a:ext uri="{FF2B5EF4-FFF2-40B4-BE49-F238E27FC236}">
                <a16:creationId xmlns:a16="http://schemas.microsoft.com/office/drawing/2014/main" id="{9850B802-3ABF-ABEA-F7A9-6E23D9E03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851" y="3899123"/>
            <a:ext cx="69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切线  </a:t>
            </a:r>
          </a:p>
        </p:txBody>
      </p:sp>
      <p:sp>
        <p:nvSpPr>
          <p:cNvPr id="84" name="Rectangle 160">
            <a:extLst>
              <a:ext uri="{FF2B5EF4-FFF2-40B4-BE49-F238E27FC236}">
                <a16:creationId xmlns:a16="http://schemas.microsoft.com/office/drawing/2014/main" id="{8DD10AC4-A4C9-ACCA-BED0-F72CC84B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405" y="4955754"/>
            <a:ext cx="298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导数的几何意义  </a:t>
            </a:r>
          </a:p>
        </p:txBody>
      </p:sp>
      <p:grpSp>
        <p:nvGrpSpPr>
          <p:cNvPr id="85" name="Group 213">
            <a:extLst>
              <a:ext uri="{FF2B5EF4-FFF2-40B4-BE49-F238E27FC236}">
                <a16:creationId xmlns:a16="http://schemas.microsoft.com/office/drawing/2014/main" id="{E4FC10E8-E516-35DB-227D-1FE310363979}"/>
              </a:ext>
            </a:extLst>
          </p:cNvPr>
          <p:cNvGrpSpPr/>
          <p:nvPr/>
        </p:nvGrpSpPr>
        <p:grpSpPr bwMode="auto">
          <a:xfrm>
            <a:off x="1357143" y="5562178"/>
            <a:ext cx="5284788" cy="457200"/>
            <a:chOff x="590" y="3127"/>
            <a:chExt cx="3329" cy="288"/>
          </a:xfrm>
        </p:grpSpPr>
        <p:graphicFrame>
          <p:nvGraphicFramePr>
            <p:cNvPr id="86" name="Object 161">
              <a:extLst>
                <a:ext uri="{FF2B5EF4-FFF2-40B4-BE49-F238E27FC236}">
                  <a16:creationId xmlns:a16="http://schemas.microsoft.com/office/drawing/2014/main" id="{E8187BAB-7263-656E-9457-CDD7E72BCC5F}"/>
                </a:ext>
              </a:extLst>
            </p:cNvPr>
            <p:cNvGraphicFramePr/>
            <p:nvPr/>
          </p:nvGraphicFramePr>
          <p:xfrm>
            <a:off x="590" y="3131"/>
            <a:ext cx="6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066800" imgH="381000" progId="Equation.3">
                    <p:embed/>
                  </p:oleObj>
                </mc:Choice>
                <mc:Fallback>
                  <p:oleObj name="公式" r:id="rId20" imgW="1066800" imgH="381000" progId="Equation.3">
                    <p:embed/>
                    <p:pic>
                      <p:nvPicPr>
                        <p:cNvPr id="86" name="Object 16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3131"/>
                          <a:ext cx="62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Rectangle 163">
              <a:extLst>
                <a:ext uri="{FF2B5EF4-FFF2-40B4-BE49-F238E27FC236}">
                  <a16:creationId xmlns:a16="http://schemas.microsoft.com/office/drawing/2014/main" id="{D0BE3313-C2B9-824B-C989-E6B37A3EB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3127"/>
              <a:ext cx="27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为曲线     在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点的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伸缩率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。     </a:t>
              </a:r>
            </a:p>
          </p:txBody>
        </p:sp>
        <p:graphicFrame>
          <p:nvGraphicFramePr>
            <p:cNvPr id="88" name="Object 164">
              <a:extLst>
                <a:ext uri="{FF2B5EF4-FFF2-40B4-BE49-F238E27FC236}">
                  <a16:creationId xmlns:a16="http://schemas.microsoft.com/office/drawing/2014/main" id="{7D8EFD24-53CC-22CB-0CCB-48934C50848D}"/>
                </a:ext>
              </a:extLst>
            </p:cNvPr>
            <p:cNvGraphicFramePr/>
            <p:nvPr/>
          </p:nvGraphicFramePr>
          <p:xfrm>
            <a:off x="2292" y="3143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79400" imgH="381000" progId="Equation.3">
                    <p:embed/>
                  </p:oleObj>
                </mc:Choice>
                <mc:Fallback>
                  <p:oleObj name="公式" r:id="rId22" imgW="279400" imgH="381000" progId="Equation.3">
                    <p:embed/>
                    <p:pic>
                      <p:nvPicPr>
                        <p:cNvPr id="88" name="Object 16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2" y="3143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165">
              <a:extLst>
                <a:ext uri="{FF2B5EF4-FFF2-40B4-BE49-F238E27FC236}">
                  <a16:creationId xmlns:a16="http://schemas.microsoft.com/office/drawing/2014/main" id="{7A788DAC-2A4E-9BAF-DB53-F7CBAA8DEDB6}"/>
                </a:ext>
              </a:extLst>
            </p:cNvPr>
            <p:cNvGraphicFramePr/>
            <p:nvPr/>
          </p:nvGraphicFramePr>
          <p:xfrm>
            <a:off x="1828" y="3171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55600" imgH="381000" progId="Equation.3">
                    <p:embed/>
                  </p:oleObj>
                </mc:Choice>
                <mc:Fallback>
                  <p:oleObj name="公式" r:id="rId24" imgW="355600" imgH="381000" progId="Equation.3">
                    <p:embed/>
                    <p:pic>
                      <p:nvPicPr>
                        <p:cNvPr id="89" name="Object 16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" y="3171"/>
                          <a:ext cx="20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214">
            <a:extLst>
              <a:ext uri="{FF2B5EF4-FFF2-40B4-BE49-F238E27FC236}">
                <a16:creationId xmlns:a16="http://schemas.microsoft.com/office/drawing/2014/main" id="{3C558DF5-225C-4ECC-2E4D-8DE4E53A3DBE}"/>
              </a:ext>
            </a:extLst>
          </p:cNvPr>
          <p:cNvGrpSpPr/>
          <p:nvPr/>
        </p:nvGrpSpPr>
        <p:grpSpPr bwMode="auto">
          <a:xfrm>
            <a:off x="1349206" y="6263853"/>
            <a:ext cx="5499100" cy="457200"/>
            <a:chOff x="585" y="3569"/>
            <a:chExt cx="3464" cy="288"/>
          </a:xfrm>
        </p:grpSpPr>
        <p:graphicFrame>
          <p:nvGraphicFramePr>
            <p:cNvPr id="91" name="Object 162">
              <a:extLst>
                <a:ext uri="{FF2B5EF4-FFF2-40B4-BE49-F238E27FC236}">
                  <a16:creationId xmlns:a16="http://schemas.microsoft.com/office/drawing/2014/main" id="{B254740B-2B4B-ABCE-511A-6E3B15B6CF26}"/>
                </a:ext>
              </a:extLst>
            </p:cNvPr>
            <p:cNvGraphicFramePr/>
            <p:nvPr/>
          </p:nvGraphicFramePr>
          <p:xfrm>
            <a:off x="585" y="3599"/>
            <a:ext cx="76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308100" imgH="381000" progId="Equation.3">
                    <p:embed/>
                  </p:oleObj>
                </mc:Choice>
                <mc:Fallback>
                  <p:oleObj name="公式" r:id="rId26" imgW="1308100" imgH="381000" progId="Equation.3">
                    <p:embed/>
                    <p:pic>
                      <p:nvPicPr>
                        <p:cNvPr id="91" name="Object 16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" y="3599"/>
                          <a:ext cx="769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" name="Rectangle 166">
              <a:extLst>
                <a:ext uri="{FF2B5EF4-FFF2-40B4-BE49-F238E27FC236}">
                  <a16:creationId xmlns:a16="http://schemas.microsoft.com/office/drawing/2014/main" id="{A91CBECD-36C1-A4AF-781E-CCECAD476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3569"/>
              <a:ext cx="26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为曲线     在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点的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旋转角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。    </a:t>
              </a:r>
            </a:p>
          </p:txBody>
        </p:sp>
        <p:graphicFrame>
          <p:nvGraphicFramePr>
            <p:cNvPr id="93" name="Object 167">
              <a:extLst>
                <a:ext uri="{FF2B5EF4-FFF2-40B4-BE49-F238E27FC236}">
                  <a16:creationId xmlns:a16="http://schemas.microsoft.com/office/drawing/2014/main" id="{21E713BC-3534-AF1D-8D31-E02A26D15177}"/>
                </a:ext>
              </a:extLst>
            </p:cNvPr>
            <p:cNvGraphicFramePr/>
            <p:nvPr/>
          </p:nvGraphicFramePr>
          <p:xfrm>
            <a:off x="2470" y="3585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79400" imgH="381000" progId="Equation.3">
                    <p:embed/>
                  </p:oleObj>
                </mc:Choice>
                <mc:Fallback>
                  <p:oleObj name="公式" r:id="rId22" imgW="279400" imgH="381000" progId="Equation.3">
                    <p:embed/>
                    <p:pic>
                      <p:nvPicPr>
                        <p:cNvPr id="93" name="Object 16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0" y="3585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Object 168">
              <a:extLst>
                <a:ext uri="{FF2B5EF4-FFF2-40B4-BE49-F238E27FC236}">
                  <a16:creationId xmlns:a16="http://schemas.microsoft.com/office/drawing/2014/main" id="{BB13CE9D-7268-90F9-83C7-8CF7AD554B49}"/>
                </a:ext>
              </a:extLst>
            </p:cNvPr>
            <p:cNvGraphicFramePr/>
            <p:nvPr/>
          </p:nvGraphicFramePr>
          <p:xfrm>
            <a:off x="2006" y="3613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55600" imgH="381000" progId="Equation.3">
                    <p:embed/>
                  </p:oleObj>
                </mc:Choice>
                <mc:Fallback>
                  <p:oleObj name="公式" r:id="rId24" imgW="355600" imgH="381000" progId="Equation.3">
                    <p:embed/>
                    <p:pic>
                      <p:nvPicPr>
                        <p:cNvPr id="94" name="Object 16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" y="3613"/>
                          <a:ext cx="20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Group 207">
            <a:extLst>
              <a:ext uri="{FF2B5EF4-FFF2-40B4-BE49-F238E27FC236}">
                <a16:creationId xmlns:a16="http://schemas.microsoft.com/office/drawing/2014/main" id="{FFEE5BEB-E0D9-D959-3237-570DA007112D}"/>
              </a:ext>
            </a:extLst>
          </p:cNvPr>
          <p:cNvGrpSpPr/>
          <p:nvPr/>
        </p:nvGrpSpPr>
        <p:grpSpPr bwMode="auto">
          <a:xfrm>
            <a:off x="2325518" y="5579640"/>
            <a:ext cx="1304925" cy="438150"/>
            <a:chOff x="4110" y="3558"/>
            <a:chExt cx="822" cy="276"/>
          </a:xfrm>
        </p:grpSpPr>
        <p:sp>
          <p:nvSpPr>
            <p:cNvPr id="96" name="Rectangle 208">
              <a:extLst>
                <a:ext uri="{FF2B5EF4-FFF2-40B4-BE49-F238E27FC236}">
                  <a16:creationId xmlns:a16="http://schemas.microsoft.com/office/drawing/2014/main" id="{FC118793-02F3-3402-5F79-6B22AD04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" y="3558"/>
              <a:ext cx="822" cy="27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Line 209">
              <a:extLst>
                <a:ext uri="{FF2B5EF4-FFF2-40B4-BE49-F238E27FC236}">
                  <a16:creationId xmlns:a16="http://schemas.microsoft.com/office/drawing/2014/main" id="{6F829A72-25D6-FB42-B9DD-72C401B92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3696"/>
              <a:ext cx="7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" name="Group 210">
            <a:extLst>
              <a:ext uri="{FF2B5EF4-FFF2-40B4-BE49-F238E27FC236}">
                <a16:creationId xmlns:a16="http://schemas.microsoft.com/office/drawing/2014/main" id="{2C8CE750-685A-8CAE-68E8-96544123A98D}"/>
              </a:ext>
            </a:extLst>
          </p:cNvPr>
          <p:cNvGrpSpPr/>
          <p:nvPr/>
        </p:nvGrpSpPr>
        <p:grpSpPr bwMode="auto">
          <a:xfrm>
            <a:off x="2608093" y="6281315"/>
            <a:ext cx="1304925" cy="438150"/>
            <a:chOff x="4110" y="3558"/>
            <a:chExt cx="822" cy="276"/>
          </a:xfrm>
        </p:grpSpPr>
        <p:sp>
          <p:nvSpPr>
            <p:cNvPr id="99" name="Rectangle 211">
              <a:extLst>
                <a:ext uri="{FF2B5EF4-FFF2-40B4-BE49-F238E27FC236}">
                  <a16:creationId xmlns:a16="http://schemas.microsoft.com/office/drawing/2014/main" id="{673B3994-62D4-2CE7-04E8-6457E554E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" y="3558"/>
              <a:ext cx="822" cy="27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212">
              <a:extLst>
                <a:ext uri="{FF2B5EF4-FFF2-40B4-BE49-F238E27FC236}">
                  <a16:creationId xmlns:a16="http://schemas.microsoft.com/office/drawing/2014/main" id="{F1BD3193-43B1-EAAF-AEBF-8F7468C0F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3696"/>
              <a:ext cx="72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内容占位符 3">
            <a:extLst>
              <a:ext uri="{FF2B5EF4-FFF2-40B4-BE49-F238E27FC236}">
                <a16:creationId xmlns:a16="http://schemas.microsoft.com/office/drawing/2014/main" id="{3474E302-2518-710D-C50A-ECC381BA6B99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FF024131-8A86-06C3-3CC4-37C341952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07" y="764704"/>
            <a:ext cx="43108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二、解析函数的保角性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51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862013" y="908286"/>
          <a:ext cx="24939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822400" imgH="4876800" progId="Equation.DSMT4">
                  <p:embed/>
                </p:oleObj>
              </mc:Choice>
              <mc:Fallback>
                <p:oleObj name="Equation" r:id="rId3" imgW="26822400" imgH="4876800" progId="Equation.DSMT4">
                  <p:embed/>
                  <p:pic>
                    <p:nvPicPr>
                      <p:cNvPr id="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08286"/>
                        <a:ext cx="2493963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8" name="Group 121"/>
          <p:cNvGrpSpPr/>
          <p:nvPr/>
        </p:nvGrpSpPr>
        <p:grpSpPr bwMode="auto">
          <a:xfrm>
            <a:off x="7905010" y="3903964"/>
            <a:ext cx="1284288" cy="1844675"/>
            <a:chOff x="4056" y="2133"/>
            <a:chExt cx="809" cy="1162"/>
          </a:xfrm>
        </p:grpSpPr>
        <p:grpSp>
          <p:nvGrpSpPr>
            <p:cNvPr id="259" name="Group 41"/>
            <p:cNvGrpSpPr/>
            <p:nvPr/>
          </p:nvGrpSpPr>
          <p:grpSpPr bwMode="auto">
            <a:xfrm>
              <a:off x="4056" y="2166"/>
              <a:ext cx="809" cy="871"/>
              <a:chOff x="3336" y="582"/>
              <a:chExt cx="809" cy="871"/>
            </a:xfrm>
          </p:grpSpPr>
          <p:sp>
            <p:nvSpPr>
              <p:cNvPr id="265" name="Freeform 42"/>
              <p:cNvSpPr/>
              <p:nvPr/>
            </p:nvSpPr>
            <p:spPr bwMode="auto">
              <a:xfrm>
                <a:off x="3667" y="582"/>
                <a:ext cx="178" cy="868"/>
              </a:xfrm>
              <a:custGeom>
                <a:avLst/>
                <a:gdLst>
                  <a:gd name="T0" fmla="*/ 178 w 178"/>
                  <a:gd name="T1" fmla="*/ 868 h 868"/>
                  <a:gd name="T2" fmla="*/ 149 w 178"/>
                  <a:gd name="T3" fmla="*/ 833 h 868"/>
                  <a:gd name="T4" fmla="*/ 135 w 178"/>
                  <a:gd name="T5" fmla="*/ 818 h 868"/>
                  <a:gd name="T6" fmla="*/ 93 w 178"/>
                  <a:gd name="T7" fmla="*/ 751 h 868"/>
                  <a:gd name="T8" fmla="*/ 59 w 178"/>
                  <a:gd name="T9" fmla="*/ 683 h 868"/>
                  <a:gd name="T10" fmla="*/ 45 w 178"/>
                  <a:gd name="T11" fmla="*/ 649 h 868"/>
                  <a:gd name="T12" fmla="*/ 35 w 178"/>
                  <a:gd name="T13" fmla="*/ 617 h 868"/>
                  <a:gd name="T14" fmla="*/ 20 w 178"/>
                  <a:gd name="T15" fmla="*/ 551 h 868"/>
                  <a:gd name="T16" fmla="*/ 8 w 178"/>
                  <a:gd name="T17" fmla="*/ 483 h 868"/>
                  <a:gd name="T18" fmla="*/ 1 w 178"/>
                  <a:gd name="T19" fmla="*/ 412 h 868"/>
                  <a:gd name="T20" fmla="*/ 0 w 178"/>
                  <a:gd name="T21" fmla="*/ 339 h 868"/>
                  <a:gd name="T22" fmla="*/ 4 w 178"/>
                  <a:gd name="T23" fmla="*/ 267 h 868"/>
                  <a:gd name="T24" fmla="*/ 14 w 178"/>
                  <a:gd name="T25" fmla="*/ 195 h 868"/>
                  <a:gd name="T26" fmla="*/ 31 w 178"/>
                  <a:gd name="T27" fmla="*/ 123 h 868"/>
                  <a:gd name="T28" fmla="*/ 57 w 178"/>
                  <a:gd name="T29" fmla="*/ 54 h 868"/>
                  <a:gd name="T30" fmla="*/ 77 w 178"/>
                  <a:gd name="T31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8" h="868">
                    <a:moveTo>
                      <a:pt x="178" y="868"/>
                    </a:moveTo>
                    <a:lnTo>
                      <a:pt x="149" y="833"/>
                    </a:lnTo>
                    <a:lnTo>
                      <a:pt x="135" y="818"/>
                    </a:lnTo>
                    <a:lnTo>
                      <a:pt x="93" y="751"/>
                    </a:lnTo>
                    <a:lnTo>
                      <a:pt x="59" y="683"/>
                    </a:lnTo>
                    <a:lnTo>
                      <a:pt x="45" y="649"/>
                    </a:lnTo>
                    <a:lnTo>
                      <a:pt x="35" y="617"/>
                    </a:lnTo>
                    <a:lnTo>
                      <a:pt x="20" y="551"/>
                    </a:lnTo>
                    <a:lnTo>
                      <a:pt x="8" y="483"/>
                    </a:lnTo>
                    <a:lnTo>
                      <a:pt x="1" y="412"/>
                    </a:lnTo>
                    <a:lnTo>
                      <a:pt x="0" y="339"/>
                    </a:lnTo>
                    <a:lnTo>
                      <a:pt x="4" y="267"/>
                    </a:lnTo>
                    <a:lnTo>
                      <a:pt x="14" y="195"/>
                    </a:lnTo>
                    <a:lnTo>
                      <a:pt x="31" y="123"/>
                    </a:lnTo>
                    <a:lnTo>
                      <a:pt x="57" y="54"/>
                    </a:lnTo>
                    <a:lnTo>
                      <a:pt x="77" y="0"/>
                    </a:lnTo>
                  </a:path>
                </a:pathLst>
              </a:custGeom>
              <a:noFill/>
              <a:ln w="25400" cap="rnd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" name="Line 43"/>
              <p:cNvSpPr>
                <a:spLocks noChangeShapeType="1"/>
              </p:cNvSpPr>
              <p:nvPr/>
            </p:nvSpPr>
            <p:spPr bwMode="auto">
              <a:xfrm rot="18600000" flipH="1">
                <a:off x="3592" y="900"/>
                <a:ext cx="297" cy="8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0" name="Arc 46"/>
            <p:cNvSpPr/>
            <p:nvPr/>
          </p:nvSpPr>
          <p:spPr bwMode="auto">
            <a:xfrm rot="-480115">
              <a:off x="4600" y="3210"/>
              <a:ext cx="137" cy="85"/>
            </a:xfrm>
            <a:custGeom>
              <a:avLst/>
              <a:gdLst>
                <a:gd name="G0" fmla="+- 0 0 0"/>
                <a:gd name="G1" fmla="+- 19742 0 0"/>
                <a:gd name="G2" fmla="+- 21600 0 0"/>
                <a:gd name="T0" fmla="*/ 8763 w 20699"/>
                <a:gd name="T1" fmla="*/ 0 h 19742"/>
                <a:gd name="T2" fmla="*/ 20699 w 20699"/>
                <a:gd name="T3" fmla="*/ 13568 h 19742"/>
                <a:gd name="T4" fmla="*/ 0 w 20699"/>
                <a:gd name="T5" fmla="*/ 19742 h 19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99" h="19742" fill="none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</a:path>
                <a:path w="20699" h="19742" stroke="0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  <a:lnTo>
                    <a:pt x="0" y="19742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61" name="Object 47"/>
            <p:cNvGraphicFramePr>
              <a:graphicFrameLocks noChangeAspect="1"/>
            </p:cNvGraphicFramePr>
            <p:nvPr/>
          </p:nvGraphicFramePr>
          <p:xfrm>
            <a:off x="4697" y="3058"/>
            <a:ext cx="15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30200" imgH="444500" progId="Equation.3">
                    <p:embed/>
                  </p:oleObj>
                </mc:Choice>
                <mc:Fallback>
                  <p:oleObj name="公式" r:id="rId5" imgW="330200" imgH="444500" progId="Equation.3">
                    <p:embed/>
                    <p:pic>
                      <p:nvPicPr>
                        <p:cNvPr id="261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3058"/>
                          <a:ext cx="154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2" name="Group 53"/>
            <p:cNvGrpSpPr/>
            <p:nvPr/>
          </p:nvGrpSpPr>
          <p:grpSpPr bwMode="auto">
            <a:xfrm>
              <a:off x="4491" y="2133"/>
              <a:ext cx="149" cy="172"/>
              <a:chOff x="2918" y="2123"/>
              <a:chExt cx="149" cy="172"/>
            </a:xfrm>
          </p:grpSpPr>
          <p:graphicFrame>
            <p:nvGraphicFramePr>
              <p:cNvPr id="263" name="Object 54"/>
              <p:cNvGraphicFramePr>
                <a:graphicFrameLocks noChangeAspect="1"/>
              </p:cNvGraphicFramePr>
              <p:nvPr/>
            </p:nvGraphicFramePr>
            <p:xfrm>
              <a:off x="2918" y="2135"/>
              <a:ext cx="131" cy="1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79400" imgH="266700" progId="Equation.3">
                      <p:embed/>
                    </p:oleObj>
                  </mc:Choice>
                  <mc:Fallback>
                    <p:oleObj name="公式" r:id="rId7" imgW="279400" imgH="266700" progId="Equation.3">
                      <p:embed/>
                      <p:pic>
                        <p:nvPicPr>
                          <p:cNvPr id="263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8" y="2135"/>
                            <a:ext cx="131" cy="1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4" name="Object 55"/>
              <p:cNvGraphicFramePr>
                <a:graphicFrameLocks noChangeAspect="1"/>
              </p:cNvGraphicFramePr>
              <p:nvPr/>
            </p:nvGraphicFramePr>
            <p:xfrm>
              <a:off x="3007" y="2123"/>
              <a:ext cx="60" cy="1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27000" imgH="368300" progId="Equation.3">
                      <p:embed/>
                    </p:oleObj>
                  </mc:Choice>
                  <mc:Fallback>
                    <p:oleObj name="公式" r:id="rId9" imgW="127000" imgH="368300" progId="Equation.3">
                      <p:embed/>
                      <p:pic>
                        <p:nvPicPr>
                          <p:cNvPr id="264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7" y="2123"/>
                            <a:ext cx="60" cy="17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67" name="Group 120"/>
          <p:cNvGrpSpPr/>
          <p:nvPr/>
        </p:nvGrpSpPr>
        <p:grpSpPr bwMode="auto">
          <a:xfrm>
            <a:off x="8432060" y="1181401"/>
            <a:ext cx="1163638" cy="1800225"/>
            <a:chOff x="4388" y="418"/>
            <a:chExt cx="733" cy="1134"/>
          </a:xfrm>
        </p:grpSpPr>
        <p:grpSp>
          <p:nvGrpSpPr>
            <p:cNvPr id="268" name="Group 38"/>
            <p:cNvGrpSpPr/>
            <p:nvPr/>
          </p:nvGrpSpPr>
          <p:grpSpPr bwMode="auto">
            <a:xfrm>
              <a:off x="4388" y="443"/>
              <a:ext cx="589" cy="999"/>
              <a:chOff x="1358" y="575"/>
              <a:chExt cx="589" cy="999"/>
            </a:xfrm>
          </p:grpSpPr>
          <p:sp>
            <p:nvSpPr>
              <p:cNvPr id="272" name="Freeform 39"/>
              <p:cNvSpPr/>
              <p:nvPr/>
            </p:nvSpPr>
            <p:spPr bwMode="auto">
              <a:xfrm rot="18600000">
                <a:off x="1396" y="787"/>
                <a:ext cx="763" cy="339"/>
              </a:xfrm>
              <a:custGeom>
                <a:avLst/>
                <a:gdLst>
                  <a:gd name="T0" fmla="*/ 0 w 763"/>
                  <a:gd name="T1" fmla="*/ 339 h 339"/>
                  <a:gd name="T2" fmla="*/ 48 w 763"/>
                  <a:gd name="T3" fmla="*/ 266 h 339"/>
                  <a:gd name="T4" fmla="*/ 107 w 763"/>
                  <a:gd name="T5" fmla="*/ 208 h 339"/>
                  <a:gd name="T6" fmla="*/ 166 w 763"/>
                  <a:gd name="T7" fmla="*/ 154 h 339"/>
                  <a:gd name="T8" fmla="*/ 238 w 763"/>
                  <a:gd name="T9" fmla="*/ 97 h 339"/>
                  <a:gd name="T10" fmla="*/ 274 w 763"/>
                  <a:gd name="T11" fmla="*/ 71 h 339"/>
                  <a:gd name="T12" fmla="*/ 311 w 763"/>
                  <a:gd name="T13" fmla="*/ 49 h 339"/>
                  <a:gd name="T14" fmla="*/ 350 w 763"/>
                  <a:gd name="T15" fmla="*/ 31 h 339"/>
                  <a:gd name="T16" fmla="*/ 382 w 763"/>
                  <a:gd name="T17" fmla="*/ 18 h 339"/>
                  <a:gd name="T18" fmla="*/ 417 w 763"/>
                  <a:gd name="T19" fmla="*/ 8 h 339"/>
                  <a:gd name="T20" fmla="*/ 451 w 763"/>
                  <a:gd name="T21" fmla="*/ 4 h 339"/>
                  <a:gd name="T22" fmla="*/ 498 w 763"/>
                  <a:gd name="T23" fmla="*/ 0 h 339"/>
                  <a:gd name="T24" fmla="*/ 554 w 763"/>
                  <a:gd name="T25" fmla="*/ 3 h 339"/>
                  <a:gd name="T26" fmla="*/ 614 w 763"/>
                  <a:gd name="T27" fmla="*/ 11 h 339"/>
                  <a:gd name="T28" fmla="*/ 657 w 763"/>
                  <a:gd name="T29" fmla="*/ 17 h 339"/>
                  <a:gd name="T30" fmla="*/ 707 w 763"/>
                  <a:gd name="T31" fmla="*/ 26 h 339"/>
                  <a:gd name="T32" fmla="*/ 763 w 763"/>
                  <a:gd name="T33" fmla="*/ 42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3" h="339">
                    <a:moveTo>
                      <a:pt x="0" y="339"/>
                    </a:moveTo>
                    <a:lnTo>
                      <a:pt x="48" y="266"/>
                    </a:lnTo>
                    <a:lnTo>
                      <a:pt x="107" y="208"/>
                    </a:lnTo>
                    <a:lnTo>
                      <a:pt x="166" y="154"/>
                    </a:lnTo>
                    <a:lnTo>
                      <a:pt x="238" y="97"/>
                    </a:lnTo>
                    <a:cubicBezTo>
                      <a:pt x="255" y="84"/>
                      <a:pt x="262" y="79"/>
                      <a:pt x="274" y="71"/>
                    </a:cubicBezTo>
                    <a:cubicBezTo>
                      <a:pt x="286" y="64"/>
                      <a:pt x="301" y="54"/>
                      <a:pt x="311" y="49"/>
                    </a:cubicBezTo>
                    <a:cubicBezTo>
                      <a:pt x="322" y="43"/>
                      <a:pt x="339" y="36"/>
                      <a:pt x="350" y="31"/>
                    </a:cubicBezTo>
                    <a:cubicBezTo>
                      <a:pt x="362" y="25"/>
                      <a:pt x="371" y="21"/>
                      <a:pt x="382" y="18"/>
                    </a:cubicBezTo>
                    <a:cubicBezTo>
                      <a:pt x="394" y="14"/>
                      <a:pt x="405" y="11"/>
                      <a:pt x="417" y="8"/>
                    </a:cubicBezTo>
                    <a:cubicBezTo>
                      <a:pt x="429" y="6"/>
                      <a:pt x="438" y="6"/>
                      <a:pt x="451" y="4"/>
                    </a:cubicBezTo>
                    <a:cubicBezTo>
                      <a:pt x="464" y="2"/>
                      <a:pt x="498" y="0"/>
                      <a:pt x="498" y="0"/>
                    </a:cubicBezTo>
                    <a:cubicBezTo>
                      <a:pt x="498" y="0"/>
                      <a:pt x="554" y="3"/>
                      <a:pt x="554" y="3"/>
                    </a:cubicBezTo>
                    <a:cubicBezTo>
                      <a:pt x="554" y="3"/>
                      <a:pt x="614" y="11"/>
                      <a:pt x="614" y="11"/>
                    </a:cubicBezTo>
                    <a:cubicBezTo>
                      <a:pt x="614" y="11"/>
                      <a:pt x="642" y="14"/>
                      <a:pt x="657" y="17"/>
                    </a:cubicBezTo>
                    <a:cubicBezTo>
                      <a:pt x="673" y="21"/>
                      <a:pt x="689" y="23"/>
                      <a:pt x="707" y="26"/>
                    </a:cubicBezTo>
                    <a:cubicBezTo>
                      <a:pt x="724" y="30"/>
                      <a:pt x="752" y="39"/>
                      <a:pt x="763" y="42"/>
                    </a:cubicBezTo>
                  </a:path>
                </a:pathLst>
              </a:custGeom>
              <a:noFill/>
              <a:ln w="25400" cap="rnd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3" name="Freeform 40"/>
              <p:cNvSpPr/>
              <p:nvPr/>
            </p:nvSpPr>
            <p:spPr bwMode="auto">
              <a:xfrm rot="18161794">
                <a:off x="1318" y="992"/>
                <a:ext cx="622" cy="542"/>
              </a:xfrm>
              <a:custGeom>
                <a:avLst/>
                <a:gdLst>
                  <a:gd name="T0" fmla="*/ 731 w 731"/>
                  <a:gd name="T1" fmla="*/ 0 h 637"/>
                  <a:gd name="T2" fmla="*/ 0 w 731"/>
                  <a:gd name="T3" fmla="*/ 637 h 6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31" h="637">
                    <a:moveTo>
                      <a:pt x="731" y="0"/>
                    </a:moveTo>
                    <a:lnTo>
                      <a:pt x="0" y="637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9" name="Arc 48"/>
            <p:cNvSpPr/>
            <p:nvPr/>
          </p:nvSpPr>
          <p:spPr bwMode="auto">
            <a:xfrm rot="-480115">
              <a:off x="4632" y="1471"/>
              <a:ext cx="146" cy="81"/>
            </a:xfrm>
            <a:custGeom>
              <a:avLst/>
              <a:gdLst>
                <a:gd name="G0" fmla="+- 0 0 0"/>
                <a:gd name="G1" fmla="+- 17357 0 0"/>
                <a:gd name="G2" fmla="+- 21600 0 0"/>
                <a:gd name="T0" fmla="*/ 12857 w 21583"/>
                <a:gd name="T1" fmla="*/ 0 h 17357"/>
                <a:gd name="T2" fmla="*/ 21583 w 21583"/>
                <a:gd name="T3" fmla="*/ 16492 h 17357"/>
                <a:gd name="T4" fmla="*/ 0 w 21583"/>
                <a:gd name="T5" fmla="*/ 17357 h 17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83" h="17357" fill="none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</a:path>
                <a:path w="21583" h="17357" stroke="0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  <a:lnTo>
                    <a:pt x="0" y="17357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70" name="Object 49"/>
            <p:cNvGraphicFramePr>
              <a:graphicFrameLocks noChangeAspect="1"/>
            </p:cNvGraphicFramePr>
            <p:nvPr/>
          </p:nvGraphicFramePr>
          <p:xfrm>
            <a:off x="4759" y="1350"/>
            <a:ext cx="13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79400" imgH="368300" progId="Equation.3">
                    <p:embed/>
                  </p:oleObj>
                </mc:Choice>
                <mc:Fallback>
                  <p:oleObj name="公式" r:id="rId11" imgW="279400" imgH="368300" progId="Equation.3">
                    <p:embed/>
                    <p:pic>
                      <p:nvPicPr>
                        <p:cNvPr id="27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" y="1350"/>
                          <a:ext cx="130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1" name="Object 56"/>
            <p:cNvGraphicFramePr>
              <a:graphicFrameLocks noChangeAspect="1"/>
            </p:cNvGraphicFramePr>
            <p:nvPr/>
          </p:nvGraphicFramePr>
          <p:xfrm>
            <a:off x="4967" y="418"/>
            <a:ext cx="154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30200" imgH="368300" progId="Equation.3">
                    <p:embed/>
                  </p:oleObj>
                </mc:Choice>
                <mc:Fallback>
                  <p:oleObj name="公式" r:id="rId13" imgW="330200" imgH="368300" progId="Equation.3">
                    <p:embed/>
                    <p:pic>
                      <p:nvPicPr>
                        <p:cNvPr id="271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418"/>
                          <a:ext cx="154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4" name="Freeform 3"/>
          <p:cNvSpPr/>
          <p:nvPr/>
        </p:nvSpPr>
        <p:spPr bwMode="auto">
          <a:xfrm>
            <a:off x="8578110" y="4354814"/>
            <a:ext cx="941388" cy="785812"/>
          </a:xfrm>
          <a:custGeom>
            <a:avLst/>
            <a:gdLst>
              <a:gd name="T0" fmla="*/ 593 w 593"/>
              <a:gd name="T1" fmla="*/ 1 h 495"/>
              <a:gd name="T2" fmla="*/ 0 w 593"/>
              <a:gd name="T3" fmla="*/ 495 h 495"/>
              <a:gd name="T4" fmla="*/ 30 w 593"/>
              <a:gd name="T5" fmla="*/ 425 h 495"/>
              <a:gd name="T6" fmla="*/ 47 w 593"/>
              <a:gd name="T7" fmla="*/ 392 h 495"/>
              <a:gd name="T8" fmla="*/ 65 w 593"/>
              <a:gd name="T9" fmla="*/ 364 h 495"/>
              <a:gd name="T10" fmla="*/ 106 w 593"/>
              <a:gd name="T11" fmla="*/ 310 h 495"/>
              <a:gd name="T12" fmla="*/ 150 w 593"/>
              <a:gd name="T13" fmla="*/ 257 h 495"/>
              <a:gd name="T14" fmla="*/ 200 w 593"/>
              <a:gd name="T15" fmla="*/ 207 h 495"/>
              <a:gd name="T16" fmla="*/ 255 w 593"/>
              <a:gd name="T17" fmla="*/ 159 h 495"/>
              <a:gd name="T18" fmla="*/ 313 w 593"/>
              <a:gd name="T19" fmla="*/ 115 h 495"/>
              <a:gd name="T20" fmla="*/ 375 w 593"/>
              <a:gd name="T21" fmla="*/ 77 h 495"/>
              <a:gd name="T22" fmla="*/ 441 w 593"/>
              <a:gd name="T23" fmla="*/ 44 h 495"/>
              <a:gd name="T24" fmla="*/ 510 w 593"/>
              <a:gd name="T25" fmla="*/ 19 h 495"/>
              <a:gd name="T26" fmla="*/ 548 w 593"/>
              <a:gd name="T27" fmla="*/ 8 h 495"/>
              <a:gd name="T28" fmla="*/ 588 w 593"/>
              <a:gd name="T29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93" h="495">
                <a:moveTo>
                  <a:pt x="593" y="1"/>
                </a:moveTo>
                <a:lnTo>
                  <a:pt x="0" y="495"/>
                </a:lnTo>
                <a:lnTo>
                  <a:pt x="30" y="425"/>
                </a:lnTo>
                <a:lnTo>
                  <a:pt x="47" y="392"/>
                </a:lnTo>
                <a:lnTo>
                  <a:pt x="65" y="364"/>
                </a:lnTo>
                <a:lnTo>
                  <a:pt x="106" y="310"/>
                </a:lnTo>
                <a:lnTo>
                  <a:pt x="150" y="257"/>
                </a:lnTo>
                <a:lnTo>
                  <a:pt x="200" y="207"/>
                </a:lnTo>
                <a:lnTo>
                  <a:pt x="255" y="159"/>
                </a:lnTo>
                <a:lnTo>
                  <a:pt x="313" y="115"/>
                </a:lnTo>
                <a:lnTo>
                  <a:pt x="375" y="77"/>
                </a:lnTo>
                <a:lnTo>
                  <a:pt x="441" y="44"/>
                </a:lnTo>
                <a:lnTo>
                  <a:pt x="510" y="19"/>
                </a:lnTo>
                <a:lnTo>
                  <a:pt x="548" y="8"/>
                </a:lnTo>
                <a:lnTo>
                  <a:pt x="588" y="0"/>
                </a:ln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5" name="Freeform 4"/>
          <p:cNvSpPr/>
          <p:nvPr/>
        </p:nvSpPr>
        <p:spPr bwMode="auto">
          <a:xfrm>
            <a:off x="8852748" y="1894189"/>
            <a:ext cx="841375" cy="434975"/>
          </a:xfrm>
          <a:custGeom>
            <a:avLst/>
            <a:gdLst>
              <a:gd name="T0" fmla="*/ 522 w 530"/>
              <a:gd name="T1" fmla="*/ 12 h 286"/>
              <a:gd name="T2" fmla="*/ 18 w 530"/>
              <a:gd name="T3" fmla="*/ 264 h 286"/>
              <a:gd name="T4" fmla="*/ 78 w 530"/>
              <a:gd name="T5" fmla="*/ 215 h 286"/>
              <a:gd name="T6" fmla="*/ 137 w 530"/>
              <a:gd name="T7" fmla="*/ 161 h 286"/>
              <a:gd name="T8" fmla="*/ 209 w 530"/>
              <a:gd name="T9" fmla="*/ 104 h 286"/>
              <a:gd name="T10" fmla="*/ 245 w 530"/>
              <a:gd name="T11" fmla="*/ 78 h 286"/>
              <a:gd name="T12" fmla="*/ 282 w 530"/>
              <a:gd name="T13" fmla="*/ 56 h 286"/>
              <a:gd name="T14" fmla="*/ 321 w 530"/>
              <a:gd name="T15" fmla="*/ 38 h 286"/>
              <a:gd name="T16" fmla="*/ 353 w 530"/>
              <a:gd name="T17" fmla="*/ 25 h 286"/>
              <a:gd name="T18" fmla="*/ 388 w 530"/>
              <a:gd name="T19" fmla="*/ 15 h 286"/>
              <a:gd name="T20" fmla="*/ 422 w 530"/>
              <a:gd name="T21" fmla="*/ 11 h 286"/>
              <a:gd name="T22" fmla="*/ 469 w 530"/>
              <a:gd name="T23" fmla="*/ 7 h 286"/>
              <a:gd name="T24" fmla="*/ 525 w 530"/>
              <a:gd name="T25" fmla="*/ 1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30" h="286">
                <a:moveTo>
                  <a:pt x="522" y="12"/>
                </a:moveTo>
                <a:cubicBezTo>
                  <a:pt x="530" y="0"/>
                  <a:pt x="0" y="286"/>
                  <a:pt x="18" y="264"/>
                </a:cubicBezTo>
                <a:cubicBezTo>
                  <a:pt x="36" y="242"/>
                  <a:pt x="59" y="233"/>
                  <a:pt x="78" y="215"/>
                </a:cubicBezTo>
                <a:lnTo>
                  <a:pt x="137" y="161"/>
                </a:lnTo>
                <a:lnTo>
                  <a:pt x="209" y="104"/>
                </a:lnTo>
                <a:cubicBezTo>
                  <a:pt x="226" y="91"/>
                  <a:pt x="233" y="86"/>
                  <a:pt x="245" y="78"/>
                </a:cubicBezTo>
                <a:cubicBezTo>
                  <a:pt x="257" y="71"/>
                  <a:pt x="272" y="61"/>
                  <a:pt x="282" y="56"/>
                </a:cubicBezTo>
                <a:cubicBezTo>
                  <a:pt x="293" y="50"/>
                  <a:pt x="310" y="43"/>
                  <a:pt x="321" y="38"/>
                </a:cubicBezTo>
                <a:cubicBezTo>
                  <a:pt x="333" y="32"/>
                  <a:pt x="342" y="28"/>
                  <a:pt x="353" y="25"/>
                </a:cubicBezTo>
                <a:cubicBezTo>
                  <a:pt x="365" y="21"/>
                  <a:pt x="376" y="18"/>
                  <a:pt x="388" y="15"/>
                </a:cubicBezTo>
                <a:cubicBezTo>
                  <a:pt x="400" y="13"/>
                  <a:pt x="409" y="13"/>
                  <a:pt x="422" y="11"/>
                </a:cubicBezTo>
                <a:cubicBezTo>
                  <a:pt x="435" y="9"/>
                  <a:pt x="469" y="7"/>
                  <a:pt x="469" y="7"/>
                </a:cubicBezTo>
                <a:cubicBezTo>
                  <a:pt x="469" y="7"/>
                  <a:pt x="516" y="9"/>
                  <a:pt x="525" y="10"/>
                </a:cubicBez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" name="Line 5"/>
          <p:cNvSpPr>
            <a:spLocks noChangeShapeType="1"/>
          </p:cNvSpPr>
          <p:nvPr/>
        </p:nvSpPr>
        <p:spPr bwMode="auto">
          <a:xfrm>
            <a:off x="7309698" y="2965751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7" name="Freeform 6"/>
          <p:cNvSpPr/>
          <p:nvPr/>
        </p:nvSpPr>
        <p:spPr bwMode="auto">
          <a:xfrm>
            <a:off x="8514610" y="4348464"/>
            <a:ext cx="1285875" cy="1027112"/>
          </a:xfrm>
          <a:custGeom>
            <a:avLst/>
            <a:gdLst>
              <a:gd name="T0" fmla="*/ 0 w 810"/>
              <a:gd name="T1" fmla="*/ 647 h 647"/>
              <a:gd name="T2" fmla="*/ 9 w 810"/>
              <a:gd name="T3" fmla="*/ 602 h 647"/>
              <a:gd name="T4" fmla="*/ 11 w 810"/>
              <a:gd name="T5" fmla="*/ 582 h 647"/>
              <a:gd name="T6" fmla="*/ 36 w 810"/>
              <a:gd name="T7" fmla="*/ 507 h 647"/>
              <a:gd name="T8" fmla="*/ 66 w 810"/>
              <a:gd name="T9" fmla="*/ 437 h 647"/>
              <a:gd name="T10" fmla="*/ 83 w 810"/>
              <a:gd name="T11" fmla="*/ 404 h 647"/>
              <a:gd name="T12" fmla="*/ 101 w 810"/>
              <a:gd name="T13" fmla="*/ 376 h 647"/>
              <a:gd name="T14" fmla="*/ 142 w 810"/>
              <a:gd name="T15" fmla="*/ 322 h 647"/>
              <a:gd name="T16" fmla="*/ 186 w 810"/>
              <a:gd name="T17" fmla="*/ 269 h 647"/>
              <a:gd name="T18" fmla="*/ 236 w 810"/>
              <a:gd name="T19" fmla="*/ 219 h 647"/>
              <a:gd name="T20" fmla="*/ 291 w 810"/>
              <a:gd name="T21" fmla="*/ 171 h 647"/>
              <a:gd name="T22" fmla="*/ 349 w 810"/>
              <a:gd name="T23" fmla="*/ 127 h 647"/>
              <a:gd name="T24" fmla="*/ 411 w 810"/>
              <a:gd name="T25" fmla="*/ 89 h 647"/>
              <a:gd name="T26" fmla="*/ 477 w 810"/>
              <a:gd name="T27" fmla="*/ 56 h 647"/>
              <a:gd name="T28" fmla="*/ 546 w 810"/>
              <a:gd name="T29" fmla="*/ 31 h 647"/>
              <a:gd name="T30" fmla="*/ 584 w 810"/>
              <a:gd name="T31" fmla="*/ 20 h 647"/>
              <a:gd name="T32" fmla="*/ 624 w 810"/>
              <a:gd name="T33" fmla="*/ 12 h 647"/>
              <a:gd name="T34" fmla="*/ 714 w 810"/>
              <a:gd name="T35" fmla="*/ 4 h 647"/>
              <a:gd name="T36" fmla="*/ 810 w 810"/>
              <a:gd name="T37" fmla="*/ 0 h 6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10" h="647">
                <a:moveTo>
                  <a:pt x="0" y="647"/>
                </a:moveTo>
                <a:lnTo>
                  <a:pt x="9" y="602"/>
                </a:lnTo>
                <a:lnTo>
                  <a:pt x="11" y="582"/>
                </a:lnTo>
                <a:lnTo>
                  <a:pt x="36" y="507"/>
                </a:lnTo>
                <a:lnTo>
                  <a:pt x="66" y="437"/>
                </a:lnTo>
                <a:lnTo>
                  <a:pt x="83" y="404"/>
                </a:lnTo>
                <a:lnTo>
                  <a:pt x="101" y="376"/>
                </a:lnTo>
                <a:lnTo>
                  <a:pt x="142" y="322"/>
                </a:lnTo>
                <a:lnTo>
                  <a:pt x="186" y="269"/>
                </a:lnTo>
                <a:lnTo>
                  <a:pt x="236" y="219"/>
                </a:lnTo>
                <a:lnTo>
                  <a:pt x="291" y="171"/>
                </a:lnTo>
                <a:lnTo>
                  <a:pt x="349" y="127"/>
                </a:lnTo>
                <a:lnTo>
                  <a:pt x="411" y="89"/>
                </a:lnTo>
                <a:lnTo>
                  <a:pt x="477" y="56"/>
                </a:lnTo>
                <a:lnTo>
                  <a:pt x="546" y="31"/>
                </a:lnTo>
                <a:lnTo>
                  <a:pt x="584" y="20"/>
                </a:lnTo>
                <a:lnTo>
                  <a:pt x="624" y="12"/>
                </a:lnTo>
                <a:lnTo>
                  <a:pt x="714" y="4"/>
                </a:lnTo>
                <a:lnTo>
                  <a:pt x="810" y="0"/>
                </a:ln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" name="Line 7"/>
          <p:cNvSpPr>
            <a:spLocks noChangeShapeType="1"/>
          </p:cNvSpPr>
          <p:nvPr/>
        </p:nvSpPr>
        <p:spPr bwMode="auto">
          <a:xfrm flipV="1">
            <a:off x="7909773" y="4078589"/>
            <a:ext cx="1960562" cy="1622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9" name="Arc 8"/>
          <p:cNvSpPr/>
          <p:nvPr/>
        </p:nvSpPr>
        <p:spPr bwMode="auto">
          <a:xfrm rot="21119885">
            <a:off x="7590685" y="2868914"/>
            <a:ext cx="231775" cy="114300"/>
          </a:xfrm>
          <a:custGeom>
            <a:avLst/>
            <a:gdLst>
              <a:gd name="G0" fmla="+- 0 0 0"/>
              <a:gd name="G1" fmla="+- 7209 0 0"/>
              <a:gd name="G2" fmla="+- 21600 0 0"/>
              <a:gd name="T0" fmla="*/ 20361 w 21583"/>
              <a:gd name="T1" fmla="*/ 0 h 7209"/>
              <a:gd name="T2" fmla="*/ 21583 w 21583"/>
              <a:gd name="T3" fmla="*/ 6344 h 7209"/>
              <a:gd name="T4" fmla="*/ 0 w 21583"/>
              <a:gd name="T5" fmla="*/ 7209 h 7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0" name="Freeform 9"/>
          <p:cNvSpPr/>
          <p:nvPr/>
        </p:nvSpPr>
        <p:spPr bwMode="auto">
          <a:xfrm>
            <a:off x="8781310" y="1908476"/>
            <a:ext cx="1211263" cy="538163"/>
          </a:xfrm>
          <a:custGeom>
            <a:avLst/>
            <a:gdLst>
              <a:gd name="T0" fmla="*/ 0 w 763"/>
              <a:gd name="T1" fmla="*/ 339 h 339"/>
              <a:gd name="T2" fmla="*/ 48 w 763"/>
              <a:gd name="T3" fmla="*/ 266 h 339"/>
              <a:gd name="T4" fmla="*/ 107 w 763"/>
              <a:gd name="T5" fmla="*/ 208 h 339"/>
              <a:gd name="T6" fmla="*/ 166 w 763"/>
              <a:gd name="T7" fmla="*/ 154 h 339"/>
              <a:gd name="T8" fmla="*/ 238 w 763"/>
              <a:gd name="T9" fmla="*/ 97 h 339"/>
              <a:gd name="T10" fmla="*/ 274 w 763"/>
              <a:gd name="T11" fmla="*/ 71 h 339"/>
              <a:gd name="T12" fmla="*/ 311 w 763"/>
              <a:gd name="T13" fmla="*/ 49 h 339"/>
              <a:gd name="T14" fmla="*/ 350 w 763"/>
              <a:gd name="T15" fmla="*/ 31 h 339"/>
              <a:gd name="T16" fmla="*/ 382 w 763"/>
              <a:gd name="T17" fmla="*/ 18 h 339"/>
              <a:gd name="T18" fmla="*/ 417 w 763"/>
              <a:gd name="T19" fmla="*/ 8 h 339"/>
              <a:gd name="T20" fmla="*/ 451 w 763"/>
              <a:gd name="T21" fmla="*/ 4 h 339"/>
              <a:gd name="T22" fmla="*/ 498 w 763"/>
              <a:gd name="T23" fmla="*/ 0 h 339"/>
              <a:gd name="T24" fmla="*/ 554 w 763"/>
              <a:gd name="T25" fmla="*/ 3 h 339"/>
              <a:gd name="T26" fmla="*/ 614 w 763"/>
              <a:gd name="T27" fmla="*/ 11 h 339"/>
              <a:gd name="T28" fmla="*/ 657 w 763"/>
              <a:gd name="T29" fmla="*/ 17 h 339"/>
              <a:gd name="T30" fmla="*/ 707 w 763"/>
              <a:gd name="T31" fmla="*/ 26 h 339"/>
              <a:gd name="T32" fmla="*/ 763 w 763"/>
              <a:gd name="T33" fmla="*/ 42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63" h="339">
                <a:moveTo>
                  <a:pt x="0" y="339"/>
                </a:moveTo>
                <a:lnTo>
                  <a:pt x="48" y="266"/>
                </a:lnTo>
                <a:lnTo>
                  <a:pt x="107" y="208"/>
                </a:lnTo>
                <a:lnTo>
                  <a:pt x="166" y="154"/>
                </a:lnTo>
                <a:lnTo>
                  <a:pt x="238" y="97"/>
                </a:lnTo>
                <a:cubicBezTo>
                  <a:pt x="255" y="84"/>
                  <a:pt x="262" y="79"/>
                  <a:pt x="274" y="71"/>
                </a:cubicBezTo>
                <a:cubicBezTo>
                  <a:pt x="286" y="64"/>
                  <a:pt x="301" y="54"/>
                  <a:pt x="311" y="49"/>
                </a:cubicBezTo>
                <a:cubicBezTo>
                  <a:pt x="322" y="43"/>
                  <a:pt x="339" y="36"/>
                  <a:pt x="350" y="31"/>
                </a:cubicBezTo>
                <a:cubicBezTo>
                  <a:pt x="362" y="25"/>
                  <a:pt x="371" y="21"/>
                  <a:pt x="382" y="18"/>
                </a:cubicBezTo>
                <a:cubicBezTo>
                  <a:pt x="394" y="14"/>
                  <a:pt x="405" y="11"/>
                  <a:pt x="417" y="8"/>
                </a:cubicBezTo>
                <a:cubicBezTo>
                  <a:pt x="429" y="6"/>
                  <a:pt x="438" y="6"/>
                  <a:pt x="451" y="4"/>
                </a:cubicBezTo>
                <a:cubicBezTo>
                  <a:pt x="464" y="2"/>
                  <a:pt x="498" y="0"/>
                  <a:pt x="498" y="0"/>
                </a:cubicBezTo>
                <a:cubicBezTo>
                  <a:pt x="498" y="0"/>
                  <a:pt x="554" y="3"/>
                  <a:pt x="554" y="3"/>
                </a:cubicBezTo>
                <a:cubicBezTo>
                  <a:pt x="554" y="3"/>
                  <a:pt x="614" y="11"/>
                  <a:pt x="614" y="11"/>
                </a:cubicBezTo>
                <a:cubicBezTo>
                  <a:pt x="614" y="11"/>
                  <a:pt x="642" y="14"/>
                  <a:pt x="657" y="17"/>
                </a:cubicBezTo>
                <a:cubicBezTo>
                  <a:pt x="673" y="21"/>
                  <a:pt x="689" y="23"/>
                  <a:pt x="707" y="26"/>
                </a:cubicBezTo>
                <a:cubicBezTo>
                  <a:pt x="724" y="30"/>
                  <a:pt x="752" y="39"/>
                  <a:pt x="763" y="42"/>
                </a:cubicBez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1" name="Line 10"/>
          <p:cNvSpPr>
            <a:spLocks noChangeShapeType="1"/>
          </p:cNvSpPr>
          <p:nvPr/>
        </p:nvSpPr>
        <p:spPr bwMode="auto">
          <a:xfrm rot="21172570" flipV="1">
            <a:off x="7497023" y="1870376"/>
            <a:ext cx="2665412" cy="9286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2" name="Freeform 11"/>
          <p:cNvSpPr/>
          <p:nvPr/>
        </p:nvSpPr>
        <p:spPr bwMode="auto">
          <a:xfrm rot="21161794">
            <a:off x="8211398" y="1884664"/>
            <a:ext cx="1160462" cy="1011237"/>
          </a:xfrm>
          <a:custGeom>
            <a:avLst/>
            <a:gdLst>
              <a:gd name="T0" fmla="*/ 731 w 731"/>
              <a:gd name="T1" fmla="*/ 0 h 637"/>
              <a:gd name="T2" fmla="*/ 0 w 731"/>
              <a:gd name="T3" fmla="*/ 637 h 63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1" h="637">
                <a:moveTo>
                  <a:pt x="731" y="0"/>
                </a:moveTo>
                <a:lnTo>
                  <a:pt x="0" y="637"/>
                </a:lnTo>
              </a:path>
            </a:pathLst>
          </a:custGeom>
          <a:noFill/>
          <a:ln w="9525" cmpd="sng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3" name="Line 12"/>
          <p:cNvSpPr>
            <a:spLocks noChangeShapeType="1"/>
          </p:cNvSpPr>
          <p:nvPr/>
        </p:nvSpPr>
        <p:spPr bwMode="auto">
          <a:xfrm flipH="1">
            <a:off x="8363798" y="4570714"/>
            <a:ext cx="420687" cy="1135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" name="Arc 13"/>
          <p:cNvSpPr/>
          <p:nvPr/>
        </p:nvSpPr>
        <p:spPr bwMode="auto">
          <a:xfrm rot="257550">
            <a:off x="8208223" y="2865739"/>
            <a:ext cx="215900" cy="252412"/>
          </a:xfrm>
          <a:custGeom>
            <a:avLst/>
            <a:gdLst>
              <a:gd name="G0" fmla="+- 0 0 0"/>
              <a:gd name="G1" fmla="+- 16469 0 0"/>
              <a:gd name="G2" fmla="+- 21600 0 0"/>
              <a:gd name="T0" fmla="*/ 13976 w 18601"/>
              <a:gd name="T1" fmla="*/ 0 h 16469"/>
              <a:gd name="T2" fmla="*/ 18601 w 18601"/>
              <a:gd name="T3" fmla="*/ 5489 h 16469"/>
              <a:gd name="T4" fmla="*/ 0 w 18601"/>
              <a:gd name="T5" fmla="*/ 16469 h 16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5" name="Object 14"/>
          <p:cNvGraphicFramePr>
            <a:graphicFrameLocks noChangeAspect="1"/>
          </p:cNvGraphicFramePr>
          <p:nvPr/>
        </p:nvGraphicFramePr>
        <p:xfrm>
          <a:off x="7951048" y="2746676"/>
          <a:ext cx="1587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15900" imgH="279400" progId="Equation.3">
                  <p:embed/>
                </p:oleObj>
              </mc:Choice>
              <mc:Fallback>
                <p:oleObj name="公式" r:id="rId15" imgW="215900" imgH="279400" progId="Equation.3">
                  <p:embed/>
                  <p:pic>
                    <p:nvPicPr>
                      <p:cNvPr id="28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048" y="2746676"/>
                        <a:ext cx="158750" cy="207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" name="Object 15"/>
          <p:cNvGraphicFramePr>
            <a:graphicFrameLocks noChangeAspect="1"/>
          </p:cNvGraphicFramePr>
          <p:nvPr/>
        </p:nvGraphicFramePr>
        <p:xfrm>
          <a:off x="8471748" y="2683176"/>
          <a:ext cx="2159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92100" imgH="381000" progId="Equation.3">
                  <p:embed/>
                </p:oleObj>
              </mc:Choice>
              <mc:Fallback>
                <p:oleObj name="公式" r:id="rId17" imgW="292100" imgH="381000" progId="Equation.3">
                  <p:embed/>
                  <p:pic>
                    <p:nvPicPr>
                      <p:cNvPr id="28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1748" y="2683176"/>
                        <a:ext cx="2159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" name="Object 16"/>
          <p:cNvGraphicFramePr/>
          <p:nvPr/>
        </p:nvGraphicFramePr>
        <p:xfrm>
          <a:off x="9802073" y="2513314"/>
          <a:ext cx="3921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93700" imgH="342900" progId="Equation.3">
                  <p:embed/>
                </p:oleObj>
              </mc:Choice>
              <mc:Fallback>
                <p:oleObj name="公式" r:id="rId19" imgW="393700" imgH="342900" progId="Equation.3">
                  <p:embed/>
                  <p:pic>
                    <p:nvPicPr>
                      <p:cNvPr id="287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2073" y="2513314"/>
                        <a:ext cx="392112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" name="Object 17"/>
          <p:cNvGraphicFramePr>
            <a:graphicFrameLocks noChangeAspect="1"/>
          </p:cNvGraphicFramePr>
          <p:nvPr/>
        </p:nvGraphicFramePr>
        <p:xfrm>
          <a:off x="10025910" y="1851326"/>
          <a:ext cx="2540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42900" imgH="381000" progId="Equation.3">
                  <p:embed/>
                </p:oleObj>
              </mc:Choice>
              <mc:Fallback>
                <p:oleObj name="公式" r:id="rId21" imgW="342900" imgH="381000" progId="Equation.3">
                  <p:embed/>
                  <p:pic>
                    <p:nvPicPr>
                      <p:cNvPr id="28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5910" y="1851326"/>
                        <a:ext cx="2540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" name="Object 18"/>
          <p:cNvGraphicFramePr>
            <a:graphicFrameLocks noChangeAspect="1"/>
          </p:cNvGraphicFramePr>
          <p:nvPr/>
        </p:nvGraphicFramePr>
        <p:xfrm>
          <a:off x="9621098" y="1978326"/>
          <a:ext cx="130175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77800" imgH="215900" progId="Equation.3">
                  <p:embed/>
                </p:oleObj>
              </mc:Choice>
              <mc:Fallback>
                <p:oleObj name="公式" r:id="rId23" imgW="177800" imgH="215900" progId="Equation.3">
                  <p:embed/>
                  <p:pic>
                    <p:nvPicPr>
                      <p:cNvPr id="28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1098" y="1978326"/>
                        <a:ext cx="130175" cy="16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" name="Object 19"/>
          <p:cNvGraphicFramePr>
            <a:graphicFrameLocks noChangeAspect="1"/>
          </p:cNvGraphicFramePr>
          <p:nvPr/>
        </p:nvGraphicFramePr>
        <p:xfrm>
          <a:off x="8940060" y="2203751"/>
          <a:ext cx="2063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79400" imgH="381000" progId="Equation.3">
                  <p:embed/>
                </p:oleObj>
              </mc:Choice>
              <mc:Fallback>
                <p:oleObj name="公式" r:id="rId25" imgW="279400" imgH="381000" progId="Equation.3">
                  <p:embed/>
                  <p:pic>
                    <p:nvPicPr>
                      <p:cNvPr id="29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060" y="2203751"/>
                        <a:ext cx="20637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" name="Arc 20"/>
          <p:cNvSpPr/>
          <p:nvPr/>
        </p:nvSpPr>
        <p:spPr bwMode="auto">
          <a:xfrm rot="21119885">
            <a:off x="7844685" y="5604176"/>
            <a:ext cx="231775" cy="114300"/>
          </a:xfrm>
          <a:custGeom>
            <a:avLst/>
            <a:gdLst>
              <a:gd name="G0" fmla="+- 0 0 0"/>
              <a:gd name="G1" fmla="+- 7209 0 0"/>
              <a:gd name="G2" fmla="+- 21600 0 0"/>
              <a:gd name="T0" fmla="*/ 20361 w 21583"/>
              <a:gd name="T1" fmla="*/ 0 h 7209"/>
              <a:gd name="T2" fmla="*/ 21583 w 21583"/>
              <a:gd name="T3" fmla="*/ 6344 h 7209"/>
              <a:gd name="T4" fmla="*/ 0 w 21583"/>
              <a:gd name="T5" fmla="*/ 7209 h 7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Arc 21"/>
          <p:cNvSpPr/>
          <p:nvPr/>
        </p:nvSpPr>
        <p:spPr bwMode="auto">
          <a:xfrm rot="257550">
            <a:off x="8238385" y="5601001"/>
            <a:ext cx="215900" cy="252413"/>
          </a:xfrm>
          <a:custGeom>
            <a:avLst/>
            <a:gdLst>
              <a:gd name="G0" fmla="+- 0 0 0"/>
              <a:gd name="G1" fmla="+- 16469 0 0"/>
              <a:gd name="G2" fmla="+- 21600 0 0"/>
              <a:gd name="T0" fmla="*/ 13976 w 18601"/>
              <a:gd name="T1" fmla="*/ 0 h 16469"/>
              <a:gd name="T2" fmla="*/ 18601 w 18601"/>
              <a:gd name="T3" fmla="*/ 5489 h 16469"/>
              <a:gd name="T4" fmla="*/ 0 w 18601"/>
              <a:gd name="T5" fmla="*/ 16469 h 16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3" name="Object 22"/>
          <p:cNvGraphicFramePr>
            <a:graphicFrameLocks noChangeAspect="1"/>
          </p:cNvGraphicFramePr>
          <p:nvPr/>
        </p:nvGraphicFramePr>
        <p:xfrm>
          <a:off x="8120910" y="5496226"/>
          <a:ext cx="166688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28600" imgH="266700" progId="Equation.3">
                  <p:embed/>
                </p:oleObj>
              </mc:Choice>
              <mc:Fallback>
                <p:oleObj name="公式" r:id="rId27" imgW="228600" imgH="266700" progId="Equation.3">
                  <p:embed/>
                  <p:pic>
                    <p:nvPicPr>
                      <p:cNvPr id="29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910" y="5496226"/>
                        <a:ext cx="166688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" name="Object 23"/>
          <p:cNvGraphicFramePr>
            <a:graphicFrameLocks noChangeAspect="1"/>
          </p:cNvGraphicFramePr>
          <p:nvPr/>
        </p:nvGraphicFramePr>
        <p:xfrm>
          <a:off x="8473335" y="5413676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342900" imgH="444500" progId="Equation.3">
                  <p:embed/>
                </p:oleObj>
              </mc:Choice>
              <mc:Fallback>
                <p:oleObj name="公式" r:id="rId29" imgW="342900" imgH="444500" progId="Equation.3">
                  <p:embed/>
                  <p:pic>
                    <p:nvPicPr>
                      <p:cNvPr id="29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3335" y="5413676"/>
                        <a:ext cx="254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" name="Object 24"/>
          <p:cNvGraphicFramePr/>
          <p:nvPr/>
        </p:nvGraphicFramePr>
        <p:xfrm>
          <a:off x="9722698" y="5243814"/>
          <a:ext cx="4683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469900" imgH="342900" progId="Equation.3">
                  <p:embed/>
                </p:oleObj>
              </mc:Choice>
              <mc:Fallback>
                <p:oleObj name="公式" r:id="rId31" imgW="469900" imgH="342900" progId="Equation.3">
                  <p:embed/>
                  <p:pic>
                    <p:nvPicPr>
                      <p:cNvPr id="295" name="Object 2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2698" y="5243814"/>
                        <a:ext cx="468312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" name="Object 25"/>
          <p:cNvGraphicFramePr>
            <a:graphicFrameLocks noChangeAspect="1"/>
          </p:cNvGraphicFramePr>
          <p:nvPr/>
        </p:nvGraphicFramePr>
        <p:xfrm>
          <a:off x="9429010" y="4432601"/>
          <a:ext cx="195263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66065" imgH="215900" progId="Equation.3">
                  <p:embed/>
                </p:oleObj>
              </mc:Choice>
              <mc:Fallback>
                <p:oleObj name="公式" r:id="rId33" imgW="266065" imgH="215900" progId="Equation.3">
                  <p:embed/>
                  <p:pic>
                    <p:nvPicPr>
                      <p:cNvPr id="29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010" y="4432601"/>
                        <a:ext cx="195263" cy="16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" name="Object 26"/>
          <p:cNvGraphicFramePr>
            <a:graphicFrameLocks noChangeAspect="1"/>
          </p:cNvGraphicFramePr>
          <p:nvPr/>
        </p:nvGraphicFramePr>
        <p:xfrm>
          <a:off x="8617798" y="5039026"/>
          <a:ext cx="263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355600" imgH="381000" progId="Equation.3">
                  <p:embed/>
                </p:oleObj>
              </mc:Choice>
              <mc:Fallback>
                <p:oleObj name="公式" r:id="rId35" imgW="355600" imgH="381000" progId="Equation.3">
                  <p:embed/>
                  <p:pic>
                    <p:nvPicPr>
                      <p:cNvPr id="29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7798" y="5039026"/>
                        <a:ext cx="26352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" name="Oval 27"/>
          <p:cNvSpPr>
            <a:spLocks noChangeAspect="1" noChangeArrowheads="1"/>
          </p:cNvSpPr>
          <p:nvPr/>
        </p:nvSpPr>
        <p:spPr bwMode="auto">
          <a:xfrm>
            <a:off x="9643323" y="1879901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" name="Oval 28"/>
          <p:cNvSpPr>
            <a:spLocks noChangeAspect="1" noChangeArrowheads="1"/>
          </p:cNvSpPr>
          <p:nvPr/>
        </p:nvSpPr>
        <p:spPr bwMode="auto">
          <a:xfrm>
            <a:off x="9486160" y="4327826"/>
            <a:ext cx="71438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0" name="Object 29"/>
          <p:cNvGraphicFramePr>
            <a:graphicFrameLocks noChangeAspect="1"/>
          </p:cNvGraphicFramePr>
          <p:nvPr/>
        </p:nvGraphicFramePr>
        <p:xfrm>
          <a:off x="9227398" y="2105326"/>
          <a:ext cx="292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393700" imgH="342900" progId="Equation.3">
                  <p:embed/>
                </p:oleObj>
              </mc:Choice>
              <mc:Fallback>
                <p:oleObj name="公式" r:id="rId37" imgW="393700" imgH="342900" progId="Equation.3">
                  <p:embed/>
                  <p:pic>
                    <p:nvPicPr>
                      <p:cNvPr id="30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7398" y="2105326"/>
                        <a:ext cx="2921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" name="Object 30"/>
          <p:cNvGraphicFramePr>
            <a:graphicFrameLocks noChangeAspect="1"/>
          </p:cNvGraphicFramePr>
          <p:nvPr/>
        </p:nvGraphicFramePr>
        <p:xfrm>
          <a:off x="8987685" y="4764389"/>
          <a:ext cx="3476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469900" imgH="342900" progId="Equation.3">
                  <p:embed/>
                </p:oleObj>
              </mc:Choice>
              <mc:Fallback>
                <p:oleObj name="公式" r:id="rId39" imgW="469900" imgH="342900" progId="Equation.3">
                  <p:embed/>
                  <p:pic>
                    <p:nvPicPr>
                      <p:cNvPr id="30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7685" y="4764389"/>
                        <a:ext cx="347663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" name="Line 31"/>
          <p:cNvSpPr>
            <a:spLocks noChangeShapeType="1"/>
          </p:cNvSpPr>
          <p:nvPr/>
        </p:nvSpPr>
        <p:spPr bwMode="auto">
          <a:xfrm>
            <a:off x="7316048" y="5705776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3" name="Line 32"/>
          <p:cNvSpPr>
            <a:spLocks noChangeShapeType="1"/>
          </p:cNvSpPr>
          <p:nvPr/>
        </p:nvSpPr>
        <p:spPr bwMode="auto">
          <a:xfrm>
            <a:off x="8324110" y="3232451"/>
            <a:ext cx="0" cy="64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4" name="Object 33"/>
          <p:cNvGraphicFramePr/>
          <p:nvPr/>
        </p:nvGraphicFramePr>
        <p:xfrm>
          <a:off x="8451110" y="3356276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1" imgW="1562100" imgH="457200" progId="Equation.3">
                  <p:embed/>
                </p:oleObj>
              </mc:Choice>
              <mc:Fallback>
                <p:oleObj name="公式" r:id="rId41" imgW="1562100" imgH="457200" progId="Equation.3">
                  <p:embed/>
                  <p:pic>
                    <p:nvPicPr>
                      <p:cNvPr id="304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1110" y="3356276"/>
                        <a:ext cx="1168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" name="Line 34"/>
          <p:cNvSpPr>
            <a:spLocks noChangeShapeType="1"/>
          </p:cNvSpPr>
          <p:nvPr/>
        </p:nvSpPr>
        <p:spPr bwMode="auto">
          <a:xfrm rot="16200000">
            <a:off x="6504835" y="2218039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6" name="Line 35"/>
          <p:cNvSpPr>
            <a:spLocks noChangeShapeType="1"/>
          </p:cNvSpPr>
          <p:nvPr/>
        </p:nvSpPr>
        <p:spPr bwMode="auto">
          <a:xfrm rot="16200000">
            <a:off x="6504835" y="4932664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" name="Rectangle 36"/>
          <p:cNvSpPr>
            <a:spLocks noChangeArrowheads="1"/>
          </p:cNvSpPr>
          <p:nvPr/>
        </p:nvSpPr>
        <p:spPr bwMode="auto">
          <a:xfrm>
            <a:off x="9008323" y="1530651"/>
            <a:ext cx="69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切线  </a:t>
            </a:r>
          </a:p>
        </p:txBody>
      </p:sp>
      <p:sp>
        <p:nvSpPr>
          <p:cNvPr id="308" name="Rectangle 37"/>
          <p:cNvSpPr>
            <a:spLocks noChangeArrowheads="1"/>
          </p:cNvSpPr>
          <p:nvPr/>
        </p:nvSpPr>
        <p:spPr bwMode="auto">
          <a:xfrm>
            <a:off x="8490798" y="4289726"/>
            <a:ext cx="69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切线  </a:t>
            </a:r>
          </a:p>
        </p:txBody>
      </p:sp>
      <p:sp>
        <p:nvSpPr>
          <p:cNvPr id="309" name="Oval 44"/>
          <p:cNvSpPr>
            <a:spLocks noChangeAspect="1" noChangeArrowheads="1"/>
          </p:cNvSpPr>
          <p:nvPr/>
        </p:nvSpPr>
        <p:spPr bwMode="auto">
          <a:xfrm>
            <a:off x="8832110" y="2278364"/>
            <a:ext cx="71438" cy="71437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0" name="Oval 45"/>
          <p:cNvSpPr>
            <a:spLocks noChangeAspect="1" noChangeArrowheads="1"/>
          </p:cNvSpPr>
          <p:nvPr/>
        </p:nvSpPr>
        <p:spPr bwMode="auto">
          <a:xfrm>
            <a:off x="8538423" y="5108876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1" name="Group 50"/>
          <p:cNvGrpSpPr/>
          <p:nvPr/>
        </p:nvGrpSpPr>
        <p:grpSpPr bwMode="auto">
          <a:xfrm>
            <a:off x="9817948" y="4221464"/>
            <a:ext cx="241300" cy="282575"/>
            <a:chOff x="2918" y="2120"/>
            <a:chExt cx="152" cy="178"/>
          </a:xfrm>
        </p:grpSpPr>
        <p:graphicFrame>
          <p:nvGraphicFramePr>
            <p:cNvPr id="312" name="Object 51"/>
            <p:cNvGraphicFramePr>
              <a:graphicFrameLocks noChangeAspect="1"/>
            </p:cNvGraphicFramePr>
            <p:nvPr/>
          </p:nvGraphicFramePr>
          <p:xfrm>
            <a:off x="2918" y="2135"/>
            <a:ext cx="13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279400" imgH="266700" progId="Equation.3">
                    <p:embed/>
                  </p:oleObj>
                </mc:Choice>
                <mc:Fallback>
                  <p:oleObj name="公式" r:id="rId43" imgW="279400" imgH="266700" progId="Equation.3">
                    <p:embed/>
                    <p:pic>
                      <p:nvPicPr>
                        <p:cNvPr id="312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2135"/>
                          <a:ext cx="131" cy="1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" name="Object 52"/>
            <p:cNvGraphicFramePr>
              <a:graphicFrameLocks noChangeAspect="1"/>
            </p:cNvGraphicFramePr>
            <p:nvPr/>
          </p:nvGraphicFramePr>
          <p:xfrm>
            <a:off x="3005" y="2120"/>
            <a:ext cx="6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5" imgW="139700" imgH="381000" progId="Equation.3">
                    <p:embed/>
                  </p:oleObj>
                </mc:Choice>
                <mc:Fallback>
                  <p:oleObj name="公式" r:id="rId45" imgW="139700" imgH="381000" progId="Equation.3">
                    <p:embed/>
                    <p:pic>
                      <p:nvPicPr>
                        <p:cNvPr id="313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5" y="2120"/>
                          <a:ext cx="65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5" name="Rectangle 139"/>
          <p:cNvSpPr>
            <a:spLocks noChangeArrowheads="1"/>
          </p:cNvSpPr>
          <p:nvPr/>
        </p:nvSpPr>
        <p:spPr bwMode="auto">
          <a:xfrm>
            <a:off x="1191719" y="2840100"/>
            <a:ext cx="299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伸缩率不变性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6" name="Group 140"/>
          <p:cNvGrpSpPr/>
          <p:nvPr/>
        </p:nvGrpSpPr>
        <p:grpSpPr bwMode="auto">
          <a:xfrm>
            <a:off x="1907518" y="3291322"/>
            <a:ext cx="4087812" cy="457200"/>
            <a:chOff x="905" y="1039"/>
            <a:chExt cx="2575" cy="288"/>
          </a:xfrm>
        </p:grpSpPr>
        <p:sp>
          <p:nvSpPr>
            <p:cNvPr id="317" name="Rectangle 141"/>
            <p:cNvSpPr>
              <a:spLocks noChangeArrowheads="1"/>
            </p:cNvSpPr>
            <p:nvPr/>
          </p:nvSpPr>
          <p:spPr bwMode="auto">
            <a:xfrm>
              <a:off x="905" y="1039"/>
              <a:ext cx="2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任何一条经过     点的曲线的  </a:t>
              </a:r>
            </a:p>
          </p:txBody>
        </p:sp>
        <p:graphicFrame>
          <p:nvGraphicFramePr>
            <p:cNvPr id="318" name="Object 142"/>
            <p:cNvGraphicFramePr/>
            <p:nvPr/>
          </p:nvGraphicFramePr>
          <p:xfrm>
            <a:off x="2166" y="1043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368300" imgH="508000" progId="Equation.3">
                    <p:embed/>
                  </p:oleObj>
                </mc:Choice>
                <mc:Fallback>
                  <p:oleObj name="公式" r:id="rId47" imgW="368300" imgH="508000" progId="Equation.3">
                    <p:embed/>
                    <p:pic>
                      <p:nvPicPr>
                        <p:cNvPr id="318" name="Object 1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6" y="1043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9" name="Rectangle 143"/>
          <p:cNvSpPr>
            <a:spLocks noChangeArrowheads="1"/>
          </p:cNvSpPr>
          <p:nvPr/>
        </p:nvSpPr>
        <p:spPr bwMode="auto">
          <a:xfrm>
            <a:off x="1197275" y="4380453"/>
            <a:ext cx="276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旋转角不变性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20" name="Group 144"/>
          <p:cNvGrpSpPr/>
          <p:nvPr/>
        </p:nvGrpSpPr>
        <p:grpSpPr bwMode="auto">
          <a:xfrm>
            <a:off x="1936501" y="3805674"/>
            <a:ext cx="2706688" cy="490538"/>
            <a:chOff x="528" y="1345"/>
            <a:chExt cx="1705" cy="309"/>
          </a:xfrm>
        </p:grpSpPr>
        <p:graphicFrame>
          <p:nvGraphicFramePr>
            <p:cNvPr id="321" name="Object 145"/>
            <p:cNvGraphicFramePr/>
            <p:nvPr>
              <p:extLst>
                <p:ext uri="{D42A27DB-BD31-4B8C-83A1-F6EECF244321}">
                  <p14:modId xmlns:p14="http://schemas.microsoft.com/office/powerpoint/2010/main" val="2899813231"/>
                </p:ext>
              </p:extLst>
            </p:nvPr>
          </p:nvGraphicFramePr>
          <p:xfrm>
            <a:off x="1582" y="1346"/>
            <a:ext cx="65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545760" imgH="253800" progId="Equation.DSMT4">
                    <p:embed/>
                  </p:oleObj>
                </mc:Choice>
                <mc:Fallback>
                  <p:oleObj name="Equation" r:id="rId49" imgW="545760" imgH="253800" progId="Equation.DSMT4">
                    <p:embed/>
                    <p:pic>
                      <p:nvPicPr>
                        <p:cNvPr id="321" name="Object 1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" y="1346"/>
                          <a:ext cx="651" cy="30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2" name="Rectangle 146"/>
            <p:cNvSpPr>
              <a:spLocks noChangeArrowheads="1"/>
            </p:cNvSpPr>
            <p:nvPr/>
          </p:nvSpPr>
          <p:spPr bwMode="auto">
            <a:xfrm>
              <a:off x="528" y="1345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伸缩率均为   </a:t>
              </a:r>
            </a:p>
          </p:txBody>
        </p:sp>
      </p:grpSp>
      <p:grpSp>
        <p:nvGrpSpPr>
          <p:cNvPr id="323" name="Group 147"/>
          <p:cNvGrpSpPr/>
          <p:nvPr/>
        </p:nvGrpSpPr>
        <p:grpSpPr bwMode="auto">
          <a:xfrm>
            <a:off x="1913074" y="4888825"/>
            <a:ext cx="4087812" cy="457200"/>
            <a:chOff x="909" y="2039"/>
            <a:chExt cx="2575" cy="288"/>
          </a:xfrm>
        </p:grpSpPr>
        <p:sp>
          <p:nvSpPr>
            <p:cNvPr id="324" name="Rectangle 148"/>
            <p:cNvSpPr>
              <a:spLocks noChangeArrowheads="1"/>
            </p:cNvSpPr>
            <p:nvPr/>
          </p:nvSpPr>
          <p:spPr bwMode="auto">
            <a:xfrm>
              <a:off x="909" y="2039"/>
              <a:ext cx="2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任何一条经过     点的曲线的  </a:t>
              </a:r>
            </a:p>
          </p:txBody>
        </p:sp>
        <p:graphicFrame>
          <p:nvGraphicFramePr>
            <p:cNvPr id="325" name="Object 149"/>
            <p:cNvGraphicFramePr/>
            <p:nvPr/>
          </p:nvGraphicFramePr>
          <p:xfrm>
            <a:off x="2170" y="2043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368300" imgH="508000" progId="Equation.3">
                    <p:embed/>
                  </p:oleObj>
                </mc:Choice>
                <mc:Fallback>
                  <p:oleObj name="公式" r:id="rId47" imgW="368300" imgH="508000" progId="Equation.3">
                    <p:embed/>
                    <p:pic>
                      <p:nvPicPr>
                        <p:cNvPr id="325" name="Object 14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2043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6" name="Group 150"/>
          <p:cNvGrpSpPr/>
          <p:nvPr/>
        </p:nvGrpSpPr>
        <p:grpSpPr bwMode="auto">
          <a:xfrm>
            <a:off x="1928198" y="5375683"/>
            <a:ext cx="3059113" cy="473075"/>
            <a:chOff x="532" y="2345"/>
            <a:chExt cx="1927" cy="298"/>
          </a:xfrm>
        </p:grpSpPr>
        <p:graphicFrame>
          <p:nvGraphicFramePr>
            <p:cNvPr id="327" name="Object 151"/>
            <p:cNvGraphicFramePr/>
            <p:nvPr>
              <p:extLst>
                <p:ext uri="{D42A27DB-BD31-4B8C-83A1-F6EECF244321}">
                  <p14:modId xmlns:p14="http://schemas.microsoft.com/office/powerpoint/2010/main" val="2984523762"/>
                </p:ext>
              </p:extLst>
            </p:nvPr>
          </p:nvGraphicFramePr>
          <p:xfrm>
            <a:off x="1574" y="2359"/>
            <a:ext cx="885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723600" imgH="228600" progId="Equation.DSMT4">
                    <p:embed/>
                  </p:oleObj>
                </mc:Choice>
                <mc:Fallback>
                  <p:oleObj name="Equation" r:id="rId52" imgW="723600" imgH="228600" progId="Equation.DSMT4">
                    <p:embed/>
                    <p:pic>
                      <p:nvPicPr>
                        <p:cNvPr id="327" name="Object 15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" y="2359"/>
                          <a:ext cx="885" cy="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" name="Rectangle 152"/>
            <p:cNvSpPr>
              <a:spLocks noChangeArrowheads="1"/>
            </p:cNvSpPr>
            <p:nvPr/>
          </p:nvSpPr>
          <p:spPr bwMode="auto">
            <a:xfrm>
              <a:off x="532" y="2345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旋转角均为   </a:t>
              </a:r>
            </a:p>
          </p:txBody>
        </p:sp>
      </p:grpSp>
      <p:sp>
        <p:nvSpPr>
          <p:cNvPr id="329" name="Rectangle 153"/>
          <p:cNvSpPr>
            <a:spLocks noChangeArrowheads="1"/>
          </p:cNvSpPr>
          <p:nvPr/>
        </p:nvSpPr>
        <p:spPr bwMode="auto">
          <a:xfrm>
            <a:off x="4957148" y="5374095"/>
            <a:ext cx="71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   </a:t>
            </a:r>
          </a:p>
        </p:txBody>
      </p:sp>
      <p:graphicFrame>
        <p:nvGraphicFramePr>
          <p:cNvPr id="330" name="Object 155"/>
          <p:cNvGraphicFramePr/>
          <p:nvPr>
            <p:extLst>
              <p:ext uri="{D42A27DB-BD31-4B8C-83A1-F6EECF244321}">
                <p14:modId xmlns:p14="http://schemas.microsoft.com/office/powerpoint/2010/main" val="1410335029"/>
              </p:ext>
            </p:extLst>
          </p:nvPr>
        </p:nvGraphicFramePr>
        <p:xfrm>
          <a:off x="2194719" y="5933833"/>
          <a:ext cx="2322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4" imgW="2489200" imgH="419100" progId="Equation.3">
                  <p:embed/>
                </p:oleObj>
              </mc:Choice>
              <mc:Fallback>
                <p:oleObj name="公式" r:id="rId54" imgW="2489200" imgH="419100" progId="Equation.3">
                  <p:embed/>
                  <p:pic>
                    <p:nvPicPr>
                      <p:cNvPr id="330" name="Object 15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719" y="5933833"/>
                        <a:ext cx="23225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" name="Object 156"/>
          <p:cNvGraphicFramePr/>
          <p:nvPr>
            <p:extLst>
              <p:ext uri="{D42A27DB-BD31-4B8C-83A1-F6EECF244321}">
                <p14:modId xmlns:p14="http://schemas.microsoft.com/office/powerpoint/2010/main" val="2984743913"/>
              </p:ext>
            </p:extLst>
          </p:nvPr>
        </p:nvGraphicFramePr>
        <p:xfrm>
          <a:off x="4595019" y="5940183"/>
          <a:ext cx="11731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6" imgW="1257300" imgH="419100" progId="Equation.3">
                  <p:embed/>
                </p:oleObj>
              </mc:Choice>
              <mc:Fallback>
                <p:oleObj name="公式" r:id="rId56" imgW="1257300" imgH="419100" progId="Equation.3">
                  <p:embed/>
                  <p:pic>
                    <p:nvPicPr>
                      <p:cNvPr id="331" name="Object 15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019" y="5940183"/>
                        <a:ext cx="11731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9D803D2-EC90-23C5-D8CC-4B2F8C280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165738"/>
              </p:ext>
            </p:extLst>
          </p:nvPr>
        </p:nvGraphicFramePr>
        <p:xfrm>
          <a:off x="1556306" y="1442776"/>
          <a:ext cx="4812787" cy="1331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3374180" imgH="933302" progId="Equation.DSMT4">
                  <p:embed/>
                </p:oleObj>
              </mc:Choice>
              <mc:Fallback>
                <p:oleObj name="Equation" r:id="rId58" imgW="3374180" imgH="93330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56306" y="1442776"/>
                        <a:ext cx="4812787" cy="1331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E8641C1-006F-53A4-48B0-E59121636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667119"/>
              </p:ext>
            </p:extLst>
          </p:nvPr>
        </p:nvGraphicFramePr>
        <p:xfrm>
          <a:off x="3471617" y="4389963"/>
          <a:ext cx="1582240" cy="45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787320" imgH="228600" progId="Equation.DSMT4">
                  <p:embed/>
                </p:oleObj>
              </mc:Choice>
              <mc:Fallback>
                <p:oleObj name="Equation" r:id="rId60" imgW="787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471617" y="4389963"/>
                        <a:ext cx="1582240" cy="45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/>
      <p:bldP spid="319" grpId="0"/>
      <p:bldP spid="3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862013" y="908286"/>
          <a:ext cx="24939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822400" imgH="4876800" progId="Equation.DSMT4">
                  <p:embed/>
                </p:oleObj>
              </mc:Choice>
              <mc:Fallback>
                <p:oleObj name="Equation" r:id="rId3" imgW="26822400" imgH="4876800" progId="Equation.DSMT4">
                  <p:embed/>
                  <p:pic>
                    <p:nvPicPr>
                      <p:cNvPr id="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08286"/>
                        <a:ext cx="2493963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" name="Group 22"/>
          <p:cNvGrpSpPr/>
          <p:nvPr/>
        </p:nvGrpSpPr>
        <p:grpSpPr bwMode="auto">
          <a:xfrm>
            <a:off x="7837090" y="3747918"/>
            <a:ext cx="1284288" cy="1844675"/>
            <a:chOff x="4056" y="2133"/>
            <a:chExt cx="809" cy="1162"/>
          </a:xfrm>
        </p:grpSpPr>
        <p:grpSp>
          <p:nvGrpSpPr>
            <p:cNvPr id="80" name="Group 23"/>
            <p:cNvGrpSpPr/>
            <p:nvPr/>
          </p:nvGrpSpPr>
          <p:grpSpPr bwMode="auto">
            <a:xfrm>
              <a:off x="4056" y="2166"/>
              <a:ext cx="809" cy="871"/>
              <a:chOff x="3336" y="582"/>
              <a:chExt cx="809" cy="871"/>
            </a:xfrm>
          </p:grpSpPr>
          <p:sp>
            <p:nvSpPr>
              <p:cNvPr id="86" name="Freeform 24"/>
              <p:cNvSpPr/>
              <p:nvPr/>
            </p:nvSpPr>
            <p:spPr bwMode="auto">
              <a:xfrm>
                <a:off x="3667" y="582"/>
                <a:ext cx="178" cy="868"/>
              </a:xfrm>
              <a:custGeom>
                <a:avLst/>
                <a:gdLst>
                  <a:gd name="T0" fmla="*/ 178 w 178"/>
                  <a:gd name="T1" fmla="*/ 868 h 868"/>
                  <a:gd name="T2" fmla="*/ 149 w 178"/>
                  <a:gd name="T3" fmla="*/ 833 h 868"/>
                  <a:gd name="T4" fmla="*/ 135 w 178"/>
                  <a:gd name="T5" fmla="*/ 818 h 868"/>
                  <a:gd name="T6" fmla="*/ 93 w 178"/>
                  <a:gd name="T7" fmla="*/ 751 h 868"/>
                  <a:gd name="T8" fmla="*/ 59 w 178"/>
                  <a:gd name="T9" fmla="*/ 683 h 868"/>
                  <a:gd name="T10" fmla="*/ 45 w 178"/>
                  <a:gd name="T11" fmla="*/ 649 h 868"/>
                  <a:gd name="T12" fmla="*/ 35 w 178"/>
                  <a:gd name="T13" fmla="*/ 617 h 868"/>
                  <a:gd name="T14" fmla="*/ 20 w 178"/>
                  <a:gd name="T15" fmla="*/ 551 h 868"/>
                  <a:gd name="T16" fmla="*/ 8 w 178"/>
                  <a:gd name="T17" fmla="*/ 483 h 868"/>
                  <a:gd name="T18" fmla="*/ 1 w 178"/>
                  <a:gd name="T19" fmla="*/ 412 h 868"/>
                  <a:gd name="T20" fmla="*/ 0 w 178"/>
                  <a:gd name="T21" fmla="*/ 339 h 868"/>
                  <a:gd name="T22" fmla="*/ 4 w 178"/>
                  <a:gd name="T23" fmla="*/ 267 h 868"/>
                  <a:gd name="T24" fmla="*/ 14 w 178"/>
                  <a:gd name="T25" fmla="*/ 195 h 868"/>
                  <a:gd name="T26" fmla="*/ 31 w 178"/>
                  <a:gd name="T27" fmla="*/ 123 h 868"/>
                  <a:gd name="T28" fmla="*/ 57 w 178"/>
                  <a:gd name="T29" fmla="*/ 54 h 868"/>
                  <a:gd name="T30" fmla="*/ 77 w 178"/>
                  <a:gd name="T31" fmla="*/ 0 h 86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8" h="868">
                    <a:moveTo>
                      <a:pt x="178" y="868"/>
                    </a:moveTo>
                    <a:lnTo>
                      <a:pt x="149" y="833"/>
                    </a:lnTo>
                    <a:lnTo>
                      <a:pt x="135" y="818"/>
                    </a:lnTo>
                    <a:lnTo>
                      <a:pt x="93" y="751"/>
                    </a:lnTo>
                    <a:lnTo>
                      <a:pt x="59" y="683"/>
                    </a:lnTo>
                    <a:lnTo>
                      <a:pt x="45" y="649"/>
                    </a:lnTo>
                    <a:lnTo>
                      <a:pt x="35" y="617"/>
                    </a:lnTo>
                    <a:lnTo>
                      <a:pt x="20" y="551"/>
                    </a:lnTo>
                    <a:lnTo>
                      <a:pt x="8" y="483"/>
                    </a:lnTo>
                    <a:lnTo>
                      <a:pt x="1" y="412"/>
                    </a:lnTo>
                    <a:lnTo>
                      <a:pt x="0" y="339"/>
                    </a:lnTo>
                    <a:lnTo>
                      <a:pt x="4" y="267"/>
                    </a:lnTo>
                    <a:lnTo>
                      <a:pt x="14" y="195"/>
                    </a:lnTo>
                    <a:lnTo>
                      <a:pt x="31" y="123"/>
                    </a:lnTo>
                    <a:lnTo>
                      <a:pt x="57" y="54"/>
                    </a:lnTo>
                    <a:lnTo>
                      <a:pt x="77" y="0"/>
                    </a:lnTo>
                  </a:path>
                </a:pathLst>
              </a:custGeom>
              <a:noFill/>
              <a:ln w="25400" cap="rnd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Line 25"/>
              <p:cNvSpPr>
                <a:spLocks noChangeShapeType="1"/>
              </p:cNvSpPr>
              <p:nvPr/>
            </p:nvSpPr>
            <p:spPr bwMode="auto">
              <a:xfrm rot="18600000" flipH="1">
                <a:off x="3592" y="900"/>
                <a:ext cx="297" cy="8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1" name="Arc 26"/>
            <p:cNvSpPr/>
            <p:nvPr/>
          </p:nvSpPr>
          <p:spPr bwMode="auto">
            <a:xfrm rot="-480115">
              <a:off x="4600" y="3210"/>
              <a:ext cx="137" cy="85"/>
            </a:xfrm>
            <a:custGeom>
              <a:avLst/>
              <a:gdLst>
                <a:gd name="T0" fmla="*/ 58 w 20699"/>
                <a:gd name="T1" fmla="*/ 0 h 19742"/>
                <a:gd name="T2" fmla="*/ 137 w 20699"/>
                <a:gd name="T3" fmla="*/ 58 h 19742"/>
                <a:gd name="T4" fmla="*/ 0 w 20699"/>
                <a:gd name="T5" fmla="*/ 85 h 197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99" h="19742" fill="none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</a:path>
                <a:path w="20699" h="19742" stroke="0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  <a:lnTo>
                    <a:pt x="0" y="19742"/>
                  </a:lnTo>
                  <a:lnTo>
                    <a:pt x="8763" y="-1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2" name="Object 27"/>
            <p:cNvGraphicFramePr>
              <a:graphicFrameLocks noChangeAspect="1"/>
            </p:cNvGraphicFramePr>
            <p:nvPr/>
          </p:nvGraphicFramePr>
          <p:xfrm>
            <a:off x="4697" y="3058"/>
            <a:ext cx="15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30200" imgH="444500" progId="Equation.3">
                    <p:embed/>
                  </p:oleObj>
                </mc:Choice>
                <mc:Fallback>
                  <p:oleObj name="公式" r:id="rId5" imgW="330200" imgH="444500" progId="Equation.3">
                    <p:embed/>
                    <p:pic>
                      <p:nvPicPr>
                        <p:cNvPr id="82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3058"/>
                          <a:ext cx="15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3" name="Group 28"/>
            <p:cNvGrpSpPr/>
            <p:nvPr/>
          </p:nvGrpSpPr>
          <p:grpSpPr bwMode="auto">
            <a:xfrm>
              <a:off x="4491" y="2133"/>
              <a:ext cx="149" cy="172"/>
              <a:chOff x="2918" y="2123"/>
              <a:chExt cx="149" cy="172"/>
            </a:xfrm>
          </p:grpSpPr>
          <p:graphicFrame>
            <p:nvGraphicFramePr>
              <p:cNvPr id="84" name="Object 29"/>
              <p:cNvGraphicFramePr>
                <a:graphicFrameLocks noChangeAspect="1"/>
              </p:cNvGraphicFramePr>
              <p:nvPr/>
            </p:nvGraphicFramePr>
            <p:xfrm>
              <a:off x="2918" y="2135"/>
              <a:ext cx="131" cy="1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79400" imgH="266700" progId="Equation.3">
                      <p:embed/>
                    </p:oleObj>
                  </mc:Choice>
                  <mc:Fallback>
                    <p:oleObj name="公式" r:id="rId7" imgW="279400" imgH="266700" progId="Equation.3">
                      <p:embed/>
                      <p:pic>
                        <p:nvPicPr>
                          <p:cNvPr id="84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8" y="2135"/>
                            <a:ext cx="131" cy="1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Object 30"/>
              <p:cNvGraphicFramePr>
                <a:graphicFrameLocks noChangeAspect="1"/>
              </p:cNvGraphicFramePr>
              <p:nvPr/>
            </p:nvGraphicFramePr>
            <p:xfrm>
              <a:off x="3007" y="2123"/>
              <a:ext cx="60" cy="1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27000" imgH="368300" progId="Equation.3">
                      <p:embed/>
                    </p:oleObj>
                  </mc:Choice>
                  <mc:Fallback>
                    <p:oleObj name="公式" r:id="rId9" imgW="127000" imgH="368300" progId="Equation.3">
                      <p:embed/>
                      <p:pic>
                        <p:nvPicPr>
                          <p:cNvPr id="85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7" y="2123"/>
                            <a:ext cx="60" cy="1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88" name="Group 31"/>
          <p:cNvGrpSpPr/>
          <p:nvPr/>
        </p:nvGrpSpPr>
        <p:grpSpPr bwMode="auto">
          <a:xfrm>
            <a:off x="8688809" y="1025355"/>
            <a:ext cx="1163638" cy="1800225"/>
            <a:chOff x="4388" y="418"/>
            <a:chExt cx="733" cy="1134"/>
          </a:xfrm>
        </p:grpSpPr>
        <p:grpSp>
          <p:nvGrpSpPr>
            <p:cNvPr id="89" name="Group 32"/>
            <p:cNvGrpSpPr/>
            <p:nvPr/>
          </p:nvGrpSpPr>
          <p:grpSpPr bwMode="auto">
            <a:xfrm>
              <a:off x="4388" y="443"/>
              <a:ext cx="589" cy="999"/>
              <a:chOff x="1358" y="575"/>
              <a:chExt cx="589" cy="999"/>
            </a:xfrm>
          </p:grpSpPr>
          <p:sp>
            <p:nvSpPr>
              <p:cNvPr id="93" name="Freeform 33"/>
              <p:cNvSpPr/>
              <p:nvPr/>
            </p:nvSpPr>
            <p:spPr bwMode="auto">
              <a:xfrm rot="-3000000">
                <a:off x="1396" y="787"/>
                <a:ext cx="763" cy="339"/>
              </a:xfrm>
              <a:custGeom>
                <a:avLst/>
                <a:gdLst>
                  <a:gd name="T0" fmla="*/ 0 w 763"/>
                  <a:gd name="T1" fmla="*/ 339 h 339"/>
                  <a:gd name="T2" fmla="*/ 48 w 763"/>
                  <a:gd name="T3" fmla="*/ 266 h 339"/>
                  <a:gd name="T4" fmla="*/ 107 w 763"/>
                  <a:gd name="T5" fmla="*/ 208 h 339"/>
                  <a:gd name="T6" fmla="*/ 166 w 763"/>
                  <a:gd name="T7" fmla="*/ 154 h 339"/>
                  <a:gd name="T8" fmla="*/ 238 w 763"/>
                  <a:gd name="T9" fmla="*/ 97 h 339"/>
                  <a:gd name="T10" fmla="*/ 274 w 763"/>
                  <a:gd name="T11" fmla="*/ 71 h 339"/>
                  <a:gd name="T12" fmla="*/ 311 w 763"/>
                  <a:gd name="T13" fmla="*/ 49 h 339"/>
                  <a:gd name="T14" fmla="*/ 350 w 763"/>
                  <a:gd name="T15" fmla="*/ 31 h 339"/>
                  <a:gd name="T16" fmla="*/ 382 w 763"/>
                  <a:gd name="T17" fmla="*/ 18 h 339"/>
                  <a:gd name="T18" fmla="*/ 417 w 763"/>
                  <a:gd name="T19" fmla="*/ 8 h 339"/>
                  <a:gd name="T20" fmla="*/ 451 w 763"/>
                  <a:gd name="T21" fmla="*/ 4 h 339"/>
                  <a:gd name="T22" fmla="*/ 498 w 763"/>
                  <a:gd name="T23" fmla="*/ 0 h 339"/>
                  <a:gd name="T24" fmla="*/ 554 w 763"/>
                  <a:gd name="T25" fmla="*/ 3 h 339"/>
                  <a:gd name="T26" fmla="*/ 614 w 763"/>
                  <a:gd name="T27" fmla="*/ 11 h 339"/>
                  <a:gd name="T28" fmla="*/ 657 w 763"/>
                  <a:gd name="T29" fmla="*/ 17 h 339"/>
                  <a:gd name="T30" fmla="*/ 707 w 763"/>
                  <a:gd name="T31" fmla="*/ 26 h 339"/>
                  <a:gd name="T32" fmla="*/ 763 w 763"/>
                  <a:gd name="T33" fmla="*/ 42 h 33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63" h="339">
                    <a:moveTo>
                      <a:pt x="0" y="339"/>
                    </a:moveTo>
                    <a:lnTo>
                      <a:pt x="48" y="266"/>
                    </a:lnTo>
                    <a:lnTo>
                      <a:pt x="107" y="208"/>
                    </a:lnTo>
                    <a:lnTo>
                      <a:pt x="166" y="154"/>
                    </a:lnTo>
                    <a:lnTo>
                      <a:pt x="238" y="97"/>
                    </a:lnTo>
                    <a:cubicBezTo>
                      <a:pt x="255" y="84"/>
                      <a:pt x="262" y="79"/>
                      <a:pt x="274" y="71"/>
                    </a:cubicBezTo>
                    <a:cubicBezTo>
                      <a:pt x="286" y="64"/>
                      <a:pt x="301" y="54"/>
                      <a:pt x="311" y="49"/>
                    </a:cubicBezTo>
                    <a:cubicBezTo>
                      <a:pt x="322" y="43"/>
                      <a:pt x="339" y="36"/>
                      <a:pt x="350" y="31"/>
                    </a:cubicBezTo>
                    <a:cubicBezTo>
                      <a:pt x="362" y="25"/>
                      <a:pt x="371" y="21"/>
                      <a:pt x="382" y="18"/>
                    </a:cubicBezTo>
                    <a:cubicBezTo>
                      <a:pt x="394" y="14"/>
                      <a:pt x="405" y="11"/>
                      <a:pt x="417" y="8"/>
                    </a:cubicBezTo>
                    <a:cubicBezTo>
                      <a:pt x="429" y="6"/>
                      <a:pt x="438" y="6"/>
                      <a:pt x="451" y="4"/>
                    </a:cubicBezTo>
                    <a:cubicBezTo>
                      <a:pt x="464" y="2"/>
                      <a:pt x="498" y="0"/>
                      <a:pt x="498" y="0"/>
                    </a:cubicBezTo>
                    <a:cubicBezTo>
                      <a:pt x="498" y="0"/>
                      <a:pt x="554" y="3"/>
                      <a:pt x="554" y="3"/>
                    </a:cubicBezTo>
                    <a:cubicBezTo>
                      <a:pt x="554" y="3"/>
                      <a:pt x="614" y="11"/>
                      <a:pt x="614" y="11"/>
                    </a:cubicBezTo>
                    <a:cubicBezTo>
                      <a:pt x="614" y="11"/>
                      <a:pt x="642" y="14"/>
                      <a:pt x="657" y="17"/>
                    </a:cubicBezTo>
                    <a:cubicBezTo>
                      <a:pt x="673" y="21"/>
                      <a:pt x="689" y="23"/>
                      <a:pt x="707" y="26"/>
                    </a:cubicBezTo>
                    <a:cubicBezTo>
                      <a:pt x="724" y="30"/>
                      <a:pt x="752" y="39"/>
                      <a:pt x="763" y="42"/>
                    </a:cubicBezTo>
                  </a:path>
                </a:pathLst>
              </a:custGeom>
              <a:noFill/>
              <a:ln w="25400" cap="rnd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Freeform 34"/>
              <p:cNvSpPr/>
              <p:nvPr/>
            </p:nvSpPr>
            <p:spPr bwMode="auto">
              <a:xfrm rot="-3438206">
                <a:off x="1318" y="992"/>
                <a:ext cx="622" cy="542"/>
              </a:xfrm>
              <a:custGeom>
                <a:avLst/>
                <a:gdLst>
                  <a:gd name="T0" fmla="*/ 622 w 731"/>
                  <a:gd name="T1" fmla="*/ 0 h 637"/>
                  <a:gd name="T2" fmla="*/ 0 w 731"/>
                  <a:gd name="T3" fmla="*/ 542 h 6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31" h="637">
                    <a:moveTo>
                      <a:pt x="731" y="0"/>
                    </a:moveTo>
                    <a:lnTo>
                      <a:pt x="0" y="637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" name="Arc 35"/>
            <p:cNvSpPr/>
            <p:nvPr/>
          </p:nvSpPr>
          <p:spPr bwMode="auto">
            <a:xfrm rot="-480115">
              <a:off x="4632" y="1471"/>
              <a:ext cx="146" cy="81"/>
            </a:xfrm>
            <a:custGeom>
              <a:avLst/>
              <a:gdLst>
                <a:gd name="T0" fmla="*/ 87 w 21583"/>
                <a:gd name="T1" fmla="*/ 0 h 17357"/>
                <a:gd name="T2" fmla="*/ 146 w 21583"/>
                <a:gd name="T3" fmla="*/ 77 h 17357"/>
                <a:gd name="T4" fmla="*/ 0 w 21583"/>
                <a:gd name="T5" fmla="*/ 81 h 173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3" h="17357" fill="none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</a:path>
                <a:path w="21583" h="17357" stroke="0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  <a:lnTo>
                    <a:pt x="0" y="17357"/>
                  </a:lnTo>
                  <a:lnTo>
                    <a:pt x="12856" y="0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1" name="Object 36"/>
            <p:cNvGraphicFramePr>
              <a:graphicFrameLocks noChangeAspect="1"/>
            </p:cNvGraphicFramePr>
            <p:nvPr/>
          </p:nvGraphicFramePr>
          <p:xfrm>
            <a:off x="4759" y="1350"/>
            <a:ext cx="13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79400" imgH="368300" progId="Equation.3">
                    <p:embed/>
                  </p:oleObj>
                </mc:Choice>
                <mc:Fallback>
                  <p:oleObj name="公式" r:id="rId11" imgW="279400" imgH="368300" progId="Equation.3">
                    <p:embed/>
                    <p:pic>
                      <p:nvPicPr>
                        <p:cNvPr id="91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" y="1350"/>
                          <a:ext cx="130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37"/>
            <p:cNvGraphicFramePr>
              <a:graphicFrameLocks noChangeAspect="1"/>
            </p:cNvGraphicFramePr>
            <p:nvPr/>
          </p:nvGraphicFramePr>
          <p:xfrm>
            <a:off x="4967" y="418"/>
            <a:ext cx="154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30200" imgH="368300" progId="Equation.3">
                    <p:embed/>
                  </p:oleObj>
                </mc:Choice>
                <mc:Fallback>
                  <p:oleObj name="公式" r:id="rId13" imgW="330200" imgH="368300" progId="Equation.3">
                    <p:embed/>
                    <p:pic>
                      <p:nvPicPr>
                        <p:cNvPr id="92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418"/>
                          <a:ext cx="154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" name="Freeform 39"/>
          <p:cNvSpPr/>
          <p:nvPr/>
        </p:nvSpPr>
        <p:spPr bwMode="auto">
          <a:xfrm>
            <a:off x="8510190" y="4198768"/>
            <a:ext cx="941388" cy="785812"/>
          </a:xfrm>
          <a:custGeom>
            <a:avLst/>
            <a:gdLst>
              <a:gd name="T0" fmla="*/ 941388 w 593"/>
              <a:gd name="T1" fmla="*/ 1587 h 495"/>
              <a:gd name="T2" fmla="*/ 0 w 593"/>
              <a:gd name="T3" fmla="*/ 785812 h 495"/>
              <a:gd name="T4" fmla="*/ 47625 w 593"/>
              <a:gd name="T5" fmla="*/ 674687 h 495"/>
              <a:gd name="T6" fmla="*/ 74613 w 593"/>
              <a:gd name="T7" fmla="*/ 622300 h 495"/>
              <a:gd name="T8" fmla="*/ 103188 w 593"/>
              <a:gd name="T9" fmla="*/ 577850 h 495"/>
              <a:gd name="T10" fmla="*/ 168275 w 593"/>
              <a:gd name="T11" fmla="*/ 492125 h 495"/>
              <a:gd name="T12" fmla="*/ 238125 w 593"/>
              <a:gd name="T13" fmla="*/ 407987 h 495"/>
              <a:gd name="T14" fmla="*/ 317500 w 593"/>
              <a:gd name="T15" fmla="*/ 328612 h 495"/>
              <a:gd name="T16" fmla="*/ 404813 w 593"/>
              <a:gd name="T17" fmla="*/ 252412 h 495"/>
              <a:gd name="T18" fmla="*/ 496888 w 593"/>
              <a:gd name="T19" fmla="*/ 182562 h 495"/>
              <a:gd name="T20" fmla="*/ 595313 w 593"/>
              <a:gd name="T21" fmla="*/ 122237 h 495"/>
              <a:gd name="T22" fmla="*/ 700088 w 593"/>
              <a:gd name="T23" fmla="*/ 69850 h 495"/>
              <a:gd name="T24" fmla="*/ 809625 w 593"/>
              <a:gd name="T25" fmla="*/ 30162 h 495"/>
              <a:gd name="T26" fmla="*/ 869950 w 593"/>
              <a:gd name="T27" fmla="*/ 12700 h 495"/>
              <a:gd name="T28" fmla="*/ 933450 w 593"/>
              <a:gd name="T29" fmla="*/ 0 h 49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93" h="495">
                <a:moveTo>
                  <a:pt x="593" y="1"/>
                </a:moveTo>
                <a:lnTo>
                  <a:pt x="0" y="495"/>
                </a:lnTo>
                <a:lnTo>
                  <a:pt x="30" y="425"/>
                </a:lnTo>
                <a:lnTo>
                  <a:pt x="47" y="392"/>
                </a:lnTo>
                <a:lnTo>
                  <a:pt x="65" y="364"/>
                </a:lnTo>
                <a:lnTo>
                  <a:pt x="106" y="310"/>
                </a:lnTo>
                <a:lnTo>
                  <a:pt x="150" y="257"/>
                </a:lnTo>
                <a:lnTo>
                  <a:pt x="200" y="207"/>
                </a:lnTo>
                <a:lnTo>
                  <a:pt x="255" y="159"/>
                </a:lnTo>
                <a:lnTo>
                  <a:pt x="313" y="115"/>
                </a:lnTo>
                <a:lnTo>
                  <a:pt x="375" y="77"/>
                </a:lnTo>
                <a:lnTo>
                  <a:pt x="441" y="44"/>
                </a:lnTo>
                <a:lnTo>
                  <a:pt x="510" y="19"/>
                </a:lnTo>
                <a:lnTo>
                  <a:pt x="548" y="8"/>
                </a:lnTo>
                <a:lnTo>
                  <a:pt x="588" y="0"/>
                </a:ln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Freeform 40"/>
          <p:cNvSpPr/>
          <p:nvPr/>
        </p:nvSpPr>
        <p:spPr bwMode="auto">
          <a:xfrm>
            <a:off x="9109497" y="1738143"/>
            <a:ext cx="841375" cy="434975"/>
          </a:xfrm>
          <a:custGeom>
            <a:avLst/>
            <a:gdLst>
              <a:gd name="T0" fmla="*/ 828675 w 530"/>
              <a:gd name="T1" fmla="*/ 18251 h 286"/>
              <a:gd name="T2" fmla="*/ 28575 w 530"/>
              <a:gd name="T3" fmla="*/ 401515 h 286"/>
              <a:gd name="T4" fmla="*/ 123825 w 530"/>
              <a:gd name="T5" fmla="*/ 326992 h 286"/>
              <a:gd name="T6" fmla="*/ 217488 w 530"/>
              <a:gd name="T7" fmla="*/ 244864 h 286"/>
              <a:gd name="T8" fmla="*/ 331788 w 530"/>
              <a:gd name="T9" fmla="*/ 158173 h 286"/>
              <a:gd name="T10" fmla="*/ 388938 w 530"/>
              <a:gd name="T11" fmla="*/ 118630 h 286"/>
              <a:gd name="T12" fmla="*/ 447675 w 530"/>
              <a:gd name="T13" fmla="*/ 85170 h 286"/>
              <a:gd name="T14" fmla="*/ 509588 w 530"/>
              <a:gd name="T15" fmla="*/ 57794 h 286"/>
              <a:gd name="T16" fmla="*/ 560388 w 530"/>
              <a:gd name="T17" fmla="*/ 38022 h 286"/>
              <a:gd name="T18" fmla="*/ 615950 w 530"/>
              <a:gd name="T19" fmla="*/ 22813 h 286"/>
              <a:gd name="T20" fmla="*/ 669925 w 530"/>
              <a:gd name="T21" fmla="*/ 16730 h 286"/>
              <a:gd name="T22" fmla="*/ 744538 w 530"/>
              <a:gd name="T23" fmla="*/ 10646 h 286"/>
              <a:gd name="T24" fmla="*/ 833438 w 530"/>
              <a:gd name="T25" fmla="*/ 15209 h 28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30" h="286">
                <a:moveTo>
                  <a:pt x="522" y="12"/>
                </a:moveTo>
                <a:cubicBezTo>
                  <a:pt x="530" y="0"/>
                  <a:pt x="0" y="286"/>
                  <a:pt x="18" y="264"/>
                </a:cubicBezTo>
                <a:cubicBezTo>
                  <a:pt x="36" y="242"/>
                  <a:pt x="59" y="233"/>
                  <a:pt x="78" y="215"/>
                </a:cubicBezTo>
                <a:lnTo>
                  <a:pt x="137" y="161"/>
                </a:lnTo>
                <a:lnTo>
                  <a:pt x="209" y="104"/>
                </a:lnTo>
                <a:cubicBezTo>
                  <a:pt x="226" y="91"/>
                  <a:pt x="233" y="86"/>
                  <a:pt x="245" y="78"/>
                </a:cubicBezTo>
                <a:cubicBezTo>
                  <a:pt x="257" y="71"/>
                  <a:pt x="272" y="61"/>
                  <a:pt x="282" y="56"/>
                </a:cubicBezTo>
                <a:cubicBezTo>
                  <a:pt x="293" y="50"/>
                  <a:pt x="310" y="43"/>
                  <a:pt x="321" y="38"/>
                </a:cubicBezTo>
                <a:cubicBezTo>
                  <a:pt x="333" y="32"/>
                  <a:pt x="342" y="28"/>
                  <a:pt x="353" y="25"/>
                </a:cubicBezTo>
                <a:cubicBezTo>
                  <a:pt x="365" y="21"/>
                  <a:pt x="376" y="18"/>
                  <a:pt x="388" y="15"/>
                </a:cubicBezTo>
                <a:cubicBezTo>
                  <a:pt x="400" y="13"/>
                  <a:pt x="409" y="13"/>
                  <a:pt x="422" y="11"/>
                </a:cubicBezTo>
                <a:cubicBezTo>
                  <a:pt x="435" y="9"/>
                  <a:pt x="469" y="7"/>
                  <a:pt x="469" y="7"/>
                </a:cubicBezTo>
                <a:cubicBezTo>
                  <a:pt x="469" y="7"/>
                  <a:pt x="516" y="9"/>
                  <a:pt x="525" y="10"/>
                </a:cubicBezTo>
              </a:path>
            </a:pathLst>
          </a:custGeom>
          <a:gradFill rotWithShape="1">
            <a:gsLst>
              <a:gs pos="0">
                <a:srgbClr val="F47A00"/>
              </a:gs>
              <a:gs pos="100000">
                <a:srgbClr val="FFF0E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Line 41"/>
          <p:cNvSpPr>
            <a:spLocks noChangeShapeType="1"/>
          </p:cNvSpPr>
          <p:nvPr/>
        </p:nvSpPr>
        <p:spPr bwMode="auto">
          <a:xfrm>
            <a:off x="7566447" y="2809705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Freeform 42"/>
          <p:cNvSpPr/>
          <p:nvPr/>
        </p:nvSpPr>
        <p:spPr bwMode="auto">
          <a:xfrm>
            <a:off x="8446690" y="4192418"/>
            <a:ext cx="1285875" cy="1027112"/>
          </a:xfrm>
          <a:custGeom>
            <a:avLst/>
            <a:gdLst>
              <a:gd name="T0" fmla="*/ 0 w 810"/>
              <a:gd name="T1" fmla="*/ 1027112 h 647"/>
              <a:gd name="T2" fmla="*/ 14288 w 810"/>
              <a:gd name="T3" fmla="*/ 955675 h 647"/>
              <a:gd name="T4" fmla="*/ 17463 w 810"/>
              <a:gd name="T5" fmla="*/ 923925 h 647"/>
              <a:gd name="T6" fmla="*/ 57150 w 810"/>
              <a:gd name="T7" fmla="*/ 804862 h 647"/>
              <a:gd name="T8" fmla="*/ 104775 w 810"/>
              <a:gd name="T9" fmla="*/ 693737 h 647"/>
              <a:gd name="T10" fmla="*/ 131763 w 810"/>
              <a:gd name="T11" fmla="*/ 641350 h 647"/>
              <a:gd name="T12" fmla="*/ 160338 w 810"/>
              <a:gd name="T13" fmla="*/ 596900 h 647"/>
              <a:gd name="T14" fmla="*/ 225425 w 810"/>
              <a:gd name="T15" fmla="*/ 511175 h 647"/>
              <a:gd name="T16" fmla="*/ 295275 w 810"/>
              <a:gd name="T17" fmla="*/ 427037 h 647"/>
              <a:gd name="T18" fmla="*/ 374650 w 810"/>
              <a:gd name="T19" fmla="*/ 347662 h 647"/>
              <a:gd name="T20" fmla="*/ 461963 w 810"/>
              <a:gd name="T21" fmla="*/ 271462 h 647"/>
              <a:gd name="T22" fmla="*/ 554038 w 810"/>
              <a:gd name="T23" fmla="*/ 201612 h 647"/>
              <a:gd name="T24" fmla="*/ 652463 w 810"/>
              <a:gd name="T25" fmla="*/ 141287 h 647"/>
              <a:gd name="T26" fmla="*/ 757238 w 810"/>
              <a:gd name="T27" fmla="*/ 88900 h 647"/>
              <a:gd name="T28" fmla="*/ 866775 w 810"/>
              <a:gd name="T29" fmla="*/ 49212 h 647"/>
              <a:gd name="T30" fmla="*/ 927100 w 810"/>
              <a:gd name="T31" fmla="*/ 31750 h 647"/>
              <a:gd name="T32" fmla="*/ 990600 w 810"/>
              <a:gd name="T33" fmla="*/ 19050 h 647"/>
              <a:gd name="T34" fmla="*/ 1133475 w 810"/>
              <a:gd name="T35" fmla="*/ 6350 h 647"/>
              <a:gd name="T36" fmla="*/ 1285875 w 810"/>
              <a:gd name="T37" fmla="*/ 0 h 64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810" h="647">
                <a:moveTo>
                  <a:pt x="0" y="647"/>
                </a:moveTo>
                <a:lnTo>
                  <a:pt x="9" y="602"/>
                </a:lnTo>
                <a:lnTo>
                  <a:pt x="11" y="582"/>
                </a:lnTo>
                <a:lnTo>
                  <a:pt x="36" y="507"/>
                </a:lnTo>
                <a:lnTo>
                  <a:pt x="66" y="437"/>
                </a:lnTo>
                <a:lnTo>
                  <a:pt x="83" y="404"/>
                </a:lnTo>
                <a:lnTo>
                  <a:pt x="101" y="376"/>
                </a:lnTo>
                <a:lnTo>
                  <a:pt x="142" y="322"/>
                </a:lnTo>
                <a:lnTo>
                  <a:pt x="186" y="269"/>
                </a:lnTo>
                <a:lnTo>
                  <a:pt x="236" y="219"/>
                </a:lnTo>
                <a:lnTo>
                  <a:pt x="291" y="171"/>
                </a:lnTo>
                <a:lnTo>
                  <a:pt x="349" y="127"/>
                </a:lnTo>
                <a:lnTo>
                  <a:pt x="411" y="89"/>
                </a:lnTo>
                <a:lnTo>
                  <a:pt x="477" y="56"/>
                </a:lnTo>
                <a:lnTo>
                  <a:pt x="546" y="31"/>
                </a:lnTo>
                <a:lnTo>
                  <a:pt x="584" y="20"/>
                </a:lnTo>
                <a:lnTo>
                  <a:pt x="624" y="12"/>
                </a:lnTo>
                <a:lnTo>
                  <a:pt x="714" y="4"/>
                </a:lnTo>
                <a:lnTo>
                  <a:pt x="810" y="0"/>
                </a:ln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Line 43"/>
          <p:cNvSpPr>
            <a:spLocks noChangeShapeType="1"/>
          </p:cNvSpPr>
          <p:nvPr/>
        </p:nvSpPr>
        <p:spPr bwMode="auto">
          <a:xfrm flipV="1">
            <a:off x="7841853" y="3922543"/>
            <a:ext cx="1960562" cy="1622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Arc 44"/>
          <p:cNvSpPr/>
          <p:nvPr/>
        </p:nvSpPr>
        <p:spPr bwMode="auto">
          <a:xfrm rot="21119885">
            <a:off x="7847434" y="2712868"/>
            <a:ext cx="231775" cy="114300"/>
          </a:xfrm>
          <a:custGeom>
            <a:avLst/>
            <a:gdLst>
              <a:gd name="T0" fmla="*/ 218652 w 21583"/>
              <a:gd name="T1" fmla="*/ 0 h 7209"/>
              <a:gd name="T2" fmla="*/ 231775 w 21583"/>
              <a:gd name="T3" fmla="*/ 100585 h 7209"/>
              <a:gd name="T4" fmla="*/ 0 w 21583"/>
              <a:gd name="T5" fmla="*/ 114300 h 72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lnTo>
                  <a:pt x="20361" y="-1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Freeform 45"/>
          <p:cNvSpPr/>
          <p:nvPr/>
        </p:nvSpPr>
        <p:spPr bwMode="auto">
          <a:xfrm>
            <a:off x="9038059" y="1752430"/>
            <a:ext cx="1211263" cy="538163"/>
          </a:xfrm>
          <a:custGeom>
            <a:avLst/>
            <a:gdLst>
              <a:gd name="T0" fmla="*/ 0 w 763"/>
              <a:gd name="T1" fmla="*/ 538163 h 339"/>
              <a:gd name="T2" fmla="*/ 76200 w 763"/>
              <a:gd name="T3" fmla="*/ 422275 h 339"/>
              <a:gd name="T4" fmla="*/ 169863 w 763"/>
              <a:gd name="T5" fmla="*/ 330200 h 339"/>
              <a:gd name="T6" fmla="*/ 263525 w 763"/>
              <a:gd name="T7" fmla="*/ 244475 h 339"/>
              <a:gd name="T8" fmla="*/ 377825 w 763"/>
              <a:gd name="T9" fmla="*/ 153988 h 339"/>
              <a:gd name="T10" fmla="*/ 434975 w 763"/>
              <a:gd name="T11" fmla="*/ 112713 h 339"/>
              <a:gd name="T12" fmla="*/ 493713 w 763"/>
              <a:gd name="T13" fmla="*/ 77788 h 339"/>
              <a:gd name="T14" fmla="*/ 555625 w 763"/>
              <a:gd name="T15" fmla="*/ 49213 h 339"/>
              <a:gd name="T16" fmla="*/ 606425 w 763"/>
              <a:gd name="T17" fmla="*/ 28575 h 339"/>
              <a:gd name="T18" fmla="*/ 661988 w 763"/>
              <a:gd name="T19" fmla="*/ 12700 h 339"/>
              <a:gd name="T20" fmla="*/ 715963 w 763"/>
              <a:gd name="T21" fmla="*/ 6350 h 339"/>
              <a:gd name="T22" fmla="*/ 790575 w 763"/>
              <a:gd name="T23" fmla="*/ 0 h 339"/>
              <a:gd name="T24" fmla="*/ 879475 w 763"/>
              <a:gd name="T25" fmla="*/ 4763 h 339"/>
              <a:gd name="T26" fmla="*/ 974725 w 763"/>
              <a:gd name="T27" fmla="*/ 17463 h 339"/>
              <a:gd name="T28" fmla="*/ 1042988 w 763"/>
              <a:gd name="T29" fmla="*/ 26988 h 339"/>
              <a:gd name="T30" fmla="*/ 1122363 w 763"/>
              <a:gd name="T31" fmla="*/ 41275 h 339"/>
              <a:gd name="T32" fmla="*/ 1211263 w 763"/>
              <a:gd name="T33" fmla="*/ 66675 h 33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763" h="339">
                <a:moveTo>
                  <a:pt x="0" y="339"/>
                </a:moveTo>
                <a:lnTo>
                  <a:pt x="48" y="266"/>
                </a:lnTo>
                <a:lnTo>
                  <a:pt x="107" y="208"/>
                </a:lnTo>
                <a:lnTo>
                  <a:pt x="166" y="154"/>
                </a:lnTo>
                <a:lnTo>
                  <a:pt x="238" y="97"/>
                </a:lnTo>
                <a:cubicBezTo>
                  <a:pt x="255" y="84"/>
                  <a:pt x="262" y="79"/>
                  <a:pt x="274" y="71"/>
                </a:cubicBezTo>
                <a:cubicBezTo>
                  <a:pt x="286" y="64"/>
                  <a:pt x="301" y="54"/>
                  <a:pt x="311" y="49"/>
                </a:cubicBezTo>
                <a:cubicBezTo>
                  <a:pt x="322" y="43"/>
                  <a:pt x="339" y="36"/>
                  <a:pt x="350" y="31"/>
                </a:cubicBezTo>
                <a:cubicBezTo>
                  <a:pt x="362" y="25"/>
                  <a:pt x="371" y="21"/>
                  <a:pt x="382" y="18"/>
                </a:cubicBezTo>
                <a:cubicBezTo>
                  <a:pt x="394" y="14"/>
                  <a:pt x="405" y="11"/>
                  <a:pt x="417" y="8"/>
                </a:cubicBezTo>
                <a:cubicBezTo>
                  <a:pt x="429" y="6"/>
                  <a:pt x="438" y="6"/>
                  <a:pt x="451" y="4"/>
                </a:cubicBezTo>
                <a:cubicBezTo>
                  <a:pt x="464" y="2"/>
                  <a:pt x="498" y="0"/>
                  <a:pt x="498" y="0"/>
                </a:cubicBezTo>
                <a:cubicBezTo>
                  <a:pt x="498" y="0"/>
                  <a:pt x="554" y="3"/>
                  <a:pt x="554" y="3"/>
                </a:cubicBezTo>
                <a:cubicBezTo>
                  <a:pt x="554" y="3"/>
                  <a:pt x="614" y="11"/>
                  <a:pt x="614" y="11"/>
                </a:cubicBezTo>
                <a:cubicBezTo>
                  <a:pt x="614" y="11"/>
                  <a:pt x="642" y="14"/>
                  <a:pt x="657" y="17"/>
                </a:cubicBezTo>
                <a:cubicBezTo>
                  <a:pt x="673" y="21"/>
                  <a:pt x="689" y="23"/>
                  <a:pt x="707" y="26"/>
                </a:cubicBezTo>
                <a:cubicBezTo>
                  <a:pt x="724" y="30"/>
                  <a:pt x="752" y="39"/>
                  <a:pt x="763" y="42"/>
                </a:cubicBezTo>
              </a:path>
            </a:pathLst>
          </a:custGeom>
          <a:noFill/>
          <a:ln w="25400" cap="rnd" cmpd="sng">
            <a:solidFill>
              <a:srgbClr val="0000FF"/>
            </a:solidFill>
            <a:prstDash val="solid"/>
            <a:round/>
            <a:headEnd type="none" w="sm" len="sm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Line 46"/>
          <p:cNvSpPr>
            <a:spLocks noChangeShapeType="1"/>
          </p:cNvSpPr>
          <p:nvPr/>
        </p:nvSpPr>
        <p:spPr bwMode="auto">
          <a:xfrm rot="21172570" flipV="1">
            <a:off x="7753772" y="1714330"/>
            <a:ext cx="2665412" cy="9286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Freeform 47"/>
          <p:cNvSpPr/>
          <p:nvPr/>
        </p:nvSpPr>
        <p:spPr bwMode="auto">
          <a:xfrm rot="21161794">
            <a:off x="8468147" y="1728618"/>
            <a:ext cx="1160462" cy="1011237"/>
          </a:xfrm>
          <a:custGeom>
            <a:avLst/>
            <a:gdLst>
              <a:gd name="T0" fmla="*/ 1160462 w 731"/>
              <a:gd name="T1" fmla="*/ 0 h 637"/>
              <a:gd name="T2" fmla="*/ 0 w 731"/>
              <a:gd name="T3" fmla="*/ 1011237 h 63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31" h="637">
                <a:moveTo>
                  <a:pt x="731" y="0"/>
                </a:moveTo>
                <a:lnTo>
                  <a:pt x="0" y="637"/>
                </a:lnTo>
              </a:path>
            </a:pathLst>
          </a:custGeom>
          <a:noFill/>
          <a:ln w="9525" cmpd="sng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48"/>
          <p:cNvSpPr>
            <a:spLocks noChangeShapeType="1"/>
          </p:cNvSpPr>
          <p:nvPr/>
        </p:nvSpPr>
        <p:spPr bwMode="auto">
          <a:xfrm flipH="1">
            <a:off x="8295878" y="4414668"/>
            <a:ext cx="420687" cy="1135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" name="Arc 49"/>
          <p:cNvSpPr/>
          <p:nvPr/>
        </p:nvSpPr>
        <p:spPr bwMode="auto">
          <a:xfrm rot="257550">
            <a:off x="8464972" y="2709693"/>
            <a:ext cx="215900" cy="252412"/>
          </a:xfrm>
          <a:custGeom>
            <a:avLst/>
            <a:gdLst>
              <a:gd name="T0" fmla="*/ 162218 w 18601"/>
              <a:gd name="T1" fmla="*/ 0 h 16469"/>
              <a:gd name="T2" fmla="*/ 215900 w 18601"/>
              <a:gd name="T3" fmla="*/ 84127 h 16469"/>
              <a:gd name="T4" fmla="*/ 0 w 18601"/>
              <a:gd name="T5" fmla="*/ 252412 h 16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lnTo>
                  <a:pt x="13976" y="-1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6" name="Object 50"/>
          <p:cNvGraphicFramePr>
            <a:graphicFrameLocks noChangeAspect="1"/>
          </p:cNvGraphicFramePr>
          <p:nvPr/>
        </p:nvGraphicFramePr>
        <p:xfrm>
          <a:off x="8207797" y="2590630"/>
          <a:ext cx="158750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15900" imgH="279400" progId="Equation.3">
                  <p:embed/>
                </p:oleObj>
              </mc:Choice>
              <mc:Fallback>
                <p:oleObj name="公式" r:id="rId15" imgW="215900" imgH="279400" progId="Equation.3">
                  <p:embed/>
                  <p:pic>
                    <p:nvPicPr>
                      <p:cNvPr id="106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797" y="2590630"/>
                        <a:ext cx="158750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51"/>
          <p:cNvGraphicFramePr>
            <a:graphicFrameLocks noChangeAspect="1"/>
          </p:cNvGraphicFramePr>
          <p:nvPr/>
        </p:nvGraphicFramePr>
        <p:xfrm>
          <a:off x="8728497" y="2527130"/>
          <a:ext cx="2159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92100" imgH="381000" progId="Equation.3">
                  <p:embed/>
                </p:oleObj>
              </mc:Choice>
              <mc:Fallback>
                <p:oleObj name="公式" r:id="rId17" imgW="292100" imgH="381000" progId="Equation.3">
                  <p:embed/>
                  <p:pic>
                    <p:nvPicPr>
                      <p:cNvPr id="10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8497" y="2527130"/>
                        <a:ext cx="2159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52"/>
          <p:cNvGraphicFramePr/>
          <p:nvPr/>
        </p:nvGraphicFramePr>
        <p:xfrm>
          <a:off x="10058822" y="2357268"/>
          <a:ext cx="3921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93700" imgH="342900" progId="Equation.3">
                  <p:embed/>
                </p:oleObj>
              </mc:Choice>
              <mc:Fallback>
                <p:oleObj name="公式" r:id="rId19" imgW="393700" imgH="342900" progId="Equation.3">
                  <p:embed/>
                  <p:pic>
                    <p:nvPicPr>
                      <p:cNvPr id="108" name="Object 5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822" y="2357268"/>
                        <a:ext cx="392112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53"/>
          <p:cNvGraphicFramePr>
            <a:graphicFrameLocks noChangeAspect="1"/>
          </p:cNvGraphicFramePr>
          <p:nvPr/>
        </p:nvGraphicFramePr>
        <p:xfrm>
          <a:off x="10282659" y="1695280"/>
          <a:ext cx="2540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42900" imgH="381000" progId="Equation.3">
                  <p:embed/>
                </p:oleObj>
              </mc:Choice>
              <mc:Fallback>
                <p:oleObj name="公式" r:id="rId21" imgW="342900" imgH="381000" progId="Equation.3">
                  <p:embed/>
                  <p:pic>
                    <p:nvPicPr>
                      <p:cNvPr id="109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2659" y="1695280"/>
                        <a:ext cx="2540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54"/>
          <p:cNvGraphicFramePr>
            <a:graphicFrameLocks noChangeAspect="1"/>
          </p:cNvGraphicFramePr>
          <p:nvPr/>
        </p:nvGraphicFramePr>
        <p:xfrm>
          <a:off x="9877847" y="1822280"/>
          <a:ext cx="130175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77800" imgH="215900" progId="Equation.3">
                  <p:embed/>
                </p:oleObj>
              </mc:Choice>
              <mc:Fallback>
                <p:oleObj name="公式" r:id="rId23" imgW="177800" imgH="215900" progId="Equation.3">
                  <p:embed/>
                  <p:pic>
                    <p:nvPicPr>
                      <p:cNvPr id="11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7847" y="1822280"/>
                        <a:ext cx="130175" cy="16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55"/>
          <p:cNvGraphicFramePr>
            <a:graphicFrameLocks noChangeAspect="1"/>
          </p:cNvGraphicFramePr>
          <p:nvPr/>
        </p:nvGraphicFramePr>
        <p:xfrm>
          <a:off x="9196809" y="2047705"/>
          <a:ext cx="2063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79400" imgH="381000" progId="Equation.3">
                  <p:embed/>
                </p:oleObj>
              </mc:Choice>
              <mc:Fallback>
                <p:oleObj name="公式" r:id="rId25" imgW="279400" imgH="381000" progId="Equation.3">
                  <p:embed/>
                  <p:pic>
                    <p:nvPicPr>
                      <p:cNvPr id="111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809" y="2047705"/>
                        <a:ext cx="2063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Arc 56"/>
          <p:cNvSpPr/>
          <p:nvPr/>
        </p:nvSpPr>
        <p:spPr bwMode="auto">
          <a:xfrm rot="21119885">
            <a:off x="7776765" y="5448130"/>
            <a:ext cx="231775" cy="114300"/>
          </a:xfrm>
          <a:custGeom>
            <a:avLst/>
            <a:gdLst>
              <a:gd name="T0" fmla="*/ 218652 w 21583"/>
              <a:gd name="T1" fmla="*/ 0 h 7209"/>
              <a:gd name="T2" fmla="*/ 231775 w 21583"/>
              <a:gd name="T3" fmla="*/ 100585 h 7209"/>
              <a:gd name="T4" fmla="*/ 0 w 21583"/>
              <a:gd name="T5" fmla="*/ 114300 h 72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3" h="7209" fill="none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</a:path>
              <a:path w="21583" h="7209" stroke="0" extrusionOk="0">
                <a:moveTo>
                  <a:pt x="20361" y="-1"/>
                </a:moveTo>
                <a:cubicBezTo>
                  <a:pt x="21084" y="2041"/>
                  <a:pt x="21495" y="4180"/>
                  <a:pt x="21582" y="6344"/>
                </a:cubicBezTo>
                <a:lnTo>
                  <a:pt x="0" y="7209"/>
                </a:lnTo>
                <a:lnTo>
                  <a:pt x="20361" y="-1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" name="Arc 57"/>
          <p:cNvSpPr/>
          <p:nvPr/>
        </p:nvSpPr>
        <p:spPr bwMode="auto">
          <a:xfrm rot="257550">
            <a:off x="8170465" y="5444955"/>
            <a:ext cx="215900" cy="252413"/>
          </a:xfrm>
          <a:custGeom>
            <a:avLst/>
            <a:gdLst>
              <a:gd name="T0" fmla="*/ 162218 w 18601"/>
              <a:gd name="T1" fmla="*/ 0 h 16469"/>
              <a:gd name="T2" fmla="*/ 215900 w 18601"/>
              <a:gd name="T3" fmla="*/ 84127 h 16469"/>
              <a:gd name="T4" fmla="*/ 0 w 18601"/>
              <a:gd name="T5" fmla="*/ 252413 h 16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601" h="16469" fill="none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</a:path>
              <a:path w="18601" h="16469" stroke="0" extrusionOk="0">
                <a:moveTo>
                  <a:pt x="13976" y="-1"/>
                </a:moveTo>
                <a:cubicBezTo>
                  <a:pt x="15813" y="1558"/>
                  <a:pt x="17376" y="3414"/>
                  <a:pt x="18601" y="5488"/>
                </a:cubicBezTo>
                <a:lnTo>
                  <a:pt x="0" y="16469"/>
                </a:lnTo>
                <a:lnTo>
                  <a:pt x="13976" y="-1"/>
                </a:lnTo>
                <a:close/>
              </a:path>
            </a:pathLst>
          </a:custGeom>
          <a:noFill/>
          <a:ln w="25400" cap="rnd" cmpd="dbl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4" name="Object 58"/>
          <p:cNvGraphicFramePr>
            <a:graphicFrameLocks noChangeAspect="1"/>
          </p:cNvGraphicFramePr>
          <p:nvPr/>
        </p:nvGraphicFramePr>
        <p:xfrm>
          <a:off x="8052990" y="5340180"/>
          <a:ext cx="166688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28600" imgH="266700" progId="Equation.3">
                  <p:embed/>
                </p:oleObj>
              </mc:Choice>
              <mc:Fallback>
                <p:oleObj name="公式" r:id="rId27" imgW="228600" imgH="266700" progId="Equation.3">
                  <p:embed/>
                  <p:pic>
                    <p:nvPicPr>
                      <p:cNvPr id="114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2990" y="5340180"/>
                        <a:ext cx="166688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59"/>
          <p:cNvGraphicFramePr>
            <a:graphicFrameLocks noChangeAspect="1"/>
          </p:cNvGraphicFramePr>
          <p:nvPr/>
        </p:nvGraphicFramePr>
        <p:xfrm>
          <a:off x="8405415" y="525763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342900" imgH="444500" progId="Equation.3">
                  <p:embed/>
                </p:oleObj>
              </mc:Choice>
              <mc:Fallback>
                <p:oleObj name="公式" r:id="rId29" imgW="342900" imgH="444500" progId="Equation.3">
                  <p:embed/>
                  <p:pic>
                    <p:nvPicPr>
                      <p:cNvPr id="115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415" y="5257630"/>
                        <a:ext cx="254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60"/>
          <p:cNvGraphicFramePr/>
          <p:nvPr/>
        </p:nvGraphicFramePr>
        <p:xfrm>
          <a:off x="9654778" y="5087768"/>
          <a:ext cx="4683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469900" imgH="342900" progId="Equation.3">
                  <p:embed/>
                </p:oleObj>
              </mc:Choice>
              <mc:Fallback>
                <p:oleObj name="公式" r:id="rId31" imgW="469900" imgH="342900" progId="Equation.3">
                  <p:embed/>
                  <p:pic>
                    <p:nvPicPr>
                      <p:cNvPr id="116" name="Object 60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4778" y="5087768"/>
                        <a:ext cx="468312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61"/>
          <p:cNvGraphicFramePr>
            <a:graphicFrameLocks noChangeAspect="1"/>
          </p:cNvGraphicFramePr>
          <p:nvPr/>
        </p:nvGraphicFramePr>
        <p:xfrm>
          <a:off x="9361090" y="4276555"/>
          <a:ext cx="195263" cy="16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66065" imgH="215900" progId="Equation.3">
                  <p:embed/>
                </p:oleObj>
              </mc:Choice>
              <mc:Fallback>
                <p:oleObj name="公式" r:id="rId33" imgW="266065" imgH="215900" progId="Equation.3">
                  <p:embed/>
                  <p:pic>
                    <p:nvPicPr>
                      <p:cNvPr id="11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1090" y="4276555"/>
                        <a:ext cx="195263" cy="16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62"/>
          <p:cNvGraphicFramePr>
            <a:graphicFrameLocks noChangeAspect="1"/>
          </p:cNvGraphicFramePr>
          <p:nvPr/>
        </p:nvGraphicFramePr>
        <p:xfrm>
          <a:off x="8549878" y="4882980"/>
          <a:ext cx="263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355600" imgH="381000" progId="Equation.3">
                  <p:embed/>
                </p:oleObj>
              </mc:Choice>
              <mc:Fallback>
                <p:oleObj name="公式" r:id="rId35" imgW="355600" imgH="381000" progId="Equation.3">
                  <p:embed/>
                  <p:pic>
                    <p:nvPicPr>
                      <p:cNvPr id="118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9878" y="4882980"/>
                        <a:ext cx="26352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Oval 63"/>
          <p:cNvSpPr>
            <a:spLocks noChangeAspect="1" noChangeArrowheads="1"/>
          </p:cNvSpPr>
          <p:nvPr/>
        </p:nvSpPr>
        <p:spPr bwMode="auto">
          <a:xfrm>
            <a:off x="9900072" y="1723855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" name="Oval 64"/>
          <p:cNvSpPr>
            <a:spLocks noChangeAspect="1" noChangeArrowheads="1"/>
          </p:cNvSpPr>
          <p:nvPr/>
        </p:nvSpPr>
        <p:spPr bwMode="auto">
          <a:xfrm>
            <a:off x="9418240" y="4171780"/>
            <a:ext cx="71438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1" name="Object 65"/>
          <p:cNvGraphicFramePr>
            <a:graphicFrameLocks noChangeAspect="1"/>
          </p:cNvGraphicFramePr>
          <p:nvPr/>
        </p:nvGraphicFramePr>
        <p:xfrm>
          <a:off x="9484147" y="1949280"/>
          <a:ext cx="292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393700" imgH="342900" progId="Equation.3">
                  <p:embed/>
                </p:oleObj>
              </mc:Choice>
              <mc:Fallback>
                <p:oleObj name="公式" r:id="rId37" imgW="393700" imgH="342900" progId="Equation.3">
                  <p:embed/>
                  <p:pic>
                    <p:nvPicPr>
                      <p:cNvPr id="121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4147" y="1949280"/>
                        <a:ext cx="292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66"/>
          <p:cNvGraphicFramePr>
            <a:graphicFrameLocks noChangeAspect="1"/>
          </p:cNvGraphicFramePr>
          <p:nvPr/>
        </p:nvGraphicFramePr>
        <p:xfrm>
          <a:off x="8919765" y="4608343"/>
          <a:ext cx="3476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469900" imgH="342900" progId="Equation.3">
                  <p:embed/>
                </p:oleObj>
              </mc:Choice>
              <mc:Fallback>
                <p:oleObj name="公式" r:id="rId39" imgW="469900" imgH="342900" progId="Equation.3">
                  <p:embed/>
                  <p:pic>
                    <p:nvPicPr>
                      <p:cNvPr id="122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9765" y="4608343"/>
                        <a:ext cx="3476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Line 67"/>
          <p:cNvSpPr>
            <a:spLocks noChangeShapeType="1"/>
          </p:cNvSpPr>
          <p:nvPr/>
        </p:nvSpPr>
        <p:spPr bwMode="auto">
          <a:xfrm>
            <a:off x="7248128" y="5549730"/>
            <a:ext cx="301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" name="Line 68"/>
          <p:cNvSpPr>
            <a:spLocks noChangeShapeType="1"/>
          </p:cNvSpPr>
          <p:nvPr/>
        </p:nvSpPr>
        <p:spPr bwMode="auto">
          <a:xfrm>
            <a:off x="8580859" y="3076405"/>
            <a:ext cx="0" cy="647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5" name="Object 69"/>
          <p:cNvGraphicFramePr/>
          <p:nvPr/>
        </p:nvGraphicFramePr>
        <p:xfrm>
          <a:off x="8707859" y="3200230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1" imgW="996315" imgH="285750" progId="Equation.3">
                  <p:embed/>
                </p:oleObj>
              </mc:Choice>
              <mc:Fallback>
                <p:oleObj name="公式" r:id="rId41" imgW="996315" imgH="285750" progId="Equation.3">
                  <p:embed/>
                  <p:pic>
                    <p:nvPicPr>
                      <p:cNvPr id="125" name="Object 69"/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7859" y="3200230"/>
                        <a:ext cx="116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Line 70"/>
          <p:cNvSpPr>
            <a:spLocks noChangeShapeType="1"/>
          </p:cNvSpPr>
          <p:nvPr/>
        </p:nvSpPr>
        <p:spPr bwMode="auto">
          <a:xfrm rot="16200000">
            <a:off x="6761584" y="2061993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7" name="Line 71"/>
          <p:cNvSpPr>
            <a:spLocks noChangeShapeType="1"/>
          </p:cNvSpPr>
          <p:nvPr/>
        </p:nvSpPr>
        <p:spPr bwMode="auto">
          <a:xfrm rot="16200000">
            <a:off x="6864551" y="4760928"/>
            <a:ext cx="1981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8" name="Rectangle 72"/>
          <p:cNvSpPr>
            <a:spLocks noChangeArrowheads="1"/>
          </p:cNvSpPr>
          <p:nvPr/>
        </p:nvSpPr>
        <p:spPr bwMode="auto">
          <a:xfrm>
            <a:off x="9265072" y="1374605"/>
            <a:ext cx="8066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切线  </a:t>
            </a:r>
          </a:p>
        </p:txBody>
      </p:sp>
      <p:sp>
        <p:nvSpPr>
          <p:cNvPr id="129" name="Rectangle 73"/>
          <p:cNvSpPr>
            <a:spLocks noChangeArrowheads="1"/>
          </p:cNvSpPr>
          <p:nvPr/>
        </p:nvSpPr>
        <p:spPr bwMode="auto">
          <a:xfrm>
            <a:off x="8422878" y="4133680"/>
            <a:ext cx="8066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切线  </a:t>
            </a:r>
          </a:p>
        </p:txBody>
      </p:sp>
      <p:sp>
        <p:nvSpPr>
          <p:cNvPr id="130" name="Oval 74"/>
          <p:cNvSpPr>
            <a:spLocks noChangeAspect="1" noChangeArrowheads="1"/>
          </p:cNvSpPr>
          <p:nvPr/>
        </p:nvSpPr>
        <p:spPr bwMode="auto">
          <a:xfrm>
            <a:off x="9088859" y="2122318"/>
            <a:ext cx="71438" cy="71437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1" name="Oval 75"/>
          <p:cNvSpPr>
            <a:spLocks noChangeAspect="1" noChangeArrowheads="1"/>
          </p:cNvSpPr>
          <p:nvPr/>
        </p:nvSpPr>
        <p:spPr bwMode="auto">
          <a:xfrm>
            <a:off x="8470503" y="4952830"/>
            <a:ext cx="71437" cy="714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2" name="Group 76"/>
          <p:cNvGrpSpPr/>
          <p:nvPr/>
        </p:nvGrpSpPr>
        <p:grpSpPr bwMode="auto">
          <a:xfrm>
            <a:off x="9750028" y="4065418"/>
            <a:ext cx="241300" cy="282575"/>
            <a:chOff x="2918" y="2120"/>
            <a:chExt cx="152" cy="178"/>
          </a:xfrm>
        </p:grpSpPr>
        <p:graphicFrame>
          <p:nvGraphicFramePr>
            <p:cNvPr id="133" name="Object 77"/>
            <p:cNvGraphicFramePr>
              <a:graphicFrameLocks noChangeAspect="1"/>
            </p:cNvGraphicFramePr>
            <p:nvPr/>
          </p:nvGraphicFramePr>
          <p:xfrm>
            <a:off x="2918" y="2135"/>
            <a:ext cx="131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279400" imgH="266700" progId="Equation.3">
                    <p:embed/>
                  </p:oleObj>
                </mc:Choice>
                <mc:Fallback>
                  <p:oleObj name="公式" r:id="rId43" imgW="279400" imgH="266700" progId="Equation.3">
                    <p:embed/>
                    <p:pic>
                      <p:nvPicPr>
                        <p:cNvPr id="133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2135"/>
                          <a:ext cx="131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" name="Object 78"/>
            <p:cNvGraphicFramePr>
              <a:graphicFrameLocks noChangeAspect="1"/>
            </p:cNvGraphicFramePr>
            <p:nvPr/>
          </p:nvGraphicFramePr>
          <p:xfrm>
            <a:off x="3005" y="2120"/>
            <a:ext cx="6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5" imgW="139700" imgH="381000" progId="Equation.3">
                    <p:embed/>
                  </p:oleObj>
                </mc:Choice>
                <mc:Fallback>
                  <p:oleObj name="公式" r:id="rId45" imgW="139700" imgH="381000" progId="Equation.3">
                    <p:embed/>
                    <p:pic>
                      <p:nvPicPr>
                        <p:cNvPr id="134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5" y="2120"/>
                          <a:ext cx="6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" name="Group 79"/>
          <p:cNvGrpSpPr/>
          <p:nvPr/>
        </p:nvGrpSpPr>
        <p:grpSpPr bwMode="auto">
          <a:xfrm>
            <a:off x="7874422" y="1874668"/>
            <a:ext cx="1358900" cy="536575"/>
            <a:chOff x="3875" y="953"/>
            <a:chExt cx="856" cy="338"/>
          </a:xfrm>
        </p:grpSpPr>
        <p:sp>
          <p:nvSpPr>
            <p:cNvPr id="136" name="Arc 80"/>
            <p:cNvSpPr/>
            <p:nvPr/>
          </p:nvSpPr>
          <p:spPr bwMode="auto">
            <a:xfrm rot="8461936">
              <a:off x="4585" y="1169"/>
              <a:ext cx="146" cy="81"/>
            </a:xfrm>
            <a:custGeom>
              <a:avLst/>
              <a:gdLst>
                <a:gd name="T0" fmla="*/ 87 w 21583"/>
                <a:gd name="T1" fmla="*/ 0 h 17357"/>
                <a:gd name="T2" fmla="*/ 146 w 21583"/>
                <a:gd name="T3" fmla="*/ 77 h 17357"/>
                <a:gd name="T4" fmla="*/ 0 w 21583"/>
                <a:gd name="T5" fmla="*/ 81 h 173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3" h="17357" fill="none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</a:path>
                <a:path w="21583" h="17357" stroke="0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  <a:lnTo>
                    <a:pt x="0" y="17357"/>
                  </a:lnTo>
                  <a:lnTo>
                    <a:pt x="12856" y="0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37" name="Group 81"/>
            <p:cNvGrpSpPr/>
            <p:nvPr/>
          </p:nvGrpSpPr>
          <p:grpSpPr bwMode="auto">
            <a:xfrm>
              <a:off x="3875" y="953"/>
              <a:ext cx="754" cy="338"/>
              <a:chOff x="3875" y="953"/>
              <a:chExt cx="754" cy="338"/>
            </a:xfrm>
          </p:grpSpPr>
          <p:graphicFrame>
            <p:nvGraphicFramePr>
              <p:cNvPr id="138" name="Object 82"/>
              <p:cNvGraphicFramePr>
                <a:graphicFrameLocks noChangeAspect="1"/>
              </p:cNvGraphicFramePr>
              <p:nvPr/>
            </p:nvGraphicFramePr>
            <p:xfrm>
              <a:off x="3889" y="961"/>
              <a:ext cx="379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7" imgW="812165" imgH="381000" progId="Equation.3">
                      <p:embed/>
                    </p:oleObj>
                  </mc:Choice>
                  <mc:Fallback>
                    <p:oleObj name="公式" r:id="rId47" imgW="812165" imgH="381000" progId="Equation.3">
                      <p:embed/>
                      <p:pic>
                        <p:nvPicPr>
                          <p:cNvPr id="138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9" y="961"/>
                            <a:ext cx="379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" name="Rectangle 83"/>
              <p:cNvSpPr>
                <a:spLocks noChangeArrowheads="1"/>
              </p:cNvSpPr>
              <p:nvPr/>
            </p:nvSpPr>
            <p:spPr bwMode="auto">
              <a:xfrm>
                <a:off x="3875" y="953"/>
                <a:ext cx="399" cy="184"/>
              </a:xfrm>
              <a:prstGeom prst="rect">
                <a:avLst/>
              </a:prstGeom>
              <a:noFill/>
              <a:ln w="12700" cap="rnd" algn="ctr">
                <a:solidFill>
                  <a:srgbClr val="FF0000"/>
                </a:solidFill>
                <a:prstDash val="sysDot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0" name="Freeform 84"/>
              <p:cNvSpPr/>
              <p:nvPr/>
            </p:nvSpPr>
            <p:spPr bwMode="auto">
              <a:xfrm>
                <a:off x="4077" y="1140"/>
                <a:ext cx="552" cy="151"/>
              </a:xfrm>
              <a:custGeom>
                <a:avLst/>
                <a:gdLst>
                  <a:gd name="T0" fmla="*/ 0 w 540"/>
                  <a:gd name="T1" fmla="*/ 0 h 169"/>
                  <a:gd name="T2" fmla="*/ 77 w 540"/>
                  <a:gd name="T3" fmla="*/ 62 h 169"/>
                  <a:gd name="T4" fmla="*/ 188 w 540"/>
                  <a:gd name="T5" fmla="*/ 113 h 169"/>
                  <a:gd name="T6" fmla="*/ 279 w 540"/>
                  <a:gd name="T7" fmla="*/ 137 h 169"/>
                  <a:gd name="T8" fmla="*/ 384 w 540"/>
                  <a:gd name="T9" fmla="*/ 150 h 169"/>
                  <a:gd name="T10" fmla="*/ 491 w 540"/>
                  <a:gd name="T11" fmla="*/ 143 h 169"/>
                  <a:gd name="T12" fmla="*/ 552 w 540"/>
                  <a:gd name="T13" fmla="*/ 115 h 1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0" h="169">
                    <a:moveTo>
                      <a:pt x="0" y="0"/>
                    </a:moveTo>
                    <a:cubicBezTo>
                      <a:pt x="12" y="11"/>
                      <a:pt x="44" y="48"/>
                      <a:pt x="75" y="69"/>
                    </a:cubicBezTo>
                    <a:cubicBezTo>
                      <a:pt x="106" y="90"/>
                      <a:pt x="151" y="112"/>
                      <a:pt x="184" y="126"/>
                    </a:cubicBezTo>
                    <a:cubicBezTo>
                      <a:pt x="217" y="140"/>
                      <a:pt x="241" y="146"/>
                      <a:pt x="273" y="153"/>
                    </a:cubicBezTo>
                    <a:cubicBezTo>
                      <a:pt x="305" y="160"/>
                      <a:pt x="342" y="167"/>
                      <a:pt x="376" y="168"/>
                    </a:cubicBezTo>
                    <a:cubicBezTo>
                      <a:pt x="410" y="169"/>
                      <a:pt x="453" y="166"/>
                      <a:pt x="480" y="160"/>
                    </a:cubicBezTo>
                    <a:cubicBezTo>
                      <a:pt x="506" y="153"/>
                      <a:pt x="528" y="135"/>
                      <a:pt x="540" y="129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ysDot"/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41" name="Group 85"/>
          <p:cNvGrpSpPr/>
          <p:nvPr/>
        </p:nvGrpSpPr>
        <p:grpSpPr bwMode="auto">
          <a:xfrm>
            <a:off x="7537053" y="4624218"/>
            <a:ext cx="1077912" cy="655637"/>
            <a:chOff x="3867" y="2685"/>
            <a:chExt cx="679" cy="413"/>
          </a:xfrm>
        </p:grpSpPr>
        <p:sp>
          <p:nvSpPr>
            <p:cNvPr id="142" name="Arc 86"/>
            <p:cNvSpPr/>
            <p:nvPr/>
          </p:nvSpPr>
          <p:spPr bwMode="auto">
            <a:xfrm rot="7393969">
              <a:off x="4433" y="2949"/>
              <a:ext cx="146" cy="81"/>
            </a:xfrm>
            <a:custGeom>
              <a:avLst/>
              <a:gdLst>
                <a:gd name="T0" fmla="*/ 87 w 21583"/>
                <a:gd name="T1" fmla="*/ 0 h 17357"/>
                <a:gd name="T2" fmla="*/ 146 w 21583"/>
                <a:gd name="T3" fmla="*/ 77 h 17357"/>
                <a:gd name="T4" fmla="*/ 0 w 21583"/>
                <a:gd name="T5" fmla="*/ 81 h 173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3" h="17357" fill="none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</a:path>
                <a:path w="21583" h="17357" stroke="0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  <a:lnTo>
                    <a:pt x="0" y="17357"/>
                  </a:lnTo>
                  <a:lnTo>
                    <a:pt x="12856" y="0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" name="Group 87"/>
            <p:cNvGrpSpPr/>
            <p:nvPr/>
          </p:nvGrpSpPr>
          <p:grpSpPr bwMode="auto">
            <a:xfrm>
              <a:off x="3867" y="2685"/>
              <a:ext cx="625" cy="413"/>
              <a:chOff x="3867" y="2685"/>
              <a:chExt cx="625" cy="413"/>
            </a:xfrm>
          </p:grpSpPr>
          <p:graphicFrame>
            <p:nvGraphicFramePr>
              <p:cNvPr id="144" name="Object 88"/>
              <p:cNvGraphicFramePr>
                <a:graphicFrameLocks noChangeAspect="1"/>
              </p:cNvGraphicFramePr>
              <p:nvPr/>
            </p:nvGraphicFramePr>
            <p:xfrm>
              <a:off x="3879" y="2685"/>
              <a:ext cx="432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9" imgW="926465" imgH="444500" progId="Equation.3">
                      <p:embed/>
                    </p:oleObj>
                  </mc:Choice>
                  <mc:Fallback>
                    <p:oleObj name="公式" r:id="rId49" imgW="926465" imgH="444500" progId="Equation.3">
                      <p:embed/>
                      <p:pic>
                        <p:nvPicPr>
                          <p:cNvPr id="144" name="Object 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9" y="2685"/>
                            <a:ext cx="432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5" name="Rectangle 89"/>
              <p:cNvSpPr>
                <a:spLocks noChangeArrowheads="1"/>
              </p:cNvSpPr>
              <p:nvPr/>
            </p:nvSpPr>
            <p:spPr bwMode="auto">
              <a:xfrm>
                <a:off x="3867" y="2697"/>
                <a:ext cx="450" cy="187"/>
              </a:xfrm>
              <a:prstGeom prst="rect">
                <a:avLst/>
              </a:prstGeom>
              <a:noFill/>
              <a:ln w="12700" cap="rnd" algn="ctr">
                <a:solidFill>
                  <a:srgbClr val="FF0000"/>
                </a:solidFill>
                <a:prstDash val="sysDot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6" name="Freeform 90"/>
              <p:cNvSpPr/>
              <p:nvPr/>
            </p:nvSpPr>
            <p:spPr bwMode="auto">
              <a:xfrm>
                <a:off x="4096" y="2887"/>
                <a:ext cx="396" cy="211"/>
              </a:xfrm>
              <a:custGeom>
                <a:avLst/>
                <a:gdLst>
                  <a:gd name="T0" fmla="*/ 0 w 540"/>
                  <a:gd name="T1" fmla="*/ 0 h 169"/>
                  <a:gd name="T2" fmla="*/ 55 w 540"/>
                  <a:gd name="T3" fmla="*/ 86 h 169"/>
                  <a:gd name="T4" fmla="*/ 135 w 540"/>
                  <a:gd name="T5" fmla="*/ 157 h 169"/>
                  <a:gd name="T6" fmla="*/ 200 w 540"/>
                  <a:gd name="T7" fmla="*/ 191 h 169"/>
                  <a:gd name="T8" fmla="*/ 276 w 540"/>
                  <a:gd name="T9" fmla="*/ 210 h 169"/>
                  <a:gd name="T10" fmla="*/ 352 w 540"/>
                  <a:gd name="T11" fmla="*/ 200 h 169"/>
                  <a:gd name="T12" fmla="*/ 396 w 540"/>
                  <a:gd name="T13" fmla="*/ 161 h 1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0" h="169">
                    <a:moveTo>
                      <a:pt x="0" y="0"/>
                    </a:moveTo>
                    <a:cubicBezTo>
                      <a:pt x="12" y="11"/>
                      <a:pt x="44" y="48"/>
                      <a:pt x="75" y="69"/>
                    </a:cubicBezTo>
                    <a:cubicBezTo>
                      <a:pt x="106" y="90"/>
                      <a:pt x="151" y="112"/>
                      <a:pt x="184" y="126"/>
                    </a:cubicBezTo>
                    <a:cubicBezTo>
                      <a:pt x="217" y="140"/>
                      <a:pt x="241" y="146"/>
                      <a:pt x="273" y="153"/>
                    </a:cubicBezTo>
                    <a:cubicBezTo>
                      <a:pt x="305" y="160"/>
                      <a:pt x="342" y="167"/>
                      <a:pt x="376" y="168"/>
                    </a:cubicBezTo>
                    <a:cubicBezTo>
                      <a:pt x="410" y="169"/>
                      <a:pt x="453" y="166"/>
                      <a:pt x="480" y="160"/>
                    </a:cubicBezTo>
                    <a:cubicBezTo>
                      <a:pt x="506" y="153"/>
                      <a:pt x="528" y="135"/>
                      <a:pt x="540" y="129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ysDot"/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47" name="Rectangle 105"/>
          <p:cNvSpPr>
            <a:spLocks noChangeArrowheads="1"/>
          </p:cNvSpPr>
          <p:nvPr/>
        </p:nvSpPr>
        <p:spPr bwMode="auto">
          <a:xfrm>
            <a:off x="1314672" y="1705198"/>
            <a:ext cx="1744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保角性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8" name="Object 106"/>
          <p:cNvGraphicFramePr/>
          <p:nvPr>
            <p:extLst>
              <p:ext uri="{D42A27DB-BD31-4B8C-83A1-F6EECF244321}">
                <p14:modId xmlns:p14="http://schemas.microsoft.com/office/powerpoint/2010/main" val="3587111515"/>
              </p:ext>
            </p:extLst>
          </p:nvPr>
        </p:nvGraphicFramePr>
        <p:xfrm>
          <a:off x="1737925" y="3152078"/>
          <a:ext cx="2759253" cy="541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358640" imgH="228600" progId="Equation.DSMT4">
                  <p:embed/>
                </p:oleObj>
              </mc:Choice>
              <mc:Fallback>
                <p:oleObj name="Equation" r:id="rId51" imgW="1358640" imgH="228600" progId="Equation.DSMT4">
                  <p:embed/>
                  <p:pic>
                    <p:nvPicPr>
                      <p:cNvPr id="148" name="Object 106"/>
                      <p:cNvPicPr>
                        <a:picLocks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925" y="3152078"/>
                        <a:ext cx="2759253" cy="541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640064" y="2666455"/>
            <a:ext cx="4052888" cy="469900"/>
            <a:chOff x="1212428" y="2465033"/>
            <a:chExt cx="4052888" cy="469900"/>
          </a:xfrm>
        </p:grpSpPr>
        <p:grpSp>
          <p:nvGrpSpPr>
            <p:cNvPr id="149" name="Group 107"/>
            <p:cNvGrpSpPr/>
            <p:nvPr/>
          </p:nvGrpSpPr>
          <p:grpSpPr bwMode="auto">
            <a:xfrm>
              <a:off x="1691853" y="2509483"/>
              <a:ext cx="3573463" cy="425450"/>
              <a:chOff x="832" y="3071"/>
              <a:chExt cx="2251" cy="268"/>
            </a:xfrm>
          </p:grpSpPr>
          <p:graphicFrame>
            <p:nvGraphicFramePr>
              <p:cNvPr id="150" name="Object 108"/>
              <p:cNvGraphicFramePr/>
              <p:nvPr/>
            </p:nvGraphicFramePr>
            <p:xfrm>
              <a:off x="832" y="3071"/>
              <a:ext cx="1463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3" imgW="2489200" imgH="419100" progId="Equation.3">
                      <p:embed/>
                    </p:oleObj>
                  </mc:Choice>
                  <mc:Fallback>
                    <p:oleObj name="公式" r:id="rId53" imgW="2489200" imgH="419100" progId="Equation.3">
                      <p:embed/>
                      <p:pic>
                        <p:nvPicPr>
                          <p:cNvPr id="150" name="Object 10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2" y="3071"/>
                            <a:ext cx="1463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1" name="Object 109"/>
              <p:cNvGraphicFramePr/>
              <p:nvPr/>
            </p:nvGraphicFramePr>
            <p:xfrm>
              <a:off x="2344" y="3075"/>
              <a:ext cx="739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5" imgW="1257300" imgH="419100" progId="Equation.3">
                      <p:embed/>
                    </p:oleObj>
                  </mc:Choice>
                  <mc:Fallback>
                    <p:oleObj name="公式" r:id="rId55" imgW="1257300" imgH="419100" progId="Equation.3">
                      <p:embed/>
                      <p:pic>
                        <p:nvPicPr>
                          <p:cNvPr id="151" name="Object 10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44" y="3075"/>
                            <a:ext cx="739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2" name="Rectangle 110"/>
            <p:cNvSpPr>
              <a:spLocks noChangeArrowheads="1"/>
            </p:cNvSpPr>
            <p:nvPr/>
          </p:nvSpPr>
          <p:spPr bwMode="auto">
            <a:xfrm>
              <a:off x="1212428" y="2465033"/>
              <a:ext cx="64633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  </a:t>
              </a:r>
            </a:p>
          </p:txBody>
        </p:sp>
      </p:grpSp>
      <p:grpSp>
        <p:nvGrpSpPr>
          <p:cNvPr id="153" name="Group 111"/>
          <p:cNvGrpSpPr/>
          <p:nvPr/>
        </p:nvGrpSpPr>
        <p:grpSpPr bwMode="auto">
          <a:xfrm>
            <a:off x="1458493" y="3755885"/>
            <a:ext cx="5620508" cy="1016001"/>
            <a:chOff x="529" y="3774"/>
            <a:chExt cx="3774" cy="640"/>
          </a:xfrm>
        </p:grpSpPr>
        <p:sp>
          <p:nvSpPr>
            <p:cNvPr id="154" name="Rectangle 112"/>
            <p:cNvSpPr>
              <a:spLocks noChangeArrowheads="1"/>
            </p:cNvSpPr>
            <p:nvPr/>
          </p:nvSpPr>
          <p:spPr bwMode="auto">
            <a:xfrm>
              <a:off x="529" y="3774"/>
              <a:ext cx="3774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              保持了两条像曲线的交角的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大小与方向不变，即与原像一样。  </a:t>
              </a:r>
            </a:p>
          </p:txBody>
        </p:sp>
        <p:graphicFrame>
          <p:nvGraphicFramePr>
            <p:cNvPr id="155" name="Object 113"/>
            <p:cNvGraphicFramePr/>
            <p:nvPr/>
          </p:nvGraphicFramePr>
          <p:xfrm>
            <a:off x="836" y="3827"/>
            <a:ext cx="73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7" imgW="996315" imgH="285750" progId="Equation.3">
                    <p:embed/>
                  </p:oleObj>
                </mc:Choice>
                <mc:Fallback>
                  <p:oleObj name="公式" r:id="rId57" imgW="996315" imgH="285750" progId="Equation.3">
                    <p:embed/>
                    <p:pic>
                      <p:nvPicPr>
                        <p:cNvPr id="155" name="Object 1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3827"/>
                          <a:ext cx="73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F28EC9-D3F3-22EB-3325-7B9DE708FB8C}"/>
              </a:ext>
            </a:extLst>
          </p:cNvPr>
          <p:cNvCxnSpPr/>
          <p:nvPr/>
        </p:nvCxnSpPr>
        <p:spPr>
          <a:xfrm>
            <a:off x="2473176" y="4771886"/>
            <a:ext cx="64437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6732E00-B5DC-7CD8-D638-1E6AFD48BE0A}"/>
              </a:ext>
            </a:extLst>
          </p:cNvPr>
          <p:cNvSpPr txBox="1"/>
          <p:nvPr/>
        </p:nvSpPr>
        <p:spPr>
          <a:xfrm>
            <a:off x="2896623" y="4952830"/>
            <a:ext cx="2335281" cy="3048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endParaRPr lang="zh-CN" altLang="en-US" sz="2400" b="1" kern="1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0CA079F-FDFC-D193-C6F1-54B10EA91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95251"/>
              </p:ext>
            </p:extLst>
          </p:nvPr>
        </p:nvGraphicFramePr>
        <p:xfrm>
          <a:off x="2780735" y="4838711"/>
          <a:ext cx="1847591" cy="628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1269720" imgH="431640" progId="Equation.DSMT4">
                  <p:embed/>
                </p:oleObj>
              </mc:Choice>
              <mc:Fallback>
                <p:oleObj name="Equation" r:id="rId59" imgW="1269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2780735" y="4838711"/>
                        <a:ext cx="1847591" cy="628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99C4EFE-DC87-4D60-A8DC-3BE5A9A60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189368"/>
              </p:ext>
            </p:extLst>
          </p:nvPr>
        </p:nvGraphicFramePr>
        <p:xfrm>
          <a:off x="1725518" y="2163926"/>
          <a:ext cx="1990210" cy="485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1229802" imgH="300074" progId="Equation.DSMT4">
                  <p:embed/>
                </p:oleObj>
              </mc:Choice>
              <mc:Fallback>
                <p:oleObj name="Equation" r:id="rId61" imgW="1229802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725518" y="2163926"/>
                        <a:ext cx="1990210" cy="485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62013" y="885364"/>
            <a:ext cx="50179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三、单叶解析变换的共形性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1170774" y="1492562"/>
            <a:ext cx="3108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保角变换（映射）  </a:t>
            </a:r>
          </a:p>
        </p:txBody>
      </p:sp>
      <p:grpSp>
        <p:nvGrpSpPr>
          <p:cNvPr id="76" name="Group 25"/>
          <p:cNvGrpSpPr/>
          <p:nvPr/>
        </p:nvGrpSpPr>
        <p:grpSpPr bwMode="auto">
          <a:xfrm>
            <a:off x="1465189" y="2076476"/>
            <a:ext cx="5719763" cy="479426"/>
            <a:chOff x="337" y="1070"/>
            <a:chExt cx="3603" cy="302"/>
          </a:xfrm>
        </p:grpSpPr>
        <p:sp>
          <p:nvSpPr>
            <p:cNvPr id="77" name="Rectangle 26"/>
            <p:cNvSpPr>
              <a:spLocks noChangeArrowheads="1"/>
            </p:cNvSpPr>
            <p:nvPr/>
          </p:nvSpPr>
          <p:spPr bwMode="auto">
            <a:xfrm>
              <a:off x="337" y="1081"/>
              <a:ext cx="6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  <p:sp>
          <p:nvSpPr>
            <p:cNvPr id="78" name="Text Box 27"/>
            <p:cNvSpPr txBox="1">
              <a:spLocks noChangeArrowheads="1"/>
            </p:cNvSpPr>
            <p:nvPr/>
          </p:nvSpPr>
          <p:spPr bwMode="auto">
            <a:xfrm>
              <a:off x="854" y="1070"/>
              <a:ext cx="30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若函数           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在区域</a:t>
              </a:r>
              <a:r>
                <a:rPr kumimoji="1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内满足： </a:t>
              </a:r>
            </a:p>
          </p:txBody>
        </p:sp>
        <p:graphicFrame>
          <p:nvGraphicFramePr>
            <p:cNvPr id="79" name="Object 28"/>
            <p:cNvGraphicFramePr/>
            <p:nvPr/>
          </p:nvGraphicFramePr>
          <p:xfrm>
            <a:off x="1520" y="1121"/>
            <a:ext cx="73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67765" imgH="342900" progId="Equation.3">
                    <p:embed/>
                  </p:oleObj>
                </mc:Choice>
                <mc:Fallback>
                  <p:oleObj name="公式" r:id="rId3" imgW="1167765" imgH="342900" progId="Equation.3">
                    <p:embed/>
                    <p:pic>
                      <p:nvPicPr>
                        <p:cNvPr id="79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1121"/>
                          <a:ext cx="73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Group 34"/>
          <p:cNvGrpSpPr/>
          <p:nvPr/>
        </p:nvGrpSpPr>
        <p:grpSpPr bwMode="auto">
          <a:xfrm>
            <a:off x="8890512" y="3229353"/>
            <a:ext cx="1295400" cy="647700"/>
            <a:chOff x="4572" y="1728"/>
            <a:chExt cx="816" cy="408"/>
          </a:xfrm>
        </p:grpSpPr>
        <p:sp>
          <p:nvSpPr>
            <p:cNvPr id="86" name="Line 35"/>
            <p:cNvSpPr>
              <a:spLocks noChangeShapeType="1"/>
            </p:cNvSpPr>
            <p:nvPr/>
          </p:nvSpPr>
          <p:spPr bwMode="auto">
            <a:xfrm>
              <a:off x="4572" y="1728"/>
              <a:ext cx="0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7" name="Object 36"/>
            <p:cNvGraphicFramePr/>
            <p:nvPr/>
          </p:nvGraphicFramePr>
          <p:xfrm>
            <a:off x="4652" y="1806"/>
            <a:ext cx="73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96315" imgH="285750" progId="Equation.3">
                    <p:embed/>
                  </p:oleObj>
                </mc:Choice>
                <mc:Fallback>
                  <p:oleObj name="公式" r:id="rId5" imgW="996315" imgH="285750" progId="Equation.3">
                    <p:embed/>
                    <p:pic>
                      <p:nvPicPr>
                        <p:cNvPr id="87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2" y="1806"/>
                          <a:ext cx="73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Group 37"/>
          <p:cNvGrpSpPr/>
          <p:nvPr/>
        </p:nvGrpSpPr>
        <p:grpSpPr bwMode="auto">
          <a:xfrm>
            <a:off x="8009450" y="1195766"/>
            <a:ext cx="2492375" cy="4914900"/>
            <a:chOff x="4017" y="447"/>
            <a:chExt cx="1570" cy="3096"/>
          </a:xfrm>
        </p:grpSpPr>
        <p:sp>
          <p:nvSpPr>
            <p:cNvPr id="89" name="Freeform 38"/>
            <p:cNvSpPr/>
            <p:nvPr/>
          </p:nvSpPr>
          <p:spPr bwMode="auto">
            <a:xfrm>
              <a:off x="4608" y="876"/>
              <a:ext cx="763" cy="339"/>
            </a:xfrm>
            <a:custGeom>
              <a:avLst/>
              <a:gdLst>
                <a:gd name="T0" fmla="*/ 0 w 763"/>
                <a:gd name="T1" fmla="*/ 339 h 339"/>
                <a:gd name="T2" fmla="*/ 48 w 763"/>
                <a:gd name="T3" fmla="*/ 266 h 339"/>
                <a:gd name="T4" fmla="*/ 107 w 763"/>
                <a:gd name="T5" fmla="*/ 208 h 339"/>
                <a:gd name="T6" fmla="*/ 166 w 763"/>
                <a:gd name="T7" fmla="*/ 154 h 339"/>
                <a:gd name="T8" fmla="*/ 238 w 763"/>
                <a:gd name="T9" fmla="*/ 97 h 339"/>
                <a:gd name="T10" fmla="*/ 274 w 763"/>
                <a:gd name="T11" fmla="*/ 71 h 339"/>
                <a:gd name="T12" fmla="*/ 311 w 763"/>
                <a:gd name="T13" fmla="*/ 49 h 339"/>
                <a:gd name="T14" fmla="*/ 350 w 763"/>
                <a:gd name="T15" fmla="*/ 31 h 339"/>
                <a:gd name="T16" fmla="*/ 382 w 763"/>
                <a:gd name="T17" fmla="*/ 18 h 339"/>
                <a:gd name="T18" fmla="*/ 417 w 763"/>
                <a:gd name="T19" fmla="*/ 8 h 339"/>
                <a:gd name="T20" fmla="*/ 451 w 763"/>
                <a:gd name="T21" fmla="*/ 4 h 339"/>
                <a:gd name="T22" fmla="*/ 498 w 763"/>
                <a:gd name="T23" fmla="*/ 0 h 339"/>
                <a:gd name="T24" fmla="*/ 554 w 763"/>
                <a:gd name="T25" fmla="*/ 3 h 339"/>
                <a:gd name="T26" fmla="*/ 614 w 763"/>
                <a:gd name="T27" fmla="*/ 11 h 339"/>
                <a:gd name="T28" fmla="*/ 657 w 763"/>
                <a:gd name="T29" fmla="*/ 17 h 339"/>
                <a:gd name="T30" fmla="*/ 707 w 763"/>
                <a:gd name="T31" fmla="*/ 26 h 339"/>
                <a:gd name="T32" fmla="*/ 763 w 763"/>
                <a:gd name="T33" fmla="*/ 42 h 3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63" h="339">
                  <a:moveTo>
                    <a:pt x="0" y="339"/>
                  </a:moveTo>
                  <a:lnTo>
                    <a:pt x="48" y="266"/>
                  </a:lnTo>
                  <a:lnTo>
                    <a:pt x="107" y="208"/>
                  </a:lnTo>
                  <a:lnTo>
                    <a:pt x="166" y="154"/>
                  </a:lnTo>
                  <a:lnTo>
                    <a:pt x="238" y="97"/>
                  </a:lnTo>
                  <a:cubicBezTo>
                    <a:pt x="255" y="84"/>
                    <a:pt x="262" y="79"/>
                    <a:pt x="274" y="71"/>
                  </a:cubicBezTo>
                  <a:cubicBezTo>
                    <a:pt x="286" y="64"/>
                    <a:pt x="301" y="54"/>
                    <a:pt x="311" y="49"/>
                  </a:cubicBezTo>
                  <a:cubicBezTo>
                    <a:pt x="322" y="43"/>
                    <a:pt x="339" y="36"/>
                    <a:pt x="350" y="31"/>
                  </a:cubicBezTo>
                  <a:cubicBezTo>
                    <a:pt x="362" y="25"/>
                    <a:pt x="371" y="21"/>
                    <a:pt x="382" y="18"/>
                  </a:cubicBezTo>
                  <a:cubicBezTo>
                    <a:pt x="394" y="14"/>
                    <a:pt x="405" y="11"/>
                    <a:pt x="417" y="8"/>
                  </a:cubicBezTo>
                  <a:cubicBezTo>
                    <a:pt x="429" y="6"/>
                    <a:pt x="438" y="6"/>
                    <a:pt x="451" y="4"/>
                  </a:cubicBezTo>
                  <a:cubicBezTo>
                    <a:pt x="464" y="2"/>
                    <a:pt x="498" y="0"/>
                    <a:pt x="498" y="0"/>
                  </a:cubicBezTo>
                  <a:cubicBezTo>
                    <a:pt x="498" y="0"/>
                    <a:pt x="554" y="3"/>
                    <a:pt x="554" y="3"/>
                  </a:cubicBezTo>
                  <a:cubicBezTo>
                    <a:pt x="554" y="3"/>
                    <a:pt x="614" y="11"/>
                    <a:pt x="614" y="11"/>
                  </a:cubicBezTo>
                  <a:cubicBezTo>
                    <a:pt x="614" y="11"/>
                    <a:pt x="642" y="14"/>
                    <a:pt x="657" y="17"/>
                  </a:cubicBezTo>
                  <a:cubicBezTo>
                    <a:pt x="673" y="21"/>
                    <a:pt x="689" y="23"/>
                    <a:pt x="707" y="26"/>
                  </a:cubicBezTo>
                  <a:cubicBezTo>
                    <a:pt x="724" y="30"/>
                    <a:pt x="752" y="39"/>
                    <a:pt x="763" y="42"/>
                  </a:cubicBezTo>
                </a:path>
              </a:pathLst>
            </a:custGeom>
            <a:noFill/>
            <a:ln w="25400" cap="rnd" cmpd="sng">
              <a:solidFill>
                <a:srgbClr val="0000FF"/>
              </a:solidFill>
              <a:prstDash val="solid"/>
              <a:round/>
              <a:headEnd type="none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Freeform 39"/>
            <p:cNvSpPr/>
            <p:nvPr/>
          </p:nvSpPr>
          <p:spPr bwMode="auto">
            <a:xfrm rot="-438206">
              <a:off x="4255" y="967"/>
              <a:ext cx="615" cy="537"/>
            </a:xfrm>
            <a:custGeom>
              <a:avLst/>
              <a:gdLst>
                <a:gd name="T0" fmla="*/ 615 w 731"/>
                <a:gd name="T1" fmla="*/ 0 h 637"/>
                <a:gd name="T2" fmla="*/ 0 w 731"/>
                <a:gd name="T3" fmla="*/ 537 h 6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1" h="637">
                  <a:moveTo>
                    <a:pt x="731" y="0"/>
                  </a:moveTo>
                  <a:lnTo>
                    <a:pt x="0" y="637"/>
                  </a:lnTo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1" name="Arc 40"/>
            <p:cNvSpPr/>
            <p:nvPr/>
          </p:nvSpPr>
          <p:spPr bwMode="auto">
            <a:xfrm rot="257550">
              <a:off x="4247" y="1479"/>
              <a:ext cx="136" cy="159"/>
            </a:xfrm>
            <a:custGeom>
              <a:avLst/>
              <a:gdLst>
                <a:gd name="T0" fmla="*/ 102 w 18601"/>
                <a:gd name="T1" fmla="*/ 0 h 16469"/>
                <a:gd name="T2" fmla="*/ 136 w 18601"/>
                <a:gd name="T3" fmla="*/ 53 h 16469"/>
                <a:gd name="T4" fmla="*/ 0 w 18601"/>
                <a:gd name="T5" fmla="*/ 159 h 164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601" h="16469" fill="none" extrusionOk="0">
                  <a:moveTo>
                    <a:pt x="13976" y="-1"/>
                  </a:moveTo>
                  <a:cubicBezTo>
                    <a:pt x="15813" y="1558"/>
                    <a:pt x="17376" y="3414"/>
                    <a:pt x="18601" y="5488"/>
                  </a:cubicBezTo>
                </a:path>
                <a:path w="18601" h="16469" stroke="0" extrusionOk="0">
                  <a:moveTo>
                    <a:pt x="13976" y="-1"/>
                  </a:moveTo>
                  <a:cubicBezTo>
                    <a:pt x="15813" y="1558"/>
                    <a:pt x="17376" y="3414"/>
                    <a:pt x="18601" y="5488"/>
                  </a:cubicBezTo>
                  <a:lnTo>
                    <a:pt x="0" y="16469"/>
                  </a:lnTo>
                  <a:lnTo>
                    <a:pt x="13976" y="-1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2" name="Object 41"/>
            <p:cNvGraphicFramePr>
              <a:graphicFrameLocks noChangeAspect="1"/>
            </p:cNvGraphicFramePr>
            <p:nvPr/>
          </p:nvGraphicFramePr>
          <p:xfrm>
            <a:off x="4413" y="1364"/>
            <a:ext cx="13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92100" imgH="381000" progId="Equation.3">
                    <p:embed/>
                  </p:oleObj>
                </mc:Choice>
                <mc:Fallback>
                  <p:oleObj name="公式" r:id="rId7" imgW="292100" imgH="381000" progId="Equation.3">
                    <p:embed/>
                    <p:pic>
                      <p:nvPicPr>
                        <p:cNvPr id="92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3" y="1364"/>
                          <a:ext cx="136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Object 42"/>
            <p:cNvGraphicFramePr/>
            <p:nvPr/>
          </p:nvGraphicFramePr>
          <p:xfrm>
            <a:off x="5251" y="1257"/>
            <a:ext cx="24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93700" imgH="342900" progId="Equation.3">
                    <p:embed/>
                  </p:oleObj>
                </mc:Choice>
                <mc:Fallback>
                  <p:oleObj name="公式" r:id="rId9" imgW="393700" imgH="342900" progId="Equation.3">
                    <p:embed/>
                    <p:pic>
                      <p:nvPicPr>
                        <p:cNvPr id="93" name="Object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1" y="1257"/>
                          <a:ext cx="247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Object 43"/>
            <p:cNvGraphicFramePr>
              <a:graphicFrameLocks noChangeAspect="1"/>
            </p:cNvGraphicFramePr>
            <p:nvPr/>
          </p:nvGraphicFramePr>
          <p:xfrm>
            <a:off x="5206" y="930"/>
            <a:ext cx="160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42900" imgH="381000" progId="Equation.3">
                    <p:embed/>
                  </p:oleObj>
                </mc:Choice>
                <mc:Fallback>
                  <p:oleObj name="公式" r:id="rId11" imgW="342900" imgH="381000" progId="Equation.3">
                    <p:embed/>
                    <p:pic>
                      <p:nvPicPr>
                        <p:cNvPr id="94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6" y="930"/>
                          <a:ext cx="160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44"/>
            <p:cNvGraphicFramePr>
              <a:graphicFrameLocks noChangeAspect="1"/>
            </p:cNvGraphicFramePr>
            <p:nvPr/>
          </p:nvGraphicFramePr>
          <p:xfrm>
            <a:off x="4708" y="1062"/>
            <a:ext cx="130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79400" imgH="381000" progId="Equation.3">
                    <p:embed/>
                  </p:oleObj>
                </mc:Choice>
                <mc:Fallback>
                  <p:oleObj name="公式" r:id="rId13" imgW="279400" imgH="381000" progId="Equation.3">
                    <p:embed/>
                    <p:pic>
                      <p:nvPicPr>
                        <p:cNvPr id="95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8" y="1062"/>
                          <a:ext cx="130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45"/>
            <p:cNvGraphicFramePr/>
            <p:nvPr/>
          </p:nvGraphicFramePr>
          <p:xfrm>
            <a:off x="5201" y="3115"/>
            <a:ext cx="29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469900" imgH="342900" progId="Equation.3">
                    <p:embed/>
                  </p:oleObj>
                </mc:Choice>
                <mc:Fallback>
                  <p:oleObj name="公式" r:id="rId15" imgW="469900" imgH="342900" progId="Equation.3">
                    <p:embed/>
                    <p:pic>
                      <p:nvPicPr>
                        <p:cNvPr id="96" name="Object 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1" y="3115"/>
                          <a:ext cx="29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" name="Line 46"/>
            <p:cNvSpPr>
              <a:spLocks noChangeShapeType="1"/>
            </p:cNvSpPr>
            <p:nvPr/>
          </p:nvSpPr>
          <p:spPr bwMode="auto">
            <a:xfrm>
              <a:off x="4017" y="1542"/>
              <a:ext cx="15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" name="Line 47"/>
            <p:cNvSpPr>
              <a:spLocks noChangeShapeType="1"/>
            </p:cNvSpPr>
            <p:nvPr/>
          </p:nvSpPr>
          <p:spPr bwMode="auto">
            <a:xfrm>
              <a:off x="4020" y="3406"/>
              <a:ext cx="15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9" name="Line 48"/>
            <p:cNvSpPr>
              <a:spLocks noChangeShapeType="1"/>
            </p:cNvSpPr>
            <p:nvPr/>
          </p:nvSpPr>
          <p:spPr bwMode="auto">
            <a:xfrm rot="-5400000">
              <a:off x="3489" y="1071"/>
              <a:ext cx="124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Line 49"/>
            <p:cNvSpPr>
              <a:spLocks noChangeShapeType="1"/>
            </p:cNvSpPr>
            <p:nvPr/>
          </p:nvSpPr>
          <p:spPr bwMode="auto">
            <a:xfrm rot="-5400000">
              <a:off x="3489" y="2919"/>
              <a:ext cx="124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Oval 50"/>
            <p:cNvSpPr>
              <a:spLocks noChangeAspect="1" noChangeArrowheads="1"/>
            </p:cNvSpPr>
            <p:nvPr/>
          </p:nvSpPr>
          <p:spPr bwMode="auto">
            <a:xfrm>
              <a:off x="4640" y="1109"/>
              <a:ext cx="45" cy="4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Group 51"/>
          <p:cNvGrpSpPr/>
          <p:nvPr/>
        </p:nvGrpSpPr>
        <p:grpSpPr bwMode="auto">
          <a:xfrm>
            <a:off x="8071362" y="4143753"/>
            <a:ext cx="1284288" cy="1792288"/>
            <a:chOff x="4056" y="2304"/>
            <a:chExt cx="809" cy="1129"/>
          </a:xfrm>
        </p:grpSpPr>
        <p:grpSp>
          <p:nvGrpSpPr>
            <p:cNvPr id="103" name="Group 52"/>
            <p:cNvGrpSpPr/>
            <p:nvPr/>
          </p:nvGrpSpPr>
          <p:grpSpPr bwMode="auto">
            <a:xfrm>
              <a:off x="4056" y="2304"/>
              <a:ext cx="809" cy="871"/>
              <a:chOff x="3336" y="582"/>
              <a:chExt cx="809" cy="871"/>
            </a:xfrm>
          </p:grpSpPr>
          <p:sp>
            <p:nvSpPr>
              <p:cNvPr id="109" name="Freeform 53"/>
              <p:cNvSpPr/>
              <p:nvPr/>
            </p:nvSpPr>
            <p:spPr bwMode="auto">
              <a:xfrm>
                <a:off x="3667" y="582"/>
                <a:ext cx="178" cy="868"/>
              </a:xfrm>
              <a:custGeom>
                <a:avLst/>
                <a:gdLst>
                  <a:gd name="T0" fmla="*/ 178 w 178"/>
                  <a:gd name="T1" fmla="*/ 868 h 868"/>
                  <a:gd name="T2" fmla="*/ 149 w 178"/>
                  <a:gd name="T3" fmla="*/ 833 h 868"/>
                  <a:gd name="T4" fmla="*/ 135 w 178"/>
                  <a:gd name="T5" fmla="*/ 818 h 868"/>
                  <a:gd name="T6" fmla="*/ 93 w 178"/>
                  <a:gd name="T7" fmla="*/ 751 h 868"/>
                  <a:gd name="T8" fmla="*/ 59 w 178"/>
                  <a:gd name="T9" fmla="*/ 683 h 868"/>
                  <a:gd name="T10" fmla="*/ 45 w 178"/>
                  <a:gd name="T11" fmla="*/ 649 h 868"/>
                  <a:gd name="T12" fmla="*/ 35 w 178"/>
                  <a:gd name="T13" fmla="*/ 617 h 868"/>
                  <a:gd name="T14" fmla="*/ 20 w 178"/>
                  <a:gd name="T15" fmla="*/ 551 h 868"/>
                  <a:gd name="T16" fmla="*/ 8 w 178"/>
                  <a:gd name="T17" fmla="*/ 483 h 868"/>
                  <a:gd name="T18" fmla="*/ 1 w 178"/>
                  <a:gd name="T19" fmla="*/ 412 h 868"/>
                  <a:gd name="T20" fmla="*/ 0 w 178"/>
                  <a:gd name="T21" fmla="*/ 339 h 868"/>
                  <a:gd name="T22" fmla="*/ 4 w 178"/>
                  <a:gd name="T23" fmla="*/ 267 h 868"/>
                  <a:gd name="T24" fmla="*/ 14 w 178"/>
                  <a:gd name="T25" fmla="*/ 195 h 868"/>
                  <a:gd name="T26" fmla="*/ 31 w 178"/>
                  <a:gd name="T27" fmla="*/ 123 h 868"/>
                  <a:gd name="T28" fmla="*/ 57 w 178"/>
                  <a:gd name="T29" fmla="*/ 54 h 868"/>
                  <a:gd name="T30" fmla="*/ 77 w 178"/>
                  <a:gd name="T31" fmla="*/ 0 h 86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8" h="868">
                    <a:moveTo>
                      <a:pt x="178" y="868"/>
                    </a:moveTo>
                    <a:lnTo>
                      <a:pt x="149" y="833"/>
                    </a:lnTo>
                    <a:lnTo>
                      <a:pt x="135" y="818"/>
                    </a:lnTo>
                    <a:lnTo>
                      <a:pt x="93" y="751"/>
                    </a:lnTo>
                    <a:lnTo>
                      <a:pt x="59" y="683"/>
                    </a:lnTo>
                    <a:lnTo>
                      <a:pt x="45" y="649"/>
                    </a:lnTo>
                    <a:lnTo>
                      <a:pt x="35" y="617"/>
                    </a:lnTo>
                    <a:lnTo>
                      <a:pt x="20" y="551"/>
                    </a:lnTo>
                    <a:lnTo>
                      <a:pt x="8" y="483"/>
                    </a:lnTo>
                    <a:lnTo>
                      <a:pt x="1" y="412"/>
                    </a:lnTo>
                    <a:lnTo>
                      <a:pt x="0" y="339"/>
                    </a:lnTo>
                    <a:lnTo>
                      <a:pt x="4" y="267"/>
                    </a:lnTo>
                    <a:lnTo>
                      <a:pt x="14" y="195"/>
                    </a:lnTo>
                    <a:lnTo>
                      <a:pt x="31" y="123"/>
                    </a:lnTo>
                    <a:lnTo>
                      <a:pt x="57" y="54"/>
                    </a:lnTo>
                    <a:lnTo>
                      <a:pt x="77" y="0"/>
                    </a:lnTo>
                  </a:path>
                </a:pathLst>
              </a:custGeom>
              <a:noFill/>
              <a:ln w="25400" cap="rnd" cmpd="sng">
                <a:solidFill>
                  <a:srgbClr val="009900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Line 54"/>
              <p:cNvSpPr>
                <a:spLocks noChangeShapeType="1"/>
              </p:cNvSpPr>
              <p:nvPr/>
            </p:nvSpPr>
            <p:spPr bwMode="auto">
              <a:xfrm rot="18600000" flipH="1">
                <a:off x="3592" y="900"/>
                <a:ext cx="297" cy="8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4" name="Arc 55"/>
            <p:cNvSpPr/>
            <p:nvPr/>
          </p:nvSpPr>
          <p:spPr bwMode="auto">
            <a:xfrm rot="-480115">
              <a:off x="4600" y="3348"/>
              <a:ext cx="137" cy="85"/>
            </a:xfrm>
            <a:custGeom>
              <a:avLst/>
              <a:gdLst>
                <a:gd name="T0" fmla="*/ 58 w 20699"/>
                <a:gd name="T1" fmla="*/ 0 h 19742"/>
                <a:gd name="T2" fmla="*/ 137 w 20699"/>
                <a:gd name="T3" fmla="*/ 58 h 19742"/>
                <a:gd name="T4" fmla="*/ 0 w 20699"/>
                <a:gd name="T5" fmla="*/ 85 h 197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99" h="19742" fill="none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</a:path>
                <a:path w="20699" h="19742" stroke="0" extrusionOk="0">
                  <a:moveTo>
                    <a:pt x="8763" y="-1"/>
                  </a:moveTo>
                  <a:cubicBezTo>
                    <a:pt x="14533" y="2560"/>
                    <a:pt x="18894" y="7518"/>
                    <a:pt x="20698" y="13568"/>
                  </a:cubicBezTo>
                  <a:lnTo>
                    <a:pt x="0" y="19742"/>
                  </a:lnTo>
                  <a:lnTo>
                    <a:pt x="8763" y="-1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5" name="Object 56"/>
            <p:cNvGraphicFramePr>
              <a:graphicFrameLocks noChangeAspect="1"/>
            </p:cNvGraphicFramePr>
            <p:nvPr/>
          </p:nvGraphicFramePr>
          <p:xfrm>
            <a:off x="4697" y="3196"/>
            <a:ext cx="15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330200" imgH="444500" progId="Equation.3">
                    <p:embed/>
                  </p:oleObj>
                </mc:Choice>
                <mc:Fallback>
                  <p:oleObj name="公式" r:id="rId17" imgW="330200" imgH="444500" progId="Equation.3">
                    <p:embed/>
                    <p:pic>
                      <p:nvPicPr>
                        <p:cNvPr id="105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3196"/>
                          <a:ext cx="15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6" name="Group 57"/>
            <p:cNvGrpSpPr/>
            <p:nvPr/>
          </p:nvGrpSpPr>
          <p:grpSpPr bwMode="auto">
            <a:xfrm>
              <a:off x="4233" y="2361"/>
              <a:ext cx="149" cy="172"/>
              <a:chOff x="2918" y="2123"/>
              <a:chExt cx="149" cy="172"/>
            </a:xfrm>
          </p:grpSpPr>
          <p:graphicFrame>
            <p:nvGraphicFramePr>
              <p:cNvPr id="107" name="Object 58"/>
              <p:cNvGraphicFramePr>
                <a:graphicFrameLocks noChangeAspect="1"/>
              </p:cNvGraphicFramePr>
              <p:nvPr/>
            </p:nvGraphicFramePr>
            <p:xfrm>
              <a:off x="2918" y="2135"/>
              <a:ext cx="131" cy="1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279400" imgH="266700" progId="Equation.3">
                      <p:embed/>
                    </p:oleObj>
                  </mc:Choice>
                  <mc:Fallback>
                    <p:oleObj name="公式" r:id="rId19" imgW="279400" imgH="266700" progId="Equation.3">
                      <p:embed/>
                      <p:pic>
                        <p:nvPicPr>
                          <p:cNvPr id="107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8" y="2135"/>
                            <a:ext cx="131" cy="1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8" name="Object 59"/>
              <p:cNvGraphicFramePr>
                <a:graphicFrameLocks noChangeAspect="1"/>
              </p:cNvGraphicFramePr>
              <p:nvPr/>
            </p:nvGraphicFramePr>
            <p:xfrm>
              <a:off x="3007" y="2123"/>
              <a:ext cx="60" cy="1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27000" imgH="368300" progId="Equation.3">
                      <p:embed/>
                    </p:oleObj>
                  </mc:Choice>
                  <mc:Fallback>
                    <p:oleObj name="公式" r:id="rId21" imgW="127000" imgH="368300" progId="Equation.3">
                      <p:embed/>
                      <p:pic>
                        <p:nvPicPr>
                          <p:cNvPr id="108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7" y="2123"/>
                            <a:ext cx="60" cy="1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1" name="Group 60"/>
          <p:cNvGrpSpPr/>
          <p:nvPr/>
        </p:nvGrpSpPr>
        <p:grpSpPr bwMode="auto">
          <a:xfrm>
            <a:off x="8598412" y="1189416"/>
            <a:ext cx="935038" cy="1760537"/>
            <a:chOff x="4388" y="443"/>
            <a:chExt cx="589" cy="1109"/>
          </a:xfrm>
        </p:grpSpPr>
        <p:grpSp>
          <p:nvGrpSpPr>
            <p:cNvPr id="112" name="Group 61"/>
            <p:cNvGrpSpPr/>
            <p:nvPr/>
          </p:nvGrpSpPr>
          <p:grpSpPr bwMode="auto">
            <a:xfrm>
              <a:off x="4388" y="443"/>
              <a:ext cx="589" cy="999"/>
              <a:chOff x="1358" y="575"/>
              <a:chExt cx="589" cy="999"/>
            </a:xfrm>
          </p:grpSpPr>
          <p:sp>
            <p:nvSpPr>
              <p:cNvPr id="116" name="Freeform 62"/>
              <p:cNvSpPr/>
              <p:nvPr/>
            </p:nvSpPr>
            <p:spPr bwMode="auto">
              <a:xfrm rot="-3000000">
                <a:off x="1396" y="787"/>
                <a:ext cx="763" cy="339"/>
              </a:xfrm>
              <a:custGeom>
                <a:avLst/>
                <a:gdLst>
                  <a:gd name="T0" fmla="*/ 0 w 763"/>
                  <a:gd name="T1" fmla="*/ 339 h 339"/>
                  <a:gd name="T2" fmla="*/ 48 w 763"/>
                  <a:gd name="T3" fmla="*/ 266 h 339"/>
                  <a:gd name="T4" fmla="*/ 107 w 763"/>
                  <a:gd name="T5" fmla="*/ 208 h 339"/>
                  <a:gd name="T6" fmla="*/ 166 w 763"/>
                  <a:gd name="T7" fmla="*/ 154 h 339"/>
                  <a:gd name="T8" fmla="*/ 238 w 763"/>
                  <a:gd name="T9" fmla="*/ 97 h 339"/>
                  <a:gd name="T10" fmla="*/ 274 w 763"/>
                  <a:gd name="T11" fmla="*/ 71 h 339"/>
                  <a:gd name="T12" fmla="*/ 311 w 763"/>
                  <a:gd name="T13" fmla="*/ 49 h 339"/>
                  <a:gd name="T14" fmla="*/ 350 w 763"/>
                  <a:gd name="T15" fmla="*/ 31 h 339"/>
                  <a:gd name="T16" fmla="*/ 382 w 763"/>
                  <a:gd name="T17" fmla="*/ 18 h 339"/>
                  <a:gd name="T18" fmla="*/ 417 w 763"/>
                  <a:gd name="T19" fmla="*/ 8 h 339"/>
                  <a:gd name="T20" fmla="*/ 451 w 763"/>
                  <a:gd name="T21" fmla="*/ 4 h 339"/>
                  <a:gd name="T22" fmla="*/ 498 w 763"/>
                  <a:gd name="T23" fmla="*/ 0 h 339"/>
                  <a:gd name="T24" fmla="*/ 554 w 763"/>
                  <a:gd name="T25" fmla="*/ 3 h 339"/>
                  <a:gd name="T26" fmla="*/ 614 w 763"/>
                  <a:gd name="T27" fmla="*/ 11 h 339"/>
                  <a:gd name="T28" fmla="*/ 657 w 763"/>
                  <a:gd name="T29" fmla="*/ 17 h 339"/>
                  <a:gd name="T30" fmla="*/ 707 w 763"/>
                  <a:gd name="T31" fmla="*/ 26 h 339"/>
                  <a:gd name="T32" fmla="*/ 763 w 763"/>
                  <a:gd name="T33" fmla="*/ 42 h 33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63" h="339">
                    <a:moveTo>
                      <a:pt x="0" y="339"/>
                    </a:moveTo>
                    <a:lnTo>
                      <a:pt x="48" y="266"/>
                    </a:lnTo>
                    <a:lnTo>
                      <a:pt x="107" y="208"/>
                    </a:lnTo>
                    <a:lnTo>
                      <a:pt x="166" y="154"/>
                    </a:lnTo>
                    <a:lnTo>
                      <a:pt x="238" y="97"/>
                    </a:lnTo>
                    <a:cubicBezTo>
                      <a:pt x="255" y="84"/>
                      <a:pt x="262" y="79"/>
                      <a:pt x="274" y="71"/>
                    </a:cubicBezTo>
                    <a:cubicBezTo>
                      <a:pt x="286" y="64"/>
                      <a:pt x="301" y="54"/>
                      <a:pt x="311" y="49"/>
                    </a:cubicBezTo>
                    <a:cubicBezTo>
                      <a:pt x="322" y="43"/>
                      <a:pt x="339" y="36"/>
                      <a:pt x="350" y="31"/>
                    </a:cubicBezTo>
                    <a:cubicBezTo>
                      <a:pt x="362" y="25"/>
                      <a:pt x="371" y="21"/>
                      <a:pt x="382" y="18"/>
                    </a:cubicBezTo>
                    <a:cubicBezTo>
                      <a:pt x="394" y="14"/>
                      <a:pt x="405" y="11"/>
                      <a:pt x="417" y="8"/>
                    </a:cubicBezTo>
                    <a:cubicBezTo>
                      <a:pt x="429" y="6"/>
                      <a:pt x="438" y="6"/>
                      <a:pt x="451" y="4"/>
                    </a:cubicBezTo>
                    <a:cubicBezTo>
                      <a:pt x="464" y="2"/>
                      <a:pt x="498" y="0"/>
                      <a:pt x="498" y="0"/>
                    </a:cubicBezTo>
                    <a:cubicBezTo>
                      <a:pt x="498" y="0"/>
                      <a:pt x="554" y="3"/>
                      <a:pt x="554" y="3"/>
                    </a:cubicBezTo>
                    <a:cubicBezTo>
                      <a:pt x="554" y="3"/>
                      <a:pt x="614" y="11"/>
                      <a:pt x="614" y="11"/>
                    </a:cubicBezTo>
                    <a:cubicBezTo>
                      <a:pt x="614" y="11"/>
                      <a:pt x="642" y="14"/>
                      <a:pt x="657" y="17"/>
                    </a:cubicBezTo>
                    <a:cubicBezTo>
                      <a:pt x="673" y="21"/>
                      <a:pt x="689" y="23"/>
                      <a:pt x="707" y="26"/>
                    </a:cubicBezTo>
                    <a:cubicBezTo>
                      <a:pt x="724" y="30"/>
                      <a:pt x="752" y="39"/>
                      <a:pt x="763" y="42"/>
                    </a:cubicBezTo>
                  </a:path>
                </a:pathLst>
              </a:custGeom>
              <a:noFill/>
              <a:ln w="25400" cap="rnd" cmpd="sng">
                <a:solidFill>
                  <a:srgbClr val="009900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Freeform 63"/>
              <p:cNvSpPr/>
              <p:nvPr/>
            </p:nvSpPr>
            <p:spPr bwMode="auto">
              <a:xfrm rot="-3438206">
                <a:off x="1318" y="992"/>
                <a:ext cx="622" cy="542"/>
              </a:xfrm>
              <a:custGeom>
                <a:avLst/>
                <a:gdLst>
                  <a:gd name="T0" fmla="*/ 622 w 731"/>
                  <a:gd name="T1" fmla="*/ 0 h 637"/>
                  <a:gd name="T2" fmla="*/ 0 w 731"/>
                  <a:gd name="T3" fmla="*/ 542 h 6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31" h="637">
                    <a:moveTo>
                      <a:pt x="731" y="0"/>
                    </a:moveTo>
                    <a:lnTo>
                      <a:pt x="0" y="637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3" name="Arc 64"/>
            <p:cNvSpPr/>
            <p:nvPr/>
          </p:nvSpPr>
          <p:spPr bwMode="auto">
            <a:xfrm rot="-480115">
              <a:off x="4632" y="1471"/>
              <a:ext cx="146" cy="81"/>
            </a:xfrm>
            <a:custGeom>
              <a:avLst/>
              <a:gdLst>
                <a:gd name="T0" fmla="*/ 87 w 21583"/>
                <a:gd name="T1" fmla="*/ 0 h 17357"/>
                <a:gd name="T2" fmla="*/ 146 w 21583"/>
                <a:gd name="T3" fmla="*/ 77 h 17357"/>
                <a:gd name="T4" fmla="*/ 0 w 21583"/>
                <a:gd name="T5" fmla="*/ 81 h 173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3" h="17357" fill="none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</a:path>
                <a:path w="21583" h="17357" stroke="0" extrusionOk="0">
                  <a:moveTo>
                    <a:pt x="12856" y="0"/>
                  </a:moveTo>
                  <a:cubicBezTo>
                    <a:pt x="18112" y="3892"/>
                    <a:pt x="21320" y="9957"/>
                    <a:pt x="21582" y="16492"/>
                  </a:cubicBezTo>
                  <a:lnTo>
                    <a:pt x="0" y="17357"/>
                  </a:lnTo>
                  <a:lnTo>
                    <a:pt x="12856" y="0"/>
                  </a:lnTo>
                  <a:close/>
                </a:path>
              </a:pathLst>
            </a:custGeom>
            <a:noFill/>
            <a:ln w="25400" cap="rnd" cmpd="dbl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4" name="Object 65"/>
            <p:cNvGraphicFramePr>
              <a:graphicFrameLocks noChangeAspect="1"/>
            </p:cNvGraphicFramePr>
            <p:nvPr/>
          </p:nvGraphicFramePr>
          <p:xfrm>
            <a:off x="4759" y="1350"/>
            <a:ext cx="13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79400" imgH="368300" progId="Equation.3">
                    <p:embed/>
                  </p:oleObj>
                </mc:Choice>
                <mc:Fallback>
                  <p:oleObj name="公式" r:id="rId23" imgW="279400" imgH="368300" progId="Equation.3">
                    <p:embed/>
                    <p:pic>
                      <p:nvPicPr>
                        <p:cNvPr id="114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" y="1350"/>
                          <a:ext cx="130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" name="Object 66"/>
            <p:cNvGraphicFramePr>
              <a:graphicFrameLocks noChangeAspect="1"/>
            </p:cNvGraphicFramePr>
            <p:nvPr/>
          </p:nvGraphicFramePr>
          <p:xfrm>
            <a:off x="4583" y="454"/>
            <a:ext cx="154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330200" imgH="368300" progId="Equation.3">
                    <p:embed/>
                  </p:oleObj>
                </mc:Choice>
                <mc:Fallback>
                  <p:oleObj name="公式" r:id="rId25" imgW="330200" imgH="368300" progId="Equation.3">
                    <p:embed/>
                    <p:pic>
                      <p:nvPicPr>
                        <p:cNvPr id="115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3" y="454"/>
                          <a:ext cx="154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9" name="Group 68"/>
          <p:cNvGrpSpPr/>
          <p:nvPr/>
        </p:nvGrpSpPr>
        <p:grpSpPr bwMode="auto">
          <a:xfrm>
            <a:off x="2315482" y="5885025"/>
            <a:ext cx="1844676" cy="461963"/>
            <a:chOff x="854" y="3349"/>
            <a:chExt cx="1162" cy="291"/>
          </a:xfrm>
        </p:grpSpPr>
        <p:sp>
          <p:nvSpPr>
            <p:cNvPr id="120" name="Rectangle 69"/>
            <p:cNvSpPr>
              <a:spLocks noChangeArrowheads="1"/>
            </p:cNvSpPr>
            <p:nvPr/>
          </p:nvSpPr>
          <p:spPr bwMode="auto">
            <a:xfrm>
              <a:off x="854" y="3349"/>
              <a:ext cx="4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且  </a:t>
              </a:r>
            </a:p>
          </p:txBody>
        </p:sp>
        <p:graphicFrame>
          <p:nvGraphicFramePr>
            <p:cNvPr id="121" name="Object 70"/>
            <p:cNvGraphicFramePr/>
            <p:nvPr>
              <p:extLst>
                <p:ext uri="{D42A27DB-BD31-4B8C-83A1-F6EECF244321}">
                  <p14:modId xmlns:p14="http://schemas.microsoft.com/office/powerpoint/2010/main" val="1963403493"/>
                </p:ext>
              </p:extLst>
            </p:nvPr>
          </p:nvGraphicFramePr>
          <p:xfrm>
            <a:off x="1148" y="3353"/>
            <a:ext cx="8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60240" imgH="203040" progId="Equation.DSMT4">
                    <p:embed/>
                  </p:oleObj>
                </mc:Choice>
                <mc:Fallback>
                  <p:oleObj name="Equation" r:id="rId27" imgW="660240" imgH="203040" progId="Equation.DSMT4">
                    <p:embed/>
                    <p:pic>
                      <p:nvPicPr>
                        <p:cNvPr id="121" name="Object 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8" y="3353"/>
                          <a:ext cx="86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" name="Group 71"/>
          <p:cNvGrpSpPr/>
          <p:nvPr/>
        </p:nvGrpSpPr>
        <p:grpSpPr bwMode="auto">
          <a:xfrm>
            <a:off x="1497920" y="5425334"/>
            <a:ext cx="5800725" cy="466724"/>
            <a:chOff x="335" y="2981"/>
            <a:chExt cx="3654" cy="294"/>
          </a:xfrm>
        </p:grpSpPr>
        <p:sp>
          <p:nvSpPr>
            <p:cNvPr id="123" name="Text Box 72"/>
            <p:cNvSpPr txBox="1">
              <a:spLocks noChangeArrowheads="1"/>
            </p:cNvSpPr>
            <p:nvPr/>
          </p:nvSpPr>
          <p:spPr bwMode="auto">
            <a:xfrm>
              <a:off x="854" y="2984"/>
              <a:ext cx="313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若函数           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在区域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</a:t>
              </a:r>
            </a:p>
          </p:txBody>
        </p:sp>
        <p:graphicFrame>
          <p:nvGraphicFramePr>
            <p:cNvPr id="124" name="Object 73"/>
            <p:cNvGraphicFramePr/>
            <p:nvPr/>
          </p:nvGraphicFramePr>
          <p:xfrm>
            <a:off x="1490" y="3035"/>
            <a:ext cx="73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67765" imgH="342900" progId="Equation.3">
                    <p:embed/>
                  </p:oleObj>
                </mc:Choice>
                <mc:Fallback>
                  <p:oleObj name="公式" r:id="rId3" imgW="1167765" imgH="342900" progId="Equation.3">
                    <p:embed/>
                    <p:pic>
                      <p:nvPicPr>
                        <p:cNvPr id="124" name="Object 7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" y="3035"/>
                          <a:ext cx="73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3" name="Rectangle 74"/>
            <p:cNvSpPr>
              <a:spLocks noChangeArrowheads="1"/>
            </p:cNvSpPr>
            <p:nvPr/>
          </p:nvSpPr>
          <p:spPr bwMode="auto">
            <a:xfrm>
              <a:off x="335" y="2981"/>
              <a:ext cx="6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   </a:t>
              </a:r>
            </a:p>
          </p:txBody>
        </p:sp>
      </p:grpSp>
      <p:grpSp>
        <p:nvGrpSpPr>
          <p:cNvPr id="194" name="Group 75"/>
          <p:cNvGrpSpPr/>
          <p:nvPr/>
        </p:nvGrpSpPr>
        <p:grpSpPr bwMode="auto">
          <a:xfrm>
            <a:off x="4233182" y="5854861"/>
            <a:ext cx="2960688" cy="461963"/>
            <a:chOff x="2062" y="3330"/>
            <a:chExt cx="1865" cy="291"/>
          </a:xfrm>
        </p:grpSpPr>
        <p:sp>
          <p:nvSpPr>
            <p:cNvPr id="195" name="Text Box 76"/>
            <p:cNvSpPr txBox="1">
              <a:spLocks noChangeArrowheads="1"/>
            </p:cNvSpPr>
            <p:nvPr/>
          </p:nvSpPr>
          <p:spPr bwMode="auto">
            <a:xfrm>
              <a:off x="2062" y="3330"/>
              <a:ext cx="18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则函数                 在   </a:t>
              </a:r>
            </a:p>
          </p:txBody>
        </p:sp>
        <p:graphicFrame>
          <p:nvGraphicFramePr>
            <p:cNvPr id="196" name="Object 77"/>
            <p:cNvGraphicFramePr/>
            <p:nvPr>
              <p:extLst>
                <p:ext uri="{D42A27DB-BD31-4B8C-83A1-F6EECF244321}">
                  <p14:modId xmlns:p14="http://schemas.microsoft.com/office/powerpoint/2010/main" val="1159023285"/>
                </p:ext>
              </p:extLst>
            </p:nvPr>
          </p:nvGraphicFramePr>
          <p:xfrm>
            <a:off x="2728" y="3381"/>
            <a:ext cx="77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167765" imgH="342900" progId="Equation.DSMT4">
                    <p:embed/>
                  </p:oleObj>
                </mc:Choice>
                <mc:Fallback>
                  <p:oleObj name="Equation" r:id="rId29" imgW="1167765" imgH="342900" progId="Equation.DSMT4">
                    <p:embed/>
                    <p:pic>
                      <p:nvPicPr>
                        <p:cNvPr id="196" name="Object 7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3381"/>
                          <a:ext cx="773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7" name="Rectangle 78"/>
          <p:cNvSpPr>
            <a:spLocks noChangeArrowheads="1"/>
          </p:cNvSpPr>
          <p:nvPr/>
        </p:nvSpPr>
        <p:spPr bwMode="auto">
          <a:xfrm>
            <a:off x="2315482" y="6337680"/>
            <a:ext cx="31774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区域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保角的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  </a:t>
            </a:r>
          </a:p>
        </p:txBody>
      </p:sp>
      <p:grpSp>
        <p:nvGrpSpPr>
          <p:cNvPr id="198" name="Group 79"/>
          <p:cNvGrpSpPr/>
          <p:nvPr/>
        </p:nvGrpSpPr>
        <p:grpSpPr bwMode="auto">
          <a:xfrm>
            <a:off x="9071487" y="1427541"/>
            <a:ext cx="984250" cy="620712"/>
            <a:chOff x="4686" y="593"/>
            <a:chExt cx="620" cy="391"/>
          </a:xfrm>
        </p:grpSpPr>
        <p:grpSp>
          <p:nvGrpSpPr>
            <p:cNvPr id="199" name="Group 80"/>
            <p:cNvGrpSpPr/>
            <p:nvPr/>
          </p:nvGrpSpPr>
          <p:grpSpPr bwMode="auto">
            <a:xfrm>
              <a:off x="4907" y="593"/>
              <a:ext cx="399" cy="186"/>
              <a:chOff x="3875" y="953"/>
              <a:chExt cx="399" cy="186"/>
            </a:xfrm>
          </p:grpSpPr>
          <p:graphicFrame>
            <p:nvGraphicFramePr>
              <p:cNvPr id="201" name="Object 81"/>
              <p:cNvGraphicFramePr>
                <a:graphicFrameLocks noChangeAspect="1"/>
              </p:cNvGraphicFramePr>
              <p:nvPr/>
            </p:nvGraphicFramePr>
            <p:xfrm>
              <a:off x="3889" y="961"/>
              <a:ext cx="379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1" imgW="812165" imgH="381000" progId="Equation.3">
                      <p:embed/>
                    </p:oleObj>
                  </mc:Choice>
                  <mc:Fallback>
                    <p:oleObj name="公式" r:id="rId31" imgW="812165" imgH="381000" progId="Equation.3">
                      <p:embed/>
                      <p:pic>
                        <p:nvPicPr>
                          <p:cNvPr id="201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9" y="961"/>
                            <a:ext cx="379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2" name="Rectangle 82"/>
              <p:cNvSpPr>
                <a:spLocks noChangeArrowheads="1"/>
              </p:cNvSpPr>
              <p:nvPr/>
            </p:nvSpPr>
            <p:spPr bwMode="auto">
              <a:xfrm>
                <a:off x="3875" y="953"/>
                <a:ext cx="399" cy="184"/>
              </a:xfrm>
              <a:prstGeom prst="rect">
                <a:avLst/>
              </a:prstGeom>
              <a:noFill/>
              <a:ln w="12700" cap="rnd" algn="ctr">
                <a:solidFill>
                  <a:srgbClr val="FF0000"/>
                </a:solidFill>
                <a:prstDash val="sysDot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0" name="Arc 83"/>
            <p:cNvSpPr/>
            <p:nvPr/>
          </p:nvSpPr>
          <p:spPr bwMode="auto">
            <a:xfrm>
              <a:off x="4686" y="697"/>
              <a:ext cx="253" cy="287"/>
            </a:xfrm>
            <a:custGeom>
              <a:avLst/>
              <a:gdLst>
                <a:gd name="T0" fmla="*/ 22 w 20772"/>
                <a:gd name="T1" fmla="*/ 0 h 21522"/>
                <a:gd name="T2" fmla="*/ 253 w 20772"/>
                <a:gd name="T3" fmla="*/ 208 h 21522"/>
                <a:gd name="T4" fmla="*/ 0 w 20772"/>
                <a:gd name="T5" fmla="*/ 287 h 215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772" h="21522" fill="none" extrusionOk="0">
                  <a:moveTo>
                    <a:pt x="1834" y="0"/>
                  </a:moveTo>
                  <a:cubicBezTo>
                    <a:pt x="10774" y="762"/>
                    <a:pt x="18312" y="6971"/>
                    <a:pt x="20772" y="15599"/>
                  </a:cubicBezTo>
                </a:path>
                <a:path w="20772" h="21522" stroke="0" extrusionOk="0">
                  <a:moveTo>
                    <a:pt x="1834" y="0"/>
                  </a:moveTo>
                  <a:cubicBezTo>
                    <a:pt x="10774" y="762"/>
                    <a:pt x="18312" y="6971"/>
                    <a:pt x="20772" y="15599"/>
                  </a:cubicBezTo>
                  <a:lnTo>
                    <a:pt x="0" y="21522"/>
                  </a:lnTo>
                  <a:lnTo>
                    <a:pt x="1834" y="0"/>
                  </a:lnTo>
                  <a:close/>
                </a:path>
              </a:pathLst>
            </a:custGeom>
            <a:noFill/>
            <a:ln w="25400" cmpd="dbl">
              <a:solidFill>
                <a:srgbClr val="CC0066"/>
              </a:solidFill>
              <a:round/>
              <a:headEnd type="stealth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3" name="Group 84"/>
          <p:cNvGrpSpPr/>
          <p:nvPr/>
        </p:nvGrpSpPr>
        <p:grpSpPr bwMode="auto">
          <a:xfrm>
            <a:off x="8649212" y="4272341"/>
            <a:ext cx="779463" cy="792162"/>
            <a:chOff x="4420" y="2385"/>
            <a:chExt cx="491" cy="499"/>
          </a:xfrm>
        </p:grpSpPr>
        <p:grpSp>
          <p:nvGrpSpPr>
            <p:cNvPr id="204" name="Group 85"/>
            <p:cNvGrpSpPr/>
            <p:nvPr/>
          </p:nvGrpSpPr>
          <p:grpSpPr bwMode="auto">
            <a:xfrm>
              <a:off x="4461" y="2385"/>
              <a:ext cx="450" cy="207"/>
              <a:chOff x="3867" y="2685"/>
              <a:chExt cx="450" cy="207"/>
            </a:xfrm>
          </p:grpSpPr>
          <p:graphicFrame>
            <p:nvGraphicFramePr>
              <p:cNvPr id="206" name="Object 86"/>
              <p:cNvGraphicFramePr>
                <a:graphicFrameLocks noChangeAspect="1"/>
              </p:cNvGraphicFramePr>
              <p:nvPr/>
            </p:nvGraphicFramePr>
            <p:xfrm>
              <a:off x="3879" y="2685"/>
              <a:ext cx="432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3" imgW="926465" imgH="444500" progId="Equation.3">
                      <p:embed/>
                    </p:oleObj>
                  </mc:Choice>
                  <mc:Fallback>
                    <p:oleObj name="公式" r:id="rId33" imgW="926465" imgH="444500" progId="Equation.3">
                      <p:embed/>
                      <p:pic>
                        <p:nvPicPr>
                          <p:cNvPr id="206" name="Object 8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9" y="2685"/>
                            <a:ext cx="432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" name="Rectangle 87"/>
              <p:cNvSpPr>
                <a:spLocks noChangeArrowheads="1"/>
              </p:cNvSpPr>
              <p:nvPr/>
            </p:nvSpPr>
            <p:spPr bwMode="auto">
              <a:xfrm>
                <a:off x="3867" y="2697"/>
                <a:ext cx="450" cy="187"/>
              </a:xfrm>
              <a:prstGeom prst="rect">
                <a:avLst/>
              </a:prstGeom>
              <a:noFill/>
              <a:ln w="12700" cap="rnd" algn="ctr">
                <a:solidFill>
                  <a:srgbClr val="FF0000"/>
                </a:solidFill>
                <a:prstDash val="sysDot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5" name="Arc 88"/>
            <p:cNvSpPr/>
            <p:nvPr/>
          </p:nvSpPr>
          <p:spPr bwMode="auto">
            <a:xfrm rot="-1415082">
              <a:off x="4420" y="2597"/>
              <a:ext cx="253" cy="287"/>
            </a:xfrm>
            <a:custGeom>
              <a:avLst/>
              <a:gdLst>
                <a:gd name="T0" fmla="*/ 22 w 20772"/>
                <a:gd name="T1" fmla="*/ 0 h 21522"/>
                <a:gd name="T2" fmla="*/ 253 w 20772"/>
                <a:gd name="T3" fmla="*/ 208 h 21522"/>
                <a:gd name="T4" fmla="*/ 0 w 20772"/>
                <a:gd name="T5" fmla="*/ 287 h 215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772" h="21522" fill="none" extrusionOk="0">
                  <a:moveTo>
                    <a:pt x="1834" y="0"/>
                  </a:moveTo>
                  <a:cubicBezTo>
                    <a:pt x="10774" y="762"/>
                    <a:pt x="18312" y="6971"/>
                    <a:pt x="20772" y="15599"/>
                  </a:cubicBezTo>
                </a:path>
                <a:path w="20772" h="21522" stroke="0" extrusionOk="0">
                  <a:moveTo>
                    <a:pt x="1834" y="0"/>
                  </a:moveTo>
                  <a:cubicBezTo>
                    <a:pt x="10774" y="762"/>
                    <a:pt x="18312" y="6971"/>
                    <a:pt x="20772" y="15599"/>
                  </a:cubicBezTo>
                  <a:lnTo>
                    <a:pt x="0" y="21522"/>
                  </a:lnTo>
                  <a:lnTo>
                    <a:pt x="1834" y="0"/>
                  </a:lnTo>
                  <a:close/>
                </a:path>
              </a:pathLst>
            </a:custGeom>
            <a:noFill/>
            <a:ln w="25400" cmpd="dbl">
              <a:solidFill>
                <a:srgbClr val="CC0066"/>
              </a:solidFill>
              <a:round/>
              <a:headEnd type="stealth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8" name="Group 89"/>
          <p:cNvGrpSpPr/>
          <p:nvPr/>
        </p:nvGrpSpPr>
        <p:grpSpPr bwMode="auto">
          <a:xfrm>
            <a:off x="8404737" y="4535866"/>
            <a:ext cx="1563688" cy="1504950"/>
            <a:chOff x="4266" y="2551"/>
            <a:chExt cx="985" cy="948"/>
          </a:xfrm>
        </p:grpSpPr>
        <p:grpSp>
          <p:nvGrpSpPr>
            <p:cNvPr id="209" name="Group 90"/>
            <p:cNvGrpSpPr/>
            <p:nvPr/>
          </p:nvGrpSpPr>
          <p:grpSpPr bwMode="auto">
            <a:xfrm>
              <a:off x="4266" y="2551"/>
              <a:ext cx="985" cy="948"/>
              <a:chOff x="4266" y="2551"/>
              <a:chExt cx="985" cy="948"/>
            </a:xfrm>
          </p:grpSpPr>
          <p:sp>
            <p:nvSpPr>
              <p:cNvPr id="212" name="Freeform 91"/>
              <p:cNvSpPr/>
              <p:nvPr/>
            </p:nvSpPr>
            <p:spPr bwMode="auto">
              <a:xfrm>
                <a:off x="4440" y="2551"/>
                <a:ext cx="810" cy="647"/>
              </a:xfrm>
              <a:custGeom>
                <a:avLst/>
                <a:gdLst>
                  <a:gd name="T0" fmla="*/ 0 w 810"/>
                  <a:gd name="T1" fmla="*/ 647 h 647"/>
                  <a:gd name="T2" fmla="*/ 9 w 810"/>
                  <a:gd name="T3" fmla="*/ 602 h 647"/>
                  <a:gd name="T4" fmla="*/ 11 w 810"/>
                  <a:gd name="T5" fmla="*/ 582 h 647"/>
                  <a:gd name="T6" fmla="*/ 36 w 810"/>
                  <a:gd name="T7" fmla="*/ 507 h 647"/>
                  <a:gd name="T8" fmla="*/ 66 w 810"/>
                  <a:gd name="T9" fmla="*/ 437 h 647"/>
                  <a:gd name="T10" fmla="*/ 83 w 810"/>
                  <a:gd name="T11" fmla="*/ 404 h 647"/>
                  <a:gd name="T12" fmla="*/ 101 w 810"/>
                  <a:gd name="T13" fmla="*/ 376 h 647"/>
                  <a:gd name="T14" fmla="*/ 142 w 810"/>
                  <a:gd name="T15" fmla="*/ 322 h 647"/>
                  <a:gd name="T16" fmla="*/ 186 w 810"/>
                  <a:gd name="T17" fmla="*/ 269 h 647"/>
                  <a:gd name="T18" fmla="*/ 236 w 810"/>
                  <a:gd name="T19" fmla="*/ 219 h 647"/>
                  <a:gd name="T20" fmla="*/ 291 w 810"/>
                  <a:gd name="T21" fmla="*/ 171 h 647"/>
                  <a:gd name="T22" fmla="*/ 349 w 810"/>
                  <a:gd name="T23" fmla="*/ 127 h 647"/>
                  <a:gd name="T24" fmla="*/ 411 w 810"/>
                  <a:gd name="T25" fmla="*/ 89 h 647"/>
                  <a:gd name="T26" fmla="*/ 477 w 810"/>
                  <a:gd name="T27" fmla="*/ 56 h 647"/>
                  <a:gd name="T28" fmla="*/ 546 w 810"/>
                  <a:gd name="T29" fmla="*/ 31 h 647"/>
                  <a:gd name="T30" fmla="*/ 584 w 810"/>
                  <a:gd name="T31" fmla="*/ 20 h 647"/>
                  <a:gd name="T32" fmla="*/ 624 w 810"/>
                  <a:gd name="T33" fmla="*/ 12 h 647"/>
                  <a:gd name="T34" fmla="*/ 714 w 810"/>
                  <a:gd name="T35" fmla="*/ 4 h 647"/>
                  <a:gd name="T36" fmla="*/ 810 w 810"/>
                  <a:gd name="T37" fmla="*/ 0 h 6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810" h="647">
                    <a:moveTo>
                      <a:pt x="0" y="647"/>
                    </a:moveTo>
                    <a:lnTo>
                      <a:pt x="9" y="602"/>
                    </a:lnTo>
                    <a:lnTo>
                      <a:pt x="11" y="582"/>
                    </a:lnTo>
                    <a:lnTo>
                      <a:pt x="36" y="507"/>
                    </a:lnTo>
                    <a:lnTo>
                      <a:pt x="66" y="437"/>
                    </a:lnTo>
                    <a:lnTo>
                      <a:pt x="83" y="404"/>
                    </a:lnTo>
                    <a:lnTo>
                      <a:pt x="101" y="376"/>
                    </a:lnTo>
                    <a:lnTo>
                      <a:pt x="142" y="322"/>
                    </a:lnTo>
                    <a:lnTo>
                      <a:pt x="186" y="269"/>
                    </a:lnTo>
                    <a:lnTo>
                      <a:pt x="236" y="219"/>
                    </a:lnTo>
                    <a:lnTo>
                      <a:pt x="291" y="171"/>
                    </a:lnTo>
                    <a:lnTo>
                      <a:pt x="349" y="127"/>
                    </a:lnTo>
                    <a:lnTo>
                      <a:pt x="411" y="89"/>
                    </a:lnTo>
                    <a:lnTo>
                      <a:pt x="477" y="56"/>
                    </a:lnTo>
                    <a:lnTo>
                      <a:pt x="546" y="31"/>
                    </a:lnTo>
                    <a:lnTo>
                      <a:pt x="584" y="20"/>
                    </a:lnTo>
                    <a:lnTo>
                      <a:pt x="624" y="12"/>
                    </a:lnTo>
                    <a:lnTo>
                      <a:pt x="714" y="4"/>
                    </a:lnTo>
                    <a:lnTo>
                      <a:pt x="810" y="0"/>
                    </a:lnTo>
                  </a:path>
                </a:pathLst>
              </a:custGeom>
              <a:noFill/>
              <a:ln w="25400" cap="rnd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Line 92"/>
              <p:cNvSpPr>
                <a:spLocks noChangeShapeType="1"/>
              </p:cNvSpPr>
              <p:nvPr/>
            </p:nvSpPr>
            <p:spPr bwMode="auto">
              <a:xfrm flipH="1">
                <a:off x="4345" y="2799"/>
                <a:ext cx="223" cy="6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4" name="Arc 93"/>
              <p:cNvSpPr/>
              <p:nvPr/>
            </p:nvSpPr>
            <p:spPr bwMode="auto">
              <a:xfrm rot="257550">
                <a:off x="4266" y="3340"/>
                <a:ext cx="136" cy="159"/>
              </a:xfrm>
              <a:custGeom>
                <a:avLst/>
                <a:gdLst>
                  <a:gd name="T0" fmla="*/ 102 w 18601"/>
                  <a:gd name="T1" fmla="*/ 0 h 16469"/>
                  <a:gd name="T2" fmla="*/ 136 w 18601"/>
                  <a:gd name="T3" fmla="*/ 53 h 16469"/>
                  <a:gd name="T4" fmla="*/ 0 w 18601"/>
                  <a:gd name="T5" fmla="*/ 159 h 164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01" h="16469" fill="none" extrusionOk="0">
                    <a:moveTo>
                      <a:pt x="13976" y="-1"/>
                    </a:moveTo>
                    <a:cubicBezTo>
                      <a:pt x="15813" y="1558"/>
                      <a:pt x="17376" y="3414"/>
                      <a:pt x="18601" y="5488"/>
                    </a:cubicBezTo>
                  </a:path>
                  <a:path w="18601" h="16469" stroke="0" extrusionOk="0">
                    <a:moveTo>
                      <a:pt x="13976" y="-1"/>
                    </a:moveTo>
                    <a:cubicBezTo>
                      <a:pt x="15813" y="1558"/>
                      <a:pt x="17376" y="3414"/>
                      <a:pt x="18601" y="5488"/>
                    </a:cubicBezTo>
                    <a:lnTo>
                      <a:pt x="0" y="16469"/>
                    </a:lnTo>
                    <a:lnTo>
                      <a:pt x="13976" y="-1"/>
                    </a:lnTo>
                    <a:close/>
                  </a:path>
                </a:pathLst>
              </a:custGeom>
              <a:noFill/>
              <a:ln w="25400" cap="rnd" cmpd="dbl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15" name="Object 94"/>
              <p:cNvGraphicFramePr>
                <a:graphicFrameLocks noChangeAspect="1"/>
              </p:cNvGraphicFramePr>
              <p:nvPr/>
            </p:nvGraphicFramePr>
            <p:xfrm>
              <a:off x="4414" y="3222"/>
              <a:ext cx="160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5" imgW="342900" imgH="444500" progId="Equation.3">
                      <p:embed/>
                    </p:oleObj>
                  </mc:Choice>
                  <mc:Fallback>
                    <p:oleObj name="公式" r:id="rId35" imgW="342900" imgH="444500" progId="Equation.3">
                      <p:embed/>
                      <p:pic>
                        <p:nvPicPr>
                          <p:cNvPr id="215" name="Object 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4" y="3222"/>
                            <a:ext cx="160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6" name="Group 95"/>
              <p:cNvGrpSpPr/>
              <p:nvPr/>
            </p:nvGrpSpPr>
            <p:grpSpPr bwMode="auto">
              <a:xfrm>
                <a:off x="5099" y="2603"/>
                <a:ext cx="152" cy="178"/>
                <a:chOff x="2918" y="2120"/>
                <a:chExt cx="152" cy="178"/>
              </a:xfrm>
            </p:grpSpPr>
            <p:graphicFrame>
              <p:nvGraphicFramePr>
                <p:cNvPr id="217" name="Object 96"/>
                <p:cNvGraphicFramePr>
                  <a:graphicFrameLocks noChangeAspect="1"/>
                </p:cNvGraphicFramePr>
                <p:nvPr/>
              </p:nvGraphicFramePr>
              <p:xfrm>
                <a:off x="2918" y="2135"/>
                <a:ext cx="131" cy="1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7" imgW="279400" imgH="266700" progId="Equation.3">
                        <p:embed/>
                      </p:oleObj>
                    </mc:Choice>
                    <mc:Fallback>
                      <p:oleObj name="公式" r:id="rId37" imgW="279400" imgH="266700" progId="Equation.3">
                        <p:embed/>
                        <p:pic>
                          <p:nvPicPr>
                            <p:cNvPr id="217" name="Object 9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8" y="2135"/>
                              <a:ext cx="131" cy="1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8" name="Object 97"/>
                <p:cNvGraphicFramePr>
                  <a:graphicFrameLocks noChangeAspect="1"/>
                </p:cNvGraphicFramePr>
                <p:nvPr/>
              </p:nvGraphicFramePr>
              <p:xfrm>
                <a:off x="3005" y="2120"/>
                <a:ext cx="65" cy="1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9" imgW="139700" imgH="381000" progId="Equation.3">
                        <p:embed/>
                      </p:oleObj>
                    </mc:Choice>
                    <mc:Fallback>
                      <p:oleObj name="公式" r:id="rId39" imgW="139700" imgH="381000" progId="Equation.3">
                        <p:embed/>
                        <p:pic>
                          <p:nvPicPr>
                            <p:cNvPr id="218" name="Object 9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5" y="2120"/>
                              <a:ext cx="65" cy="1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210" name="Object 98"/>
            <p:cNvGraphicFramePr>
              <a:graphicFrameLocks noChangeAspect="1"/>
            </p:cNvGraphicFramePr>
            <p:nvPr/>
          </p:nvGraphicFramePr>
          <p:xfrm>
            <a:off x="4505" y="2986"/>
            <a:ext cx="16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355600" imgH="381000" progId="Equation.3">
                    <p:embed/>
                  </p:oleObj>
                </mc:Choice>
                <mc:Fallback>
                  <p:oleObj name="公式" r:id="rId41" imgW="355600" imgH="381000" progId="Equation.3">
                    <p:embed/>
                    <p:pic>
                      <p:nvPicPr>
                        <p:cNvPr id="21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5" y="2986"/>
                          <a:ext cx="166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1" name="Oval 99"/>
            <p:cNvSpPr>
              <a:spLocks noChangeAspect="1" noChangeArrowheads="1"/>
            </p:cNvSpPr>
            <p:nvPr/>
          </p:nvSpPr>
          <p:spPr bwMode="auto">
            <a:xfrm>
              <a:off x="4455" y="3030"/>
              <a:ext cx="45" cy="4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5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5DF4702-6DED-2DE0-84B7-30B9162800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282923"/>
              </p:ext>
            </p:extLst>
          </p:nvPr>
        </p:nvGraphicFramePr>
        <p:xfrm>
          <a:off x="2344138" y="2603084"/>
          <a:ext cx="452437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2286000" imgH="660240" progId="Equation.DSMT4">
                  <p:embed/>
                </p:oleObj>
              </mc:Choice>
              <mc:Fallback>
                <p:oleObj name="Equation" r:id="rId43" imgW="22860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344138" y="2603084"/>
                        <a:ext cx="4524375" cy="130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F7E87B4-8379-B221-70BD-32BB00C929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0718"/>
              </p:ext>
            </p:extLst>
          </p:nvPr>
        </p:nvGraphicFramePr>
        <p:xfrm>
          <a:off x="2356686" y="4003870"/>
          <a:ext cx="4678784" cy="1269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438280" imgH="660240" progId="Equation.DSMT4">
                  <p:embed/>
                </p:oleObj>
              </mc:Choice>
              <mc:Fallback>
                <p:oleObj name="Equation" r:id="rId45" imgW="24382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356686" y="4003870"/>
                        <a:ext cx="4678784" cy="1269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62013" y="885364"/>
            <a:ext cx="50179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三、单叶解析变换的共形性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Rectangle 25"/>
          <p:cNvSpPr>
            <a:spLocks noChangeArrowheads="1"/>
          </p:cNvSpPr>
          <p:nvPr/>
        </p:nvSpPr>
        <p:spPr bwMode="auto">
          <a:xfrm>
            <a:off x="1108061" y="1607653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共形映射  </a:t>
            </a:r>
          </a:p>
        </p:txBody>
      </p:sp>
      <p:grpSp>
        <p:nvGrpSpPr>
          <p:cNvPr id="73" name="Group 26"/>
          <p:cNvGrpSpPr/>
          <p:nvPr/>
        </p:nvGrpSpPr>
        <p:grpSpPr bwMode="auto">
          <a:xfrm>
            <a:off x="1847528" y="2299298"/>
            <a:ext cx="8912227" cy="466726"/>
            <a:chOff x="335" y="1786"/>
            <a:chExt cx="5614" cy="294"/>
          </a:xfrm>
        </p:grpSpPr>
        <p:sp>
          <p:nvSpPr>
            <p:cNvPr id="74" name="Text Box 27"/>
            <p:cNvSpPr txBox="1">
              <a:spLocks noChangeArrowheads="1"/>
            </p:cNvSpPr>
            <p:nvPr/>
          </p:nvSpPr>
          <p:spPr bwMode="auto">
            <a:xfrm>
              <a:off x="854" y="1789"/>
              <a:ext cx="50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若函数               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在区域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内是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的和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第一类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保角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的，   </a:t>
              </a:r>
            </a:p>
          </p:txBody>
        </p:sp>
        <p:graphicFrame>
          <p:nvGraphicFramePr>
            <p:cNvPr id="75" name="Object 28"/>
            <p:cNvGraphicFramePr/>
            <p:nvPr/>
          </p:nvGraphicFramePr>
          <p:xfrm>
            <a:off x="1490" y="1840"/>
            <a:ext cx="73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67765" imgH="342900" progId="Equation.3">
                    <p:embed/>
                  </p:oleObj>
                </mc:Choice>
                <mc:Fallback>
                  <p:oleObj name="公式" r:id="rId3" imgW="1167765" imgH="342900" progId="Equation.3">
                    <p:embed/>
                    <p:pic>
                      <p:nvPicPr>
                        <p:cNvPr id="75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" y="1840"/>
                          <a:ext cx="73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Rectangle 29"/>
            <p:cNvSpPr>
              <a:spLocks noChangeArrowheads="1"/>
            </p:cNvSpPr>
            <p:nvPr/>
          </p:nvSpPr>
          <p:spPr bwMode="auto">
            <a:xfrm>
              <a:off x="335" y="1786"/>
              <a:ext cx="6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</p:grpSp>
      <p:grpSp>
        <p:nvGrpSpPr>
          <p:cNvPr id="77" name="Group 30"/>
          <p:cNvGrpSpPr/>
          <p:nvPr/>
        </p:nvGrpSpPr>
        <p:grpSpPr bwMode="auto">
          <a:xfrm>
            <a:off x="2671441" y="2866237"/>
            <a:ext cx="3960813" cy="461963"/>
            <a:chOff x="3130" y="2148"/>
            <a:chExt cx="2495" cy="291"/>
          </a:xfrm>
        </p:grpSpPr>
        <p:sp>
          <p:nvSpPr>
            <p:cNvPr id="78" name="Text Box 31"/>
            <p:cNvSpPr txBox="1">
              <a:spLocks noChangeArrowheads="1"/>
            </p:cNvSpPr>
            <p:nvPr/>
          </p:nvSpPr>
          <p:spPr bwMode="auto">
            <a:xfrm>
              <a:off x="3130" y="2148"/>
              <a:ext cx="24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就称                 为区域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   </a:t>
              </a:r>
            </a:p>
          </p:txBody>
        </p:sp>
        <p:graphicFrame>
          <p:nvGraphicFramePr>
            <p:cNvPr id="79" name="Object 32"/>
            <p:cNvGraphicFramePr/>
            <p:nvPr/>
          </p:nvGraphicFramePr>
          <p:xfrm>
            <a:off x="3604" y="2187"/>
            <a:ext cx="77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67765" imgH="342900" progId="Equation.3">
                    <p:embed/>
                  </p:oleObj>
                </mc:Choice>
                <mc:Fallback>
                  <p:oleObj name="公式" r:id="rId5" imgW="1167765" imgH="342900" progId="Equation.3">
                    <p:embed/>
                    <p:pic>
                      <p:nvPicPr>
                        <p:cNvPr id="79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" y="2187"/>
                          <a:ext cx="773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Rectangle 38"/>
          <p:cNvSpPr>
            <a:spLocks noChangeArrowheads="1"/>
          </p:cNvSpPr>
          <p:nvPr/>
        </p:nvSpPr>
        <p:spPr bwMode="auto">
          <a:xfrm>
            <a:off x="6189434" y="2868618"/>
            <a:ext cx="216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共形映射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  </a:t>
            </a:r>
          </a:p>
        </p:txBody>
      </p:sp>
      <p:grpSp>
        <p:nvGrpSpPr>
          <p:cNvPr id="85" name="Group 39"/>
          <p:cNvGrpSpPr/>
          <p:nvPr/>
        </p:nvGrpSpPr>
        <p:grpSpPr bwMode="auto">
          <a:xfrm>
            <a:off x="1988218" y="3570293"/>
            <a:ext cx="7783516" cy="465138"/>
            <a:chOff x="339" y="2958"/>
            <a:chExt cx="4903" cy="293"/>
          </a:xfrm>
          <a:solidFill>
            <a:srgbClr val="FFFF00"/>
          </a:solidFill>
        </p:grpSpPr>
        <p:sp>
          <p:nvSpPr>
            <p:cNvPr id="86" name="Rectangle 40"/>
            <p:cNvSpPr>
              <a:spLocks noChangeArrowheads="1"/>
            </p:cNvSpPr>
            <p:nvPr/>
          </p:nvSpPr>
          <p:spPr bwMode="auto">
            <a:xfrm>
              <a:off x="339" y="2960"/>
              <a:ext cx="1086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直接结论    </a:t>
              </a:r>
            </a:p>
          </p:txBody>
        </p:sp>
        <p:sp>
          <p:nvSpPr>
            <p:cNvPr id="87" name="Rectangle 41"/>
            <p:cNvSpPr>
              <a:spLocks noChangeArrowheads="1"/>
            </p:cNvSpPr>
            <p:nvPr/>
          </p:nvSpPr>
          <p:spPr bwMode="auto">
            <a:xfrm>
              <a:off x="1299" y="2958"/>
              <a:ext cx="3943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共形映射是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到值域区域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 = f </a:t>
              </a:r>
              <a:r>
                <a:rPr kumimoji="1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上的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双射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5547856-9B4B-C59C-DE48-08A338D36913}"/>
              </a:ext>
            </a:extLst>
          </p:cNvPr>
          <p:cNvCxnSpPr/>
          <p:nvPr/>
        </p:nvCxnSpPr>
        <p:spPr>
          <a:xfrm>
            <a:off x="6837829" y="2756499"/>
            <a:ext cx="598395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4C472FE-55CA-65C1-D56C-97FF46869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670124"/>
              </p:ext>
            </p:extLst>
          </p:nvPr>
        </p:nvGraphicFramePr>
        <p:xfrm>
          <a:off x="6095999" y="1962661"/>
          <a:ext cx="3426740" cy="37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228600" progId="Equation.DSMT4">
                  <p:embed/>
                </p:oleObj>
              </mc:Choice>
              <mc:Fallback>
                <p:oleObj name="Equation" r:id="rId7" imgW="2070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5999" y="1962661"/>
                        <a:ext cx="3426740" cy="378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447EE375-FBE9-F486-A567-4D0B930C7AAF}"/>
              </a:ext>
            </a:extLst>
          </p:cNvPr>
          <p:cNvGrpSpPr/>
          <p:nvPr/>
        </p:nvGrpSpPr>
        <p:grpSpPr bwMode="auto">
          <a:xfrm>
            <a:off x="2497014" y="4528970"/>
            <a:ext cx="1895475" cy="2090738"/>
            <a:chOff x="0" y="0"/>
            <a:chExt cx="1194" cy="131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154187EE-8FDB-7FE7-7E37-EB2A25EB1544}"/>
                </a:ext>
              </a:extLst>
            </p:cNvPr>
            <p:cNvSpPr/>
            <p:nvPr/>
          </p:nvSpPr>
          <p:spPr bwMode="auto">
            <a:xfrm>
              <a:off x="0" y="0"/>
              <a:ext cx="1194" cy="1317"/>
            </a:xfrm>
            <a:custGeom>
              <a:avLst/>
              <a:gdLst>
                <a:gd name="T0" fmla="*/ 166 w 1194"/>
                <a:gd name="T1" fmla="*/ 1096 h 1317"/>
                <a:gd name="T2" fmla="*/ 95 w 1194"/>
                <a:gd name="T3" fmla="*/ 962 h 1317"/>
                <a:gd name="T4" fmla="*/ 79 w 1194"/>
                <a:gd name="T5" fmla="*/ 915 h 1317"/>
                <a:gd name="T6" fmla="*/ 55 w 1194"/>
                <a:gd name="T7" fmla="*/ 891 h 1317"/>
                <a:gd name="T8" fmla="*/ 40 w 1194"/>
                <a:gd name="T9" fmla="*/ 844 h 1317"/>
                <a:gd name="T10" fmla="*/ 24 w 1194"/>
                <a:gd name="T11" fmla="*/ 820 h 1317"/>
                <a:gd name="T12" fmla="*/ 8 w 1194"/>
                <a:gd name="T13" fmla="*/ 773 h 1317"/>
                <a:gd name="T14" fmla="*/ 0 w 1194"/>
                <a:gd name="T15" fmla="*/ 749 h 1317"/>
                <a:gd name="T16" fmla="*/ 8 w 1194"/>
                <a:gd name="T17" fmla="*/ 165 h 1317"/>
                <a:gd name="T18" fmla="*/ 16 w 1194"/>
                <a:gd name="T19" fmla="*/ 134 h 1317"/>
                <a:gd name="T20" fmla="*/ 111 w 1194"/>
                <a:gd name="T21" fmla="*/ 87 h 1317"/>
                <a:gd name="T22" fmla="*/ 347 w 1194"/>
                <a:gd name="T23" fmla="*/ 23 h 1317"/>
                <a:gd name="T24" fmla="*/ 979 w 1194"/>
                <a:gd name="T25" fmla="*/ 71 h 1317"/>
                <a:gd name="T26" fmla="*/ 1042 w 1194"/>
                <a:gd name="T27" fmla="*/ 118 h 1317"/>
                <a:gd name="T28" fmla="*/ 1129 w 1194"/>
                <a:gd name="T29" fmla="*/ 189 h 1317"/>
                <a:gd name="T30" fmla="*/ 1176 w 1194"/>
                <a:gd name="T31" fmla="*/ 252 h 1317"/>
                <a:gd name="T32" fmla="*/ 1168 w 1194"/>
                <a:gd name="T33" fmla="*/ 402 h 1317"/>
                <a:gd name="T34" fmla="*/ 1073 w 1194"/>
                <a:gd name="T35" fmla="*/ 426 h 1317"/>
                <a:gd name="T36" fmla="*/ 876 w 1194"/>
                <a:gd name="T37" fmla="*/ 481 h 1317"/>
                <a:gd name="T38" fmla="*/ 868 w 1194"/>
                <a:gd name="T39" fmla="*/ 655 h 1317"/>
                <a:gd name="T40" fmla="*/ 908 w 1194"/>
                <a:gd name="T41" fmla="*/ 718 h 1317"/>
                <a:gd name="T42" fmla="*/ 971 w 1194"/>
                <a:gd name="T43" fmla="*/ 883 h 1317"/>
                <a:gd name="T44" fmla="*/ 963 w 1194"/>
                <a:gd name="T45" fmla="*/ 986 h 1317"/>
                <a:gd name="T46" fmla="*/ 750 w 1194"/>
                <a:gd name="T47" fmla="*/ 1041 h 1317"/>
                <a:gd name="T48" fmla="*/ 710 w 1194"/>
                <a:gd name="T49" fmla="*/ 1049 h 1317"/>
                <a:gd name="T50" fmla="*/ 639 w 1194"/>
                <a:gd name="T51" fmla="*/ 1120 h 1317"/>
                <a:gd name="T52" fmla="*/ 529 w 1194"/>
                <a:gd name="T53" fmla="*/ 1160 h 1317"/>
                <a:gd name="T54" fmla="*/ 474 w 1194"/>
                <a:gd name="T55" fmla="*/ 1317 h 1317"/>
                <a:gd name="T56" fmla="*/ 371 w 1194"/>
                <a:gd name="T57" fmla="*/ 1294 h 1317"/>
                <a:gd name="T58" fmla="*/ 292 w 1194"/>
                <a:gd name="T59" fmla="*/ 1239 h 1317"/>
                <a:gd name="T60" fmla="*/ 229 w 1194"/>
                <a:gd name="T61" fmla="*/ 1136 h 1317"/>
                <a:gd name="T62" fmla="*/ 205 w 1194"/>
                <a:gd name="T63" fmla="*/ 1120 h 1317"/>
                <a:gd name="T64" fmla="*/ 166 w 1194"/>
                <a:gd name="T65" fmla="*/ 1073 h 1317"/>
                <a:gd name="T66" fmla="*/ 142 w 1194"/>
                <a:gd name="T67" fmla="*/ 1057 h 13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4" h="1317">
                  <a:moveTo>
                    <a:pt x="166" y="1096"/>
                  </a:moveTo>
                  <a:cubicBezTo>
                    <a:pt x="151" y="1029"/>
                    <a:pt x="141" y="1008"/>
                    <a:pt x="95" y="962"/>
                  </a:cubicBezTo>
                  <a:cubicBezTo>
                    <a:pt x="90" y="946"/>
                    <a:pt x="87" y="929"/>
                    <a:pt x="79" y="915"/>
                  </a:cubicBezTo>
                  <a:cubicBezTo>
                    <a:pt x="73" y="905"/>
                    <a:pt x="60" y="901"/>
                    <a:pt x="55" y="891"/>
                  </a:cubicBezTo>
                  <a:cubicBezTo>
                    <a:pt x="47" y="877"/>
                    <a:pt x="45" y="860"/>
                    <a:pt x="40" y="844"/>
                  </a:cubicBezTo>
                  <a:cubicBezTo>
                    <a:pt x="37" y="835"/>
                    <a:pt x="28" y="829"/>
                    <a:pt x="24" y="820"/>
                  </a:cubicBezTo>
                  <a:cubicBezTo>
                    <a:pt x="17" y="805"/>
                    <a:pt x="13" y="789"/>
                    <a:pt x="8" y="773"/>
                  </a:cubicBezTo>
                  <a:cubicBezTo>
                    <a:pt x="5" y="765"/>
                    <a:pt x="0" y="749"/>
                    <a:pt x="0" y="749"/>
                  </a:cubicBezTo>
                  <a:cubicBezTo>
                    <a:pt x="3" y="554"/>
                    <a:pt x="3" y="360"/>
                    <a:pt x="8" y="165"/>
                  </a:cubicBezTo>
                  <a:cubicBezTo>
                    <a:pt x="8" y="154"/>
                    <a:pt x="10" y="143"/>
                    <a:pt x="16" y="134"/>
                  </a:cubicBezTo>
                  <a:cubicBezTo>
                    <a:pt x="31" y="111"/>
                    <a:pt x="87" y="97"/>
                    <a:pt x="111" y="87"/>
                  </a:cubicBezTo>
                  <a:cubicBezTo>
                    <a:pt x="221" y="41"/>
                    <a:pt x="202" y="33"/>
                    <a:pt x="347" y="23"/>
                  </a:cubicBezTo>
                  <a:cubicBezTo>
                    <a:pt x="636" y="32"/>
                    <a:pt x="765" y="0"/>
                    <a:pt x="979" y="71"/>
                  </a:cubicBezTo>
                  <a:cubicBezTo>
                    <a:pt x="1005" y="89"/>
                    <a:pt x="1012" y="108"/>
                    <a:pt x="1042" y="118"/>
                  </a:cubicBezTo>
                  <a:cubicBezTo>
                    <a:pt x="1056" y="129"/>
                    <a:pt x="1111" y="165"/>
                    <a:pt x="1129" y="189"/>
                  </a:cubicBezTo>
                  <a:cubicBezTo>
                    <a:pt x="1184" y="264"/>
                    <a:pt x="1122" y="200"/>
                    <a:pt x="1176" y="252"/>
                  </a:cubicBezTo>
                  <a:cubicBezTo>
                    <a:pt x="1186" y="312"/>
                    <a:pt x="1194" y="330"/>
                    <a:pt x="1168" y="402"/>
                  </a:cubicBezTo>
                  <a:cubicBezTo>
                    <a:pt x="1166" y="407"/>
                    <a:pt x="1079" y="424"/>
                    <a:pt x="1073" y="426"/>
                  </a:cubicBezTo>
                  <a:cubicBezTo>
                    <a:pt x="1009" y="442"/>
                    <a:pt x="939" y="460"/>
                    <a:pt x="876" y="481"/>
                  </a:cubicBezTo>
                  <a:cubicBezTo>
                    <a:pt x="836" y="541"/>
                    <a:pt x="839" y="526"/>
                    <a:pt x="868" y="655"/>
                  </a:cubicBezTo>
                  <a:cubicBezTo>
                    <a:pt x="873" y="679"/>
                    <a:pt x="895" y="697"/>
                    <a:pt x="908" y="718"/>
                  </a:cubicBezTo>
                  <a:cubicBezTo>
                    <a:pt x="932" y="755"/>
                    <a:pt x="960" y="839"/>
                    <a:pt x="971" y="883"/>
                  </a:cubicBezTo>
                  <a:cubicBezTo>
                    <a:pt x="968" y="917"/>
                    <a:pt x="971" y="953"/>
                    <a:pt x="963" y="986"/>
                  </a:cubicBezTo>
                  <a:cubicBezTo>
                    <a:pt x="949" y="1040"/>
                    <a:pt x="756" y="1041"/>
                    <a:pt x="750" y="1041"/>
                  </a:cubicBezTo>
                  <a:cubicBezTo>
                    <a:pt x="737" y="1044"/>
                    <a:pt x="723" y="1044"/>
                    <a:pt x="710" y="1049"/>
                  </a:cubicBezTo>
                  <a:cubicBezTo>
                    <a:pt x="677" y="1062"/>
                    <a:pt x="667" y="1101"/>
                    <a:pt x="639" y="1120"/>
                  </a:cubicBezTo>
                  <a:cubicBezTo>
                    <a:pt x="608" y="1141"/>
                    <a:pt x="564" y="1148"/>
                    <a:pt x="529" y="1160"/>
                  </a:cubicBezTo>
                  <a:cubicBezTo>
                    <a:pt x="507" y="1223"/>
                    <a:pt x="534" y="1278"/>
                    <a:pt x="474" y="1317"/>
                  </a:cubicBezTo>
                  <a:cubicBezTo>
                    <a:pt x="440" y="1310"/>
                    <a:pt x="402" y="1311"/>
                    <a:pt x="371" y="1294"/>
                  </a:cubicBezTo>
                  <a:cubicBezTo>
                    <a:pt x="343" y="1278"/>
                    <a:pt x="319" y="1256"/>
                    <a:pt x="292" y="1239"/>
                  </a:cubicBezTo>
                  <a:cubicBezTo>
                    <a:pt x="273" y="1211"/>
                    <a:pt x="256" y="1154"/>
                    <a:pt x="229" y="1136"/>
                  </a:cubicBezTo>
                  <a:cubicBezTo>
                    <a:pt x="221" y="1131"/>
                    <a:pt x="212" y="1126"/>
                    <a:pt x="205" y="1120"/>
                  </a:cubicBezTo>
                  <a:cubicBezTo>
                    <a:pt x="122" y="1050"/>
                    <a:pt x="233" y="1138"/>
                    <a:pt x="166" y="1073"/>
                  </a:cubicBezTo>
                  <a:cubicBezTo>
                    <a:pt x="159" y="1066"/>
                    <a:pt x="142" y="1057"/>
                    <a:pt x="142" y="105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AutoShape 10">
              <a:extLst>
                <a:ext uri="{FF2B5EF4-FFF2-40B4-BE49-F238E27FC236}">
                  <a16:creationId xmlns:a16="http://schemas.microsoft.com/office/drawing/2014/main" id="{A6FF0033-3E50-C8D7-C7EF-7BE3FDE3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" y="273"/>
              <a:ext cx="408" cy="485"/>
            </a:xfrm>
            <a:prstGeom prst="rtTriangle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" name="Object 11">
              <a:extLst>
                <a:ext uri="{FF2B5EF4-FFF2-40B4-BE49-F238E27FC236}">
                  <a16:creationId xmlns:a16="http://schemas.microsoft.com/office/drawing/2014/main" id="{FF6B1B49-5D81-4CB0-C6BC-EC6394289A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681"/>
            <a:ext cx="21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">
                    <p:embed/>
                  </p:oleObj>
                </mc:Choice>
                <mc:Fallback>
                  <p:oleObj r:id="rId9" imgW="127000" imgH="139700" progId="">
                    <p:embed/>
                    <p:pic>
                      <p:nvPicPr>
                        <p:cNvPr id="2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1"/>
                          <a:ext cx="216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2">
              <a:extLst>
                <a:ext uri="{FF2B5EF4-FFF2-40B4-BE49-F238E27FC236}">
                  <a16:creationId xmlns:a16="http://schemas.microsoft.com/office/drawing/2014/main" id="{2858AB0E-AAAE-8A76-9E71-AB5E6B560D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636"/>
            <a:ext cx="21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27000" imgH="177800" progId="">
                    <p:embed/>
                  </p:oleObj>
                </mc:Choice>
                <mc:Fallback>
                  <p:oleObj r:id="rId11" imgW="127000" imgH="177800" progId="">
                    <p:embed/>
                    <p:pic>
                      <p:nvPicPr>
                        <p:cNvPr id="2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636"/>
                          <a:ext cx="21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3">
              <a:extLst>
                <a:ext uri="{FF2B5EF4-FFF2-40B4-BE49-F238E27FC236}">
                  <a16:creationId xmlns:a16="http://schemas.microsoft.com/office/drawing/2014/main" id="{57C1B7E9-6875-22F6-760B-CC9A049314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137"/>
            <a:ext cx="19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14300" imgH="139700" progId="">
                    <p:embed/>
                  </p:oleObj>
                </mc:Choice>
                <mc:Fallback>
                  <p:oleObj r:id="rId13" imgW="114300" imgH="139700" progId="">
                    <p:embed/>
                    <p:pic>
                      <p:nvPicPr>
                        <p:cNvPr id="2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137"/>
                          <a:ext cx="19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4">
              <a:extLst>
                <a:ext uri="{FF2B5EF4-FFF2-40B4-BE49-F238E27FC236}">
                  <a16:creationId xmlns:a16="http://schemas.microsoft.com/office/drawing/2014/main" id="{5B7DCC50-F3DB-E358-1F46-D4EA981BE4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454"/>
            <a:ext cx="23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39700" imgH="177800" progId="">
                    <p:embed/>
                  </p:oleObj>
                </mc:Choice>
                <mc:Fallback>
                  <p:oleObj r:id="rId15" imgW="139700" imgH="177800" progId="">
                    <p:embed/>
                    <p:pic>
                      <p:nvPicPr>
                        <p:cNvPr id="3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454"/>
                          <a:ext cx="23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5">
              <a:extLst>
                <a:ext uri="{FF2B5EF4-FFF2-40B4-BE49-F238E27FC236}">
                  <a16:creationId xmlns:a16="http://schemas.microsoft.com/office/drawing/2014/main" id="{F7E6E8D5-730B-2D9F-02F7-B4CFA5FAE5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91"/>
            <a:ext cx="28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65100" imgH="165100" progId="">
                    <p:embed/>
                  </p:oleObj>
                </mc:Choice>
                <mc:Fallback>
                  <p:oleObj r:id="rId17" imgW="165100" imgH="165100" progId="">
                    <p:embed/>
                    <p:pic>
                      <p:nvPicPr>
                        <p:cNvPr id="3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91"/>
                          <a:ext cx="28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6">
            <a:extLst>
              <a:ext uri="{FF2B5EF4-FFF2-40B4-BE49-F238E27FC236}">
                <a16:creationId xmlns:a16="http://schemas.microsoft.com/office/drawing/2014/main" id="{F40CF87A-5257-B79C-CA0C-2EEFCB4EBADE}"/>
              </a:ext>
            </a:extLst>
          </p:cNvPr>
          <p:cNvGrpSpPr/>
          <p:nvPr/>
        </p:nvGrpSpPr>
        <p:grpSpPr bwMode="auto">
          <a:xfrm>
            <a:off x="5953001" y="4313070"/>
            <a:ext cx="2159000" cy="2344738"/>
            <a:chOff x="0" y="0"/>
            <a:chExt cx="1360" cy="1477"/>
          </a:xfrm>
        </p:grpSpPr>
        <p:graphicFrame>
          <p:nvGraphicFramePr>
            <p:cNvPr id="14" name="Object 17">
              <a:extLst>
                <a:ext uri="{FF2B5EF4-FFF2-40B4-BE49-F238E27FC236}">
                  <a16:creationId xmlns:a16="http://schemas.microsoft.com/office/drawing/2014/main" id="{DF767276-49FF-0A82-C50E-E948A8935D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" y="343"/>
            <a:ext cx="259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52400" imgH="203200" progId="">
                    <p:embed/>
                  </p:oleObj>
                </mc:Choice>
                <mc:Fallback>
                  <p:oleObj r:id="rId19" imgW="152400" imgH="203200" progId="">
                    <p:embed/>
                    <p:pic>
                      <p:nvPicPr>
                        <p:cNvPr id="3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" y="343"/>
                          <a:ext cx="259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8">
              <a:extLst>
                <a:ext uri="{FF2B5EF4-FFF2-40B4-BE49-F238E27FC236}">
                  <a16:creationId xmlns:a16="http://schemas.microsoft.com/office/drawing/2014/main" id="{1F659B8A-CADE-3DA1-F582-DEAEE40B0C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4" y="752"/>
            <a:ext cx="23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39700" imgH="203200" progId="">
                    <p:embed/>
                  </p:oleObj>
                </mc:Choice>
                <mc:Fallback>
                  <p:oleObj r:id="rId21" imgW="139700" imgH="203200" progId="">
                    <p:embed/>
                    <p:pic>
                      <p:nvPicPr>
                        <p:cNvPr id="3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" y="752"/>
                          <a:ext cx="23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9">
              <a:extLst>
                <a:ext uri="{FF2B5EF4-FFF2-40B4-BE49-F238E27FC236}">
                  <a16:creationId xmlns:a16="http://schemas.microsoft.com/office/drawing/2014/main" id="{EF7D6E8F-E051-5F5A-D7E0-8479933E7E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5" y="71"/>
            <a:ext cx="238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39700" imgH="203200" progId="">
                    <p:embed/>
                  </p:oleObj>
                </mc:Choice>
                <mc:Fallback>
                  <p:oleObj r:id="rId23" imgW="139700" imgH="203200" progId="">
                    <p:embed/>
                    <p:pic>
                      <p:nvPicPr>
                        <p:cNvPr id="3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71"/>
                          <a:ext cx="238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0">
              <a:extLst>
                <a:ext uri="{FF2B5EF4-FFF2-40B4-BE49-F238E27FC236}">
                  <a16:creationId xmlns:a16="http://schemas.microsoft.com/office/drawing/2014/main" id="{68AE2907-D02D-DD37-E86A-8246EC57D7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" y="479"/>
            <a:ext cx="23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39700" imgH="165100" progId="">
                    <p:embed/>
                  </p:oleObj>
                </mc:Choice>
                <mc:Fallback>
                  <p:oleObj r:id="rId25" imgW="139700" imgH="165100" progId="">
                    <p:embed/>
                    <p:pic>
                      <p:nvPicPr>
                        <p:cNvPr id="38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479"/>
                          <a:ext cx="23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58217064-7727-4016-00A2-945FC6369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2" y="343"/>
            <a:ext cx="28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65100" imgH="177800" progId="">
                    <p:embed/>
                  </p:oleObj>
                </mc:Choice>
                <mc:Fallback>
                  <p:oleObj r:id="rId27" imgW="165100" imgH="177800" progId="">
                    <p:embed/>
                    <p:pic>
                      <p:nvPicPr>
                        <p:cNvPr id="3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" y="343"/>
                          <a:ext cx="28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133FD6C7-E1CE-DC3D-0531-8AF7045CE2C3}"/>
                </a:ext>
              </a:extLst>
            </p:cNvPr>
            <p:cNvSpPr/>
            <p:nvPr/>
          </p:nvSpPr>
          <p:spPr bwMode="auto">
            <a:xfrm>
              <a:off x="0" y="0"/>
              <a:ext cx="1360" cy="1477"/>
            </a:xfrm>
            <a:custGeom>
              <a:avLst/>
              <a:gdLst>
                <a:gd name="T0" fmla="*/ 337 w 1531"/>
                <a:gd name="T1" fmla="*/ 1181 h 1778"/>
                <a:gd name="T2" fmla="*/ 91 w 1531"/>
                <a:gd name="T3" fmla="*/ 900 h 1778"/>
                <a:gd name="T4" fmla="*/ 36 w 1531"/>
                <a:gd name="T5" fmla="*/ 716 h 1778"/>
                <a:gd name="T6" fmla="*/ 14 w 1531"/>
                <a:gd name="T7" fmla="*/ 650 h 1778"/>
                <a:gd name="T8" fmla="*/ 91 w 1531"/>
                <a:gd name="T9" fmla="*/ 271 h 1778"/>
                <a:gd name="T10" fmla="*/ 197 w 1531"/>
                <a:gd name="T11" fmla="*/ 172 h 1778"/>
                <a:gd name="T12" fmla="*/ 246 w 1531"/>
                <a:gd name="T13" fmla="*/ 146 h 1778"/>
                <a:gd name="T14" fmla="*/ 295 w 1531"/>
                <a:gd name="T15" fmla="*/ 113 h 1778"/>
                <a:gd name="T16" fmla="*/ 435 w 1531"/>
                <a:gd name="T17" fmla="*/ 67 h 1778"/>
                <a:gd name="T18" fmla="*/ 547 w 1531"/>
                <a:gd name="T19" fmla="*/ 34 h 1778"/>
                <a:gd name="T20" fmla="*/ 617 w 1531"/>
                <a:gd name="T21" fmla="*/ 2 h 1778"/>
                <a:gd name="T22" fmla="*/ 1066 w 1531"/>
                <a:gd name="T23" fmla="*/ 8 h 1778"/>
                <a:gd name="T24" fmla="*/ 1108 w 1531"/>
                <a:gd name="T25" fmla="*/ 100 h 1778"/>
                <a:gd name="T26" fmla="*/ 1192 w 1531"/>
                <a:gd name="T27" fmla="*/ 290 h 1778"/>
                <a:gd name="T28" fmla="*/ 1221 w 1531"/>
                <a:gd name="T29" fmla="*/ 369 h 1778"/>
                <a:gd name="T30" fmla="*/ 1241 w 1531"/>
                <a:gd name="T31" fmla="*/ 460 h 1778"/>
                <a:gd name="T32" fmla="*/ 1262 w 1531"/>
                <a:gd name="T33" fmla="*/ 788 h 1778"/>
                <a:gd name="T34" fmla="*/ 1340 w 1531"/>
                <a:gd name="T35" fmla="*/ 1083 h 1778"/>
                <a:gd name="T36" fmla="*/ 1360 w 1531"/>
                <a:gd name="T37" fmla="*/ 1168 h 1778"/>
                <a:gd name="T38" fmla="*/ 891 w 1531"/>
                <a:gd name="T39" fmla="*/ 1346 h 1778"/>
                <a:gd name="T40" fmla="*/ 848 w 1531"/>
                <a:gd name="T41" fmla="*/ 1332 h 1778"/>
                <a:gd name="T42" fmla="*/ 778 w 1531"/>
                <a:gd name="T43" fmla="*/ 1228 h 1778"/>
                <a:gd name="T44" fmla="*/ 736 w 1531"/>
                <a:gd name="T45" fmla="*/ 1175 h 1778"/>
                <a:gd name="T46" fmla="*/ 526 w 1531"/>
                <a:gd name="T47" fmla="*/ 1162 h 1778"/>
                <a:gd name="T48" fmla="*/ 435 w 1531"/>
                <a:gd name="T49" fmla="*/ 1122 h 1778"/>
                <a:gd name="T50" fmla="*/ 351 w 1531"/>
                <a:gd name="T51" fmla="*/ 1129 h 1778"/>
                <a:gd name="T52" fmla="*/ 309 w 1531"/>
                <a:gd name="T53" fmla="*/ 1136 h 1778"/>
                <a:gd name="T54" fmla="*/ 337 w 1531"/>
                <a:gd name="T55" fmla="*/ 1181 h 177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31" h="1778">
                  <a:moveTo>
                    <a:pt x="379" y="1422"/>
                  </a:moveTo>
                  <a:cubicBezTo>
                    <a:pt x="234" y="1373"/>
                    <a:pt x="178" y="1205"/>
                    <a:pt x="103" y="1083"/>
                  </a:cubicBezTo>
                  <a:cubicBezTo>
                    <a:pt x="90" y="1007"/>
                    <a:pt x="62" y="935"/>
                    <a:pt x="40" y="862"/>
                  </a:cubicBezTo>
                  <a:cubicBezTo>
                    <a:pt x="32" y="836"/>
                    <a:pt x="16" y="783"/>
                    <a:pt x="16" y="783"/>
                  </a:cubicBezTo>
                  <a:cubicBezTo>
                    <a:pt x="21" y="586"/>
                    <a:pt x="0" y="474"/>
                    <a:pt x="103" y="326"/>
                  </a:cubicBezTo>
                  <a:cubicBezTo>
                    <a:pt x="120" y="276"/>
                    <a:pt x="173" y="223"/>
                    <a:pt x="222" y="207"/>
                  </a:cubicBezTo>
                  <a:cubicBezTo>
                    <a:pt x="280" y="146"/>
                    <a:pt x="207" y="214"/>
                    <a:pt x="277" y="176"/>
                  </a:cubicBezTo>
                  <a:cubicBezTo>
                    <a:pt x="297" y="165"/>
                    <a:pt x="314" y="149"/>
                    <a:pt x="332" y="136"/>
                  </a:cubicBezTo>
                  <a:cubicBezTo>
                    <a:pt x="365" y="112"/>
                    <a:pt x="454" y="93"/>
                    <a:pt x="490" y="81"/>
                  </a:cubicBezTo>
                  <a:cubicBezTo>
                    <a:pt x="531" y="67"/>
                    <a:pt x="575" y="56"/>
                    <a:pt x="616" y="41"/>
                  </a:cubicBezTo>
                  <a:cubicBezTo>
                    <a:pt x="645" y="31"/>
                    <a:pt x="666" y="12"/>
                    <a:pt x="695" y="2"/>
                  </a:cubicBezTo>
                  <a:cubicBezTo>
                    <a:pt x="863" y="5"/>
                    <a:pt x="1032" y="0"/>
                    <a:pt x="1200" y="10"/>
                  </a:cubicBezTo>
                  <a:cubicBezTo>
                    <a:pt x="1212" y="11"/>
                    <a:pt x="1243" y="110"/>
                    <a:pt x="1247" y="120"/>
                  </a:cubicBezTo>
                  <a:cubicBezTo>
                    <a:pt x="1272" y="187"/>
                    <a:pt x="1302" y="292"/>
                    <a:pt x="1342" y="349"/>
                  </a:cubicBezTo>
                  <a:cubicBezTo>
                    <a:pt x="1361" y="424"/>
                    <a:pt x="1348" y="393"/>
                    <a:pt x="1374" y="444"/>
                  </a:cubicBezTo>
                  <a:cubicBezTo>
                    <a:pt x="1382" y="481"/>
                    <a:pt x="1388" y="518"/>
                    <a:pt x="1397" y="554"/>
                  </a:cubicBezTo>
                  <a:cubicBezTo>
                    <a:pt x="1403" y="685"/>
                    <a:pt x="1410" y="818"/>
                    <a:pt x="1421" y="949"/>
                  </a:cubicBezTo>
                  <a:cubicBezTo>
                    <a:pt x="1431" y="1069"/>
                    <a:pt x="1476" y="1189"/>
                    <a:pt x="1508" y="1304"/>
                  </a:cubicBezTo>
                  <a:cubicBezTo>
                    <a:pt x="1518" y="1338"/>
                    <a:pt x="1519" y="1373"/>
                    <a:pt x="1531" y="1406"/>
                  </a:cubicBezTo>
                  <a:cubicBezTo>
                    <a:pt x="1517" y="1778"/>
                    <a:pt x="1515" y="1627"/>
                    <a:pt x="1003" y="1620"/>
                  </a:cubicBezTo>
                  <a:cubicBezTo>
                    <a:pt x="987" y="1615"/>
                    <a:pt x="964" y="1618"/>
                    <a:pt x="955" y="1604"/>
                  </a:cubicBezTo>
                  <a:cubicBezTo>
                    <a:pt x="928" y="1562"/>
                    <a:pt x="905" y="1519"/>
                    <a:pt x="876" y="1478"/>
                  </a:cubicBezTo>
                  <a:cubicBezTo>
                    <a:pt x="858" y="1453"/>
                    <a:pt x="860" y="1428"/>
                    <a:pt x="829" y="1414"/>
                  </a:cubicBezTo>
                  <a:cubicBezTo>
                    <a:pt x="756" y="1382"/>
                    <a:pt x="671" y="1402"/>
                    <a:pt x="592" y="1399"/>
                  </a:cubicBezTo>
                  <a:cubicBezTo>
                    <a:pt x="557" y="1387"/>
                    <a:pt x="523" y="1368"/>
                    <a:pt x="490" y="1351"/>
                  </a:cubicBezTo>
                  <a:cubicBezTo>
                    <a:pt x="458" y="1354"/>
                    <a:pt x="427" y="1355"/>
                    <a:pt x="395" y="1359"/>
                  </a:cubicBezTo>
                  <a:cubicBezTo>
                    <a:pt x="379" y="1361"/>
                    <a:pt x="352" y="1352"/>
                    <a:pt x="348" y="1367"/>
                  </a:cubicBezTo>
                  <a:cubicBezTo>
                    <a:pt x="343" y="1387"/>
                    <a:pt x="369" y="1404"/>
                    <a:pt x="379" y="1422"/>
                  </a:cubicBezTo>
                  <a:close/>
                </a:path>
              </a:pathLst>
            </a:custGeom>
            <a:noFill/>
            <a:ln w="12700" cap="flat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AutoShape 23">
              <a:extLst>
                <a:ext uri="{FF2B5EF4-FFF2-40B4-BE49-F238E27FC236}">
                  <a16:creationId xmlns:a16="http://schemas.microsoft.com/office/drawing/2014/main" id="{3B1276BA-7FB9-B74B-4E99-5311B56C9A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23427">
              <a:off x="453" y="298"/>
              <a:ext cx="453" cy="531"/>
            </a:xfrm>
            <a:prstGeom prst="rtTriangle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EC03BB44-5947-6280-38FC-22FD46AB2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11454"/>
              </p:ext>
            </p:extLst>
          </p:nvPr>
        </p:nvGraphicFramePr>
        <p:xfrm>
          <a:off x="4224214" y="5178258"/>
          <a:ext cx="16557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647700" imgH="203200" progId="">
                  <p:embed/>
                </p:oleObj>
              </mc:Choice>
              <mc:Fallback>
                <p:oleObj r:id="rId29" imgW="647700" imgH="203200" progId="">
                  <p:embed/>
                  <p:pic>
                    <p:nvPicPr>
                      <p:cNvPr id="4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214" y="5178258"/>
                        <a:ext cx="16557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5">
            <a:extLst>
              <a:ext uri="{FF2B5EF4-FFF2-40B4-BE49-F238E27FC236}">
                <a16:creationId xmlns:a16="http://schemas.microsoft.com/office/drawing/2014/main" id="{6576740C-4A05-7D8B-4744-6B926E63C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035926"/>
              </p:ext>
            </p:extLst>
          </p:nvPr>
        </p:nvGraphicFramePr>
        <p:xfrm>
          <a:off x="4152776" y="5610058"/>
          <a:ext cx="18843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723900" imgH="215900" progId="">
                  <p:embed/>
                </p:oleObj>
              </mc:Choice>
              <mc:Fallback>
                <p:oleObj r:id="rId31" imgW="723900" imgH="215900" progId="">
                  <p:embed/>
                  <p:pic>
                    <p:nvPicPr>
                      <p:cNvPr id="4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776" y="5610058"/>
                        <a:ext cx="188436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FEECD1A7-CEB1-3706-450E-B23C1F675B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216357"/>
              </p:ext>
            </p:extLst>
          </p:nvPr>
        </p:nvGraphicFramePr>
        <p:xfrm>
          <a:off x="8040564" y="4817895"/>
          <a:ext cx="1955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723900" imgH="203200" progId="">
                  <p:embed/>
                </p:oleObj>
              </mc:Choice>
              <mc:Fallback>
                <p:oleObj r:id="rId33" imgW="723900" imgH="203200" progId="">
                  <p:embed/>
                  <p:pic>
                    <p:nvPicPr>
                      <p:cNvPr id="4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564" y="4817895"/>
                        <a:ext cx="1955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A083C00C-ECC2-B7C9-5014-DFE564DDD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100987"/>
              </p:ext>
            </p:extLst>
          </p:nvPr>
        </p:nvGraphicFramePr>
        <p:xfrm>
          <a:off x="8412439" y="5633617"/>
          <a:ext cx="2043576" cy="38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002960" imgH="190440" progId="Equation.DSMT4">
                  <p:embed/>
                </p:oleObj>
              </mc:Choice>
              <mc:Fallback>
                <p:oleObj name="Equation" r:id="rId35" imgW="1002960" imgH="190440" progId="Equation.DSMT4">
                  <p:embed/>
                  <p:pic>
                    <p:nvPicPr>
                      <p:cNvPr id="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2439" y="5633617"/>
                        <a:ext cx="2043576" cy="386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CFB83-F696-05BB-126C-42339982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67B7CAE-5F57-369A-77FD-F2E77CE92943}"/>
              </a:ext>
            </a:extLst>
          </p:cNvPr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D12AFFA7-7910-9E99-5CEA-12E059BB5265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AECB585-DC91-A025-C3B0-80E8A10BB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885364"/>
            <a:ext cx="50179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三、单叶解析变换的共形性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" name="Object 4">
            <a:extLst>
              <a:ext uri="{FF2B5EF4-FFF2-40B4-BE49-F238E27FC236}">
                <a16:creationId xmlns:a16="http://schemas.microsoft.com/office/drawing/2014/main" id="{728C1E6D-E68D-02EA-7518-2E2C522A5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6468" y="1541845"/>
          <a:ext cx="5270630" cy="485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215640" progId="Equation.DSMT4">
                  <p:embed/>
                </p:oleObj>
              </mc:Choice>
              <mc:Fallback>
                <p:oleObj name="Equation" r:id="rId3" imgW="2438280" imgH="215640" progId="Equation.DSMT4">
                  <p:embed/>
                  <p:pic>
                    <p:nvPicPr>
                      <p:cNvPr id="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468" y="1541845"/>
                        <a:ext cx="5270630" cy="485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DB65ED5A-CAF4-0C8B-25BA-0BEC561479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5745" y="2178321"/>
          <a:ext cx="7363352" cy="485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38200" imgH="215640" progId="Equation.DSMT4">
                  <p:embed/>
                </p:oleObj>
              </mc:Choice>
              <mc:Fallback>
                <p:oleObj name="Equation" r:id="rId5" imgW="3238200" imgH="215640" progId="Equation.DSMT4">
                  <p:embed/>
                  <p:pic>
                    <p:nvPicPr>
                      <p:cNvPr id="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745" y="2178321"/>
                        <a:ext cx="7363352" cy="4857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1304BFCA-E851-5958-CCD6-FED70C83A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5369" y="1548397"/>
          <a:ext cx="11874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01600" imgH="4572000" progId="Equation.DSMT4">
                  <p:embed/>
                </p:oleObj>
              </mc:Choice>
              <mc:Fallback>
                <p:oleObj name="Equation" r:id="rId7" imgW="12801600" imgH="457200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48397"/>
                        <a:ext cx="1187450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22016F9E-1585-7C50-E837-07B8C5E5AB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5745" y="2806974"/>
          <a:ext cx="6486895" cy="484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62240" imgH="228600" progId="Equation.DSMT4">
                  <p:embed/>
                </p:oleObj>
              </mc:Choice>
              <mc:Fallback>
                <p:oleObj name="Equation" r:id="rId9" imgW="3162240" imgH="228600" progId="Equation.DSMT4">
                  <p:embed/>
                  <p:pic>
                    <p:nvPicPr>
                      <p:cNvPr id="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745" y="2806974"/>
                        <a:ext cx="6486895" cy="484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BC1286EF-F788-9470-BF92-F20F351826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3631" y="3245918"/>
          <a:ext cx="6209355" cy="947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46240" imgH="444240" progId="Equation.DSMT4">
                  <p:embed/>
                </p:oleObj>
              </mc:Choice>
              <mc:Fallback>
                <p:oleObj name="Equation" r:id="rId11" imgW="2946240" imgH="444240" progId="Equation.DSMT4">
                  <p:embed/>
                  <p:pic>
                    <p:nvPicPr>
                      <p:cNvPr id="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631" y="3245918"/>
                        <a:ext cx="6209355" cy="947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CEC8A134-AF81-6670-1191-02668142220D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7AF6781-DBF2-B6F3-7053-3D4E3C547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56503"/>
              </p:ext>
            </p:extLst>
          </p:nvPr>
        </p:nvGraphicFramePr>
        <p:xfrm>
          <a:off x="6842337" y="4249143"/>
          <a:ext cx="1685367" cy="1104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482400" progId="Equation.DSMT4">
                  <p:embed/>
                </p:oleObj>
              </mc:Choice>
              <mc:Fallback>
                <p:oleObj name="Equation" r:id="rId13" imgW="736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2337" y="4249143"/>
                        <a:ext cx="1685367" cy="1104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2D10376-7E8E-363C-C4AC-1D2A707FE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058454"/>
              </p:ext>
            </p:extLst>
          </p:nvPr>
        </p:nvGraphicFramePr>
        <p:xfrm>
          <a:off x="5095051" y="4842153"/>
          <a:ext cx="1890365" cy="474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3472" imgH="266523" progId="Equation.DSMT4">
                  <p:embed/>
                </p:oleObj>
              </mc:Choice>
              <mc:Fallback>
                <p:oleObj name="Equation" r:id="rId15" imgW="1063472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95051" y="4842153"/>
                        <a:ext cx="1890365" cy="474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90A5EB-BF98-C23C-B412-2BBAA3193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382309"/>
              </p:ext>
            </p:extLst>
          </p:nvPr>
        </p:nvGraphicFramePr>
        <p:xfrm>
          <a:off x="3902712" y="4819943"/>
          <a:ext cx="1241434" cy="474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97830" imgH="266523" progId="Equation.DSMT4">
                  <p:embed/>
                </p:oleObj>
              </mc:Choice>
              <mc:Fallback>
                <p:oleObj name="Equation" r:id="rId17" imgW="697830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02712" y="4819943"/>
                        <a:ext cx="1241434" cy="474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AF6FD88-BACB-ADA6-D2E0-BB6B3081D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760588"/>
              </p:ext>
            </p:extLst>
          </p:nvPr>
        </p:nvGraphicFramePr>
        <p:xfrm>
          <a:off x="4268930" y="5267178"/>
          <a:ext cx="2676241" cy="474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95444" imgH="283062" progId="Equation.DSMT4">
                  <p:embed/>
                </p:oleObj>
              </mc:Choice>
              <mc:Fallback>
                <p:oleObj name="Equation" r:id="rId19" imgW="1595444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68930" y="5267178"/>
                        <a:ext cx="2676241" cy="474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C029B4A-3B37-567C-CC07-B363F8B9A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297439"/>
              </p:ext>
            </p:extLst>
          </p:nvPr>
        </p:nvGraphicFramePr>
        <p:xfrm>
          <a:off x="4737479" y="6002096"/>
          <a:ext cx="2717042" cy="474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29006" imgH="266523" progId="Equation.DSMT4">
                  <p:embed/>
                </p:oleObj>
              </mc:Choice>
              <mc:Fallback>
                <p:oleObj name="Equation" r:id="rId21" imgW="1529006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37479" y="6002096"/>
                        <a:ext cx="2717042" cy="474001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E333E0C-0B38-46D9-D730-0D94581D85A0}"/>
              </a:ext>
            </a:extLst>
          </p:cNvPr>
          <p:cNvCxnSpPr/>
          <p:nvPr/>
        </p:nvCxnSpPr>
        <p:spPr>
          <a:xfrm>
            <a:off x="6945171" y="5238712"/>
            <a:ext cx="5998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FCA04F9-D3F6-D206-6658-871365E7087E}"/>
              </a:ext>
            </a:extLst>
          </p:cNvPr>
          <p:cNvCxnSpPr>
            <a:cxnSpLocks/>
          </p:cNvCxnSpPr>
          <p:nvPr/>
        </p:nvCxnSpPr>
        <p:spPr>
          <a:xfrm>
            <a:off x="7388843" y="5238712"/>
            <a:ext cx="760977" cy="24155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96FC373-31CD-832D-537E-D5AE4BED9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954024"/>
              </p:ext>
            </p:extLst>
          </p:nvPr>
        </p:nvGraphicFramePr>
        <p:xfrm>
          <a:off x="8141654" y="5293944"/>
          <a:ext cx="186213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861665" imgH="566597" progId="Equation.DSMT4">
                  <p:embed/>
                </p:oleObj>
              </mc:Choice>
              <mc:Fallback>
                <p:oleObj name="Equation" r:id="rId23" imgW="1861665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141654" y="5293944"/>
                        <a:ext cx="1862137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4E54A5A-F345-486D-529B-D40E27595D78}"/>
              </a:ext>
            </a:extLst>
          </p:cNvPr>
          <p:cNvSpPr/>
          <p:nvPr/>
        </p:nvSpPr>
        <p:spPr>
          <a:xfrm>
            <a:off x="6842337" y="4249143"/>
            <a:ext cx="760977" cy="1104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858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906597"/>
              </p:ext>
            </p:extLst>
          </p:nvPr>
        </p:nvGraphicFramePr>
        <p:xfrm>
          <a:off x="1720962" y="987240"/>
          <a:ext cx="5496981" cy="48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720" imgH="215640" progId="Equation.DSMT4">
                  <p:embed/>
                </p:oleObj>
              </mc:Choice>
              <mc:Fallback>
                <p:oleObj name="Equation" r:id="rId3" imgW="2412720" imgH="215640" progId="Equation.DSMT4">
                  <p:embed/>
                  <p:pic>
                    <p:nvPicPr>
                      <p:cNvPr id="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962" y="987240"/>
                        <a:ext cx="5496981" cy="485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601761"/>
              </p:ext>
            </p:extLst>
          </p:nvPr>
        </p:nvGraphicFramePr>
        <p:xfrm>
          <a:off x="950914" y="987240"/>
          <a:ext cx="555621" cy="396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00" imgH="177480" progId="Equation.DSMT4">
                  <p:embed/>
                </p:oleObj>
              </mc:Choice>
              <mc:Fallback>
                <p:oleObj name="Equation" r:id="rId5" imgW="241200" imgH="17748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4" y="987240"/>
                        <a:ext cx="555621" cy="39687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2144739" y="1628800"/>
          <a:ext cx="2813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870400" imgH="5486400" progId="Equation.DSMT4">
                  <p:embed/>
                </p:oleObj>
              </mc:Choice>
              <mc:Fallback>
                <p:oleObj name="Equation" r:id="rId7" imgW="29870400" imgH="5486400" progId="Equation.DSMT4">
                  <p:embed/>
                  <p:pic>
                    <p:nvPicPr>
                      <p:cNvPr id="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39" y="1628800"/>
                        <a:ext cx="28130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5"/>
          <p:cNvGrpSpPr/>
          <p:nvPr/>
        </p:nvGrpSpPr>
        <p:grpSpPr bwMode="auto">
          <a:xfrm>
            <a:off x="3294882" y="2129512"/>
            <a:ext cx="1943101" cy="1384300"/>
            <a:chOff x="0" y="0"/>
            <a:chExt cx="1224" cy="872"/>
          </a:xfrm>
        </p:grpSpPr>
        <p:graphicFrame>
          <p:nvGraphicFramePr>
            <p:cNvPr id="29" name="Object 6"/>
            <p:cNvGraphicFramePr>
              <a:graphicFrameLocks noChangeAspect="1"/>
            </p:cNvGraphicFramePr>
            <p:nvPr/>
          </p:nvGraphicFramePr>
          <p:xfrm>
            <a:off x="0" y="0"/>
            <a:ext cx="317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700" imgH="203200" progId="Equation.DSMT4">
                    <p:embed/>
                  </p:oleObj>
                </mc:Choice>
                <mc:Fallback>
                  <p:oleObj name="Equation" r:id="rId9" imgW="139700" imgH="203200" progId="Equation.DSMT4">
                    <p:embed/>
                    <p:pic>
                      <p:nvPicPr>
                        <p:cNvPr id="2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17" cy="6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7"/>
            <p:cNvGraphicFramePr>
              <a:graphicFrameLocks noChangeAspect="1"/>
            </p:cNvGraphicFramePr>
            <p:nvPr/>
          </p:nvGraphicFramePr>
          <p:xfrm>
            <a:off x="317" y="136"/>
            <a:ext cx="191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27000" imgH="177800" progId="">
                    <p:embed/>
                  </p:oleObj>
                </mc:Choice>
                <mc:Fallback>
                  <p:oleObj r:id="rId11" imgW="127000" imgH="177800" progId="">
                    <p:embed/>
                    <p:pic>
                      <p:nvPicPr>
                        <p:cNvPr id="3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" y="136"/>
                          <a:ext cx="191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8"/>
            <p:cNvGraphicFramePr>
              <a:graphicFrameLocks noChangeAspect="1"/>
            </p:cNvGraphicFramePr>
            <p:nvPr/>
          </p:nvGraphicFramePr>
          <p:xfrm>
            <a:off x="91" y="590"/>
            <a:ext cx="21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65100" imgH="177800" progId="">
                    <p:embed/>
                  </p:oleObj>
                </mc:Choice>
                <mc:Fallback>
                  <p:oleObj r:id="rId13" imgW="165100" imgH="177800" progId="">
                    <p:embed/>
                    <p:pic>
                      <p:nvPicPr>
                        <p:cNvPr id="4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" y="590"/>
                          <a:ext cx="21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453" y="545"/>
              <a:ext cx="7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(共形)</a:t>
              </a:r>
            </a:p>
          </p:txBody>
        </p:sp>
      </p:grpSp>
      <p:grpSp>
        <p:nvGrpSpPr>
          <p:cNvPr id="48" name="Group 10"/>
          <p:cNvGrpSpPr>
            <a:grpSpLocks noChangeAspect="1"/>
          </p:cNvGrpSpPr>
          <p:nvPr/>
        </p:nvGrpSpPr>
        <p:grpSpPr bwMode="auto">
          <a:xfrm>
            <a:off x="1926457" y="1978700"/>
            <a:ext cx="1384300" cy="1179512"/>
            <a:chOff x="0" y="-141"/>
            <a:chExt cx="872" cy="743"/>
          </a:xfrm>
        </p:grpSpPr>
        <p:graphicFrame>
          <p:nvGraphicFramePr>
            <p:cNvPr id="49" name="Object 11"/>
            <p:cNvGraphicFramePr>
              <a:graphicFrameLocks noChangeAspect="1"/>
            </p:cNvGraphicFramePr>
            <p:nvPr/>
          </p:nvGraphicFramePr>
          <p:xfrm>
            <a:off x="230" y="-141"/>
            <a:ext cx="642" cy="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90500" imgH="203200" progId="">
                    <p:embed/>
                  </p:oleObj>
                </mc:Choice>
                <mc:Fallback>
                  <p:oleObj r:id="rId15" imgW="190500" imgH="203200" progId="">
                    <p:embed/>
                    <p:pic>
                      <p:nvPicPr>
                        <p:cNvPr id="4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-141"/>
                          <a:ext cx="642" cy="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12"/>
            <p:cNvGraphicFramePr>
              <a:graphicFrameLocks noChangeAspect="1"/>
            </p:cNvGraphicFramePr>
            <p:nvPr/>
          </p:nvGraphicFramePr>
          <p:xfrm>
            <a:off x="0" y="272"/>
            <a:ext cx="50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30200" imgH="203200" progId="">
                    <p:embed/>
                  </p:oleObj>
                </mc:Choice>
                <mc:Fallback>
                  <p:oleObj r:id="rId17" imgW="330200" imgH="203200" progId="">
                    <p:embed/>
                    <p:pic>
                      <p:nvPicPr>
                        <p:cNvPr id="5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2"/>
                          <a:ext cx="50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947023"/>
              </p:ext>
            </p:extLst>
          </p:nvPr>
        </p:nvGraphicFramePr>
        <p:xfrm>
          <a:off x="5231904" y="2175252"/>
          <a:ext cx="531787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36760" imgH="215640" progId="Equation.DSMT4">
                  <p:embed/>
                </p:oleObj>
              </mc:Choice>
              <mc:Fallback>
                <p:oleObj name="Equation" r:id="rId19" imgW="2336760" imgH="215640" progId="Equation.DSMT4">
                  <p:embed/>
                  <p:pic>
                    <p:nvPicPr>
                      <p:cNvPr id="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2175252"/>
                        <a:ext cx="531787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030283"/>
              </p:ext>
            </p:extLst>
          </p:nvPr>
        </p:nvGraphicFramePr>
        <p:xfrm>
          <a:off x="1880633" y="3908425"/>
          <a:ext cx="9536305" cy="48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190760" imgH="215640" progId="Equation.DSMT4">
                  <p:embed/>
                </p:oleObj>
              </mc:Choice>
              <mc:Fallback>
                <p:oleObj name="Equation" r:id="rId21" imgW="4190760" imgH="215640" progId="Equation.DSMT4">
                  <p:embed/>
                  <p:pic>
                    <p:nvPicPr>
                      <p:cNvPr id="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633" y="3908425"/>
                        <a:ext cx="9536305" cy="485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284291"/>
              </p:ext>
            </p:extLst>
          </p:nvPr>
        </p:nvGraphicFramePr>
        <p:xfrm>
          <a:off x="950914" y="3908425"/>
          <a:ext cx="595296" cy="396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400" imgH="177480" progId="Equation.DSMT4">
                  <p:embed/>
                </p:oleObj>
              </mc:Choice>
              <mc:Fallback>
                <p:oleObj name="Equation" r:id="rId23" imgW="266400" imgH="177480" progId="Equation.DSMT4">
                  <p:embed/>
                  <p:pic>
                    <p:nvPicPr>
                      <p:cNvPr id="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4" y="3908425"/>
                        <a:ext cx="595296" cy="39687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解析函数的特性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257</Words>
  <Application>Microsoft Office PowerPoint</Application>
  <PresentationFormat>宽屏</PresentationFormat>
  <Paragraphs>51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等线</vt:lpstr>
      <vt:lpstr>等线 Light</vt:lpstr>
      <vt:lpstr>华文楷体</vt:lpstr>
      <vt:lpstr>楷体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新媒体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50</cp:revision>
  <dcterms:created xsi:type="dcterms:W3CDTF">2025-08-08T08:18:40Z</dcterms:created>
  <dcterms:modified xsi:type="dcterms:W3CDTF">2025-10-27T13:12:35Z</dcterms:modified>
</cp:coreProperties>
</file>