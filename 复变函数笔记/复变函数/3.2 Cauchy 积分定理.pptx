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795" r:id="rId3"/>
    <p:sldId id="654" r:id="rId4"/>
    <p:sldId id="656" r:id="rId5"/>
    <p:sldId id="813" r:id="rId6"/>
    <p:sldId id="805" r:id="rId7"/>
    <p:sldId id="806" r:id="rId8"/>
    <p:sldId id="808" r:id="rId9"/>
    <p:sldId id="809" r:id="rId10"/>
    <p:sldId id="810" r:id="rId11"/>
    <p:sldId id="811" r:id="rId12"/>
    <p:sldId id="812" r:id="rId13"/>
    <p:sldId id="671" r:id="rId14"/>
    <p:sldId id="674" r:id="rId15"/>
    <p:sldId id="814" r:id="rId16"/>
    <p:sldId id="68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F2995-3F75-4E3A-BD29-9146FF13067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334549-D3A2-421D-AAB1-8747C6C778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88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9447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017A15-A5D9-4AF5-19B3-5026AEC23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C592C6-152A-89DE-8828-F9A63FB48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61177D-2D26-4573-05F8-1C931888F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0AE8-E88E-41B9-AC3D-EFF3BB0D25D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A30A18-4405-8641-74FA-29BA98D6A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CE22A8-5BEF-DDAA-1252-645672FCE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EBF92-91CA-41E3-B7D0-784E85A87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568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0E3EBC-EC0B-7B33-7591-8A88F82D0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92627E-5942-232C-52D0-3F9F31C85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489A93-D974-4E51-434B-81A1F343B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0AE8-E88E-41B9-AC3D-EFF3BB0D25D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FE082D-9D21-FE79-B890-AB839EC81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6A9629-C9B8-9E85-9DBC-7206B82EA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EBF92-91CA-41E3-B7D0-784E85A87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794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19D54-34D4-CDF0-C3DF-A2DE4EEF9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440BF9-B143-58BE-7F4B-D4626EE11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532AB2-25E8-9FB1-EFB4-18D0641B9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0AE8-E88E-41B9-AC3D-EFF3BB0D25D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15539-D3C1-058F-24B8-646B197C2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0C476D-0DF9-3F97-B206-69248E31E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EBF92-91CA-41E3-B7D0-784E85A87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585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F1A8E0-0A26-70BF-5A81-C386F8CA5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8990FAD-AD4F-5424-328B-73CD70673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177E62-C31C-62EB-A89D-D4E538393D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295CE8-2263-A38A-EC6E-31DC120FC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0AE8-E88E-41B9-AC3D-EFF3BB0D25D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8D215B9-2646-E5FC-7F25-EB9A54512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574145-B437-DD36-E338-B1ECF822B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EBF92-91CA-41E3-B7D0-784E85A87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2625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E9B06E-062D-1B81-6E8F-DDDE55225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C410E4-B38E-A09A-3AD8-E025D7205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81D6EC3-9A99-FD08-4CDE-CC45CC8054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AB27E8-1CC2-F7A9-20EB-B151E44EA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B33BD1-8312-8B50-8CFA-3FFDC40939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65C30D-FAD0-D061-9423-2E99FD481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0AE8-E88E-41B9-AC3D-EFF3BB0D25D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94F4D53-98AB-123B-7B15-C88FBF9DA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6B727CB-EBEC-74BF-0CC3-602C1789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EBF92-91CA-41E3-B7D0-784E85A87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6296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2657FC-0813-744B-4A13-FE6CF6759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681B93B-F916-AD76-8450-88C24BECE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0AE8-E88E-41B9-AC3D-EFF3BB0D25D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2FB17B6-8C8C-71F1-BE19-4AD205E7B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3F07378-1BA6-F54E-5E08-2417BE4A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EBF92-91CA-41E3-B7D0-784E85A87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4503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5770A37-19E7-5596-A112-35DB8495D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0AE8-E88E-41B9-AC3D-EFF3BB0D25D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653B698-5DFC-D857-8B76-771C94A0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0D12C6-018A-5FD5-7806-2EDE58E93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EBF92-91CA-41E3-B7D0-784E85A87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4409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B01EE-A3AA-3E2C-87A6-4A3744F1A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C0E28D-98F0-E90F-0DB7-69C5C2BA4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6EC1C2-50BE-E620-F711-C340F09C11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790BB0-C8FC-7CBE-7822-F59F96415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0AE8-E88E-41B9-AC3D-EFF3BB0D25D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7070C1-1142-CB23-05BE-3D2B2DBA1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F3D29A-FBB7-C767-77CD-E49DC2A18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EBF92-91CA-41E3-B7D0-784E85A87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9042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D32A6-D05B-9DCC-1827-A475E943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0AD4F4C-46C8-3215-5966-00F8FC8E5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B5CD8B-244A-1F69-3E64-D9C3CD22F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BC9DDC-A775-3BE0-2AB8-B82A1DFD7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0AE8-E88E-41B9-AC3D-EFF3BB0D25D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CF2E40-5CBD-6683-4AD2-5EC2B5BE5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F6F3A7-30A8-FF11-BC29-CBC7C528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EBF92-91CA-41E3-B7D0-784E85A87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78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5D670-004E-CB6A-2BC4-9E2092DCE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6E59D1-5D72-E3E7-534E-F9D2134F2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C18DE5-AF6C-F710-5091-FF6A8C816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0AE8-E88E-41B9-AC3D-EFF3BB0D25D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DF5278-3692-AABA-EB3E-31E1B78D4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6650EB-A150-ECFC-8952-EC0A4213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EBF92-91CA-41E3-B7D0-784E85A87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50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01DD159-90B6-1749-BE42-6882069203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F4328D-C379-A0E4-CF68-830265052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710C3F-F499-4C6D-52CE-997718C9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E0AE8-E88E-41B9-AC3D-EFF3BB0D25D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8248C5-4973-EDA6-CF13-A685A4CC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E63342-7934-AF60-82C5-D50174DC1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EBF92-91CA-41E3-B7D0-784E85A87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2044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4008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222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183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464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8065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0380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153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4000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80752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170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7337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7994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4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22ABA-E16D-4BC3-9035-4A1703C7A2E1}" type="datetimeFigureOut">
              <a:rPr lang="zh-CN" altLang="en-US" smtClean="0"/>
              <a:pPr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97610-629F-44E8-B821-1586B67757E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612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53F7A9-2193-7ED8-7EF8-ABFD9B94B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DFC10F-0298-DC81-CEC2-10A3231D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7D86A8-B945-66F7-6204-3F5CED36C7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E0AE8-E88E-41B9-AC3D-EFF3BB0D25D7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DFBD86-0A3B-11B6-1A07-442930F2C7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349DDD-CA78-5AE9-0B24-4A1622C63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EBF92-91CA-41E3-B7D0-784E85A873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840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9F4C22-F7CF-4F09-AEBE-8B741BE409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pPr>
                <a:defRPr/>
              </a:pPr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22C3AF-925D-42A9-AF9D-B2A74B6C4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88B633-380E-4B38-9DEC-0C55826894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480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9.bin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4.wmf"/><Relationship Id="rId1" Type="http://schemas.openxmlformats.org/officeDocument/2006/relationships/tags" Target="../tags/tag2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5.bin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7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19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25.png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24.w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7.wmf"/><Relationship Id="rId1" Type="http://schemas.openxmlformats.org/officeDocument/2006/relationships/tags" Target="../tags/tag4.x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9.bin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34.e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3.emf"/><Relationship Id="rId20" Type="http://schemas.openxmlformats.org/officeDocument/2006/relationships/image" Target="../media/image35.wmf"/><Relationship Id="rId1" Type="http://schemas.openxmlformats.org/officeDocument/2006/relationships/tags" Target="../tags/tag5.x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7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0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3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43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40.wmf"/><Relationship Id="rId17" Type="http://schemas.openxmlformats.org/officeDocument/2006/relationships/oleObject" Target="../embeddings/oleObject37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2.wmf"/><Relationship Id="rId1" Type="http://schemas.openxmlformats.org/officeDocument/2006/relationships/tags" Target="../tags/tag6.x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34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10" Type="http://schemas.openxmlformats.org/officeDocument/2006/relationships/image" Target="../media/image39.wmf"/><Relationship Id="rId4" Type="http://schemas.openxmlformats.org/officeDocument/2006/relationships/image" Target="../media/image36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41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Relationship Id="rId6" Type="http://schemas.openxmlformats.org/officeDocument/2006/relationships/image" Target="../media/image45.w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4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13" Type="http://schemas.openxmlformats.org/officeDocument/2006/relationships/image" Target="../media/image52.wmf"/><Relationship Id="rId18" Type="http://schemas.openxmlformats.org/officeDocument/2006/relationships/oleObject" Target="../embeddings/oleObject48.bin"/><Relationship Id="rId3" Type="http://schemas.openxmlformats.org/officeDocument/2006/relationships/oleObject" Target="../embeddings/oleObject5.bin"/><Relationship Id="rId21" Type="http://schemas.openxmlformats.org/officeDocument/2006/relationships/image" Target="../media/image56.wmf"/><Relationship Id="rId7" Type="http://schemas.openxmlformats.org/officeDocument/2006/relationships/oleObject" Target="../embeddings/oleObject43.bin"/><Relationship Id="rId12" Type="http://schemas.openxmlformats.org/officeDocument/2006/relationships/oleObject" Target="../embeddings/oleObject45.bin"/><Relationship Id="rId17" Type="http://schemas.openxmlformats.org/officeDocument/2006/relationships/image" Target="../media/image54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47.bin"/><Relationship Id="rId20" Type="http://schemas.openxmlformats.org/officeDocument/2006/relationships/oleObject" Target="../embeddings/oleObject49.bin"/><Relationship Id="rId1" Type="http://schemas.openxmlformats.org/officeDocument/2006/relationships/tags" Target="../tags/tag8.xml"/><Relationship Id="rId6" Type="http://schemas.openxmlformats.org/officeDocument/2006/relationships/image" Target="../media/image48.wmf"/><Relationship Id="rId11" Type="http://schemas.openxmlformats.org/officeDocument/2006/relationships/image" Target="../media/image51.png"/><Relationship Id="rId5" Type="http://schemas.openxmlformats.org/officeDocument/2006/relationships/oleObject" Target="../embeddings/oleObject42.bin"/><Relationship Id="rId15" Type="http://schemas.openxmlformats.org/officeDocument/2006/relationships/image" Target="../media/image53.wmf"/><Relationship Id="rId10" Type="http://schemas.openxmlformats.org/officeDocument/2006/relationships/image" Target="../media/image50.wmf"/><Relationship Id="rId19" Type="http://schemas.openxmlformats.org/officeDocument/2006/relationships/image" Target="../media/image55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44.bin"/><Relationship Id="rId14" Type="http://schemas.openxmlformats.org/officeDocument/2006/relationships/oleObject" Target="../embeddings/oleObject4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55.bin"/><Relationship Id="rId18" Type="http://schemas.openxmlformats.org/officeDocument/2006/relationships/image" Target="../media/image64.wmf"/><Relationship Id="rId26" Type="http://schemas.openxmlformats.org/officeDocument/2006/relationships/image" Target="../media/image68.wmf"/><Relationship Id="rId3" Type="http://schemas.openxmlformats.org/officeDocument/2006/relationships/oleObject" Target="../embeddings/oleObject50.bin"/><Relationship Id="rId21" Type="http://schemas.openxmlformats.org/officeDocument/2006/relationships/oleObject" Target="../embeddings/oleObject59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57.bin"/><Relationship Id="rId25" Type="http://schemas.openxmlformats.org/officeDocument/2006/relationships/oleObject" Target="../embeddings/oleObject6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3.wmf"/><Relationship Id="rId20" Type="http://schemas.openxmlformats.org/officeDocument/2006/relationships/image" Target="../media/image65.wmf"/><Relationship Id="rId29" Type="http://schemas.openxmlformats.org/officeDocument/2006/relationships/oleObject" Target="../embeddings/oleObject63.bin"/><Relationship Id="rId1" Type="http://schemas.openxmlformats.org/officeDocument/2006/relationships/tags" Target="../tags/tag9.x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54.bin"/><Relationship Id="rId24" Type="http://schemas.openxmlformats.org/officeDocument/2006/relationships/image" Target="../media/image67.wmf"/><Relationship Id="rId32" Type="http://schemas.openxmlformats.org/officeDocument/2006/relationships/image" Target="../media/image71.wmf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oleObject" Target="../embeddings/oleObject60.bin"/><Relationship Id="rId28" Type="http://schemas.openxmlformats.org/officeDocument/2006/relationships/image" Target="../media/image69.wmf"/><Relationship Id="rId10" Type="http://schemas.openxmlformats.org/officeDocument/2006/relationships/image" Target="../media/image60.wmf"/><Relationship Id="rId19" Type="http://schemas.openxmlformats.org/officeDocument/2006/relationships/oleObject" Target="../embeddings/oleObject58.bin"/><Relationship Id="rId31" Type="http://schemas.openxmlformats.org/officeDocument/2006/relationships/oleObject" Target="../embeddings/oleObject64.bin"/><Relationship Id="rId4" Type="http://schemas.openxmlformats.org/officeDocument/2006/relationships/image" Target="../media/image57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62.wmf"/><Relationship Id="rId22" Type="http://schemas.openxmlformats.org/officeDocument/2006/relationships/image" Target="../media/image66.wmf"/><Relationship Id="rId27" Type="http://schemas.openxmlformats.org/officeDocument/2006/relationships/oleObject" Target="../embeddings/oleObject62.bin"/><Relationship Id="rId30" Type="http://schemas.openxmlformats.org/officeDocument/2006/relationships/image" Target="../media/image70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9.bin"/><Relationship Id="rId18" Type="http://schemas.openxmlformats.org/officeDocument/2006/relationships/image" Target="../media/image78.wmf"/><Relationship Id="rId26" Type="http://schemas.openxmlformats.org/officeDocument/2006/relationships/image" Target="../media/image82.wmf"/><Relationship Id="rId3" Type="http://schemas.openxmlformats.org/officeDocument/2006/relationships/oleObject" Target="../embeddings/oleObject65.bin"/><Relationship Id="rId21" Type="http://schemas.openxmlformats.org/officeDocument/2006/relationships/oleObject" Target="../embeddings/oleObject73.bin"/><Relationship Id="rId34" Type="http://schemas.openxmlformats.org/officeDocument/2006/relationships/image" Target="../media/image86.wmf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71.bin"/><Relationship Id="rId25" Type="http://schemas.openxmlformats.org/officeDocument/2006/relationships/oleObject" Target="../embeddings/oleObject75.bin"/><Relationship Id="rId33" Type="http://schemas.openxmlformats.org/officeDocument/2006/relationships/oleObject" Target="../embeddings/oleObject7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7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77.bin"/><Relationship Id="rId1" Type="http://schemas.openxmlformats.org/officeDocument/2006/relationships/tags" Target="../tags/tag10.xml"/><Relationship Id="rId6" Type="http://schemas.openxmlformats.org/officeDocument/2006/relationships/image" Target="../media/image73.wmf"/><Relationship Id="rId11" Type="http://schemas.openxmlformats.org/officeDocument/2006/relationships/oleObject" Target="../embeddings/oleObject68.bin"/><Relationship Id="rId24" Type="http://schemas.openxmlformats.org/officeDocument/2006/relationships/image" Target="../media/image81.wmf"/><Relationship Id="rId32" Type="http://schemas.openxmlformats.org/officeDocument/2006/relationships/image" Target="../media/image85.wmf"/><Relationship Id="rId5" Type="http://schemas.openxmlformats.org/officeDocument/2006/relationships/oleObject" Target="../embeddings/oleObject66.bin"/><Relationship Id="rId15" Type="http://schemas.openxmlformats.org/officeDocument/2006/relationships/oleObject" Target="../embeddings/oleObject70.bin"/><Relationship Id="rId23" Type="http://schemas.openxmlformats.org/officeDocument/2006/relationships/oleObject" Target="../embeddings/oleObject74.bin"/><Relationship Id="rId28" Type="http://schemas.openxmlformats.org/officeDocument/2006/relationships/image" Target="../media/image83.wmf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72.bin"/><Relationship Id="rId31" Type="http://schemas.openxmlformats.org/officeDocument/2006/relationships/oleObject" Target="../embeddings/oleObject78.bin"/><Relationship Id="rId4" Type="http://schemas.openxmlformats.org/officeDocument/2006/relationships/image" Target="../media/image72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76.w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76.bin"/><Relationship Id="rId30" Type="http://schemas.openxmlformats.org/officeDocument/2006/relationships/image" Target="../media/image84.wmf"/><Relationship Id="rId8" Type="http://schemas.openxmlformats.org/officeDocument/2006/relationships/image" Target="../media/image59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wmf"/><Relationship Id="rId13" Type="http://schemas.openxmlformats.org/officeDocument/2006/relationships/oleObject" Target="../embeddings/oleObject85.bin"/><Relationship Id="rId18" Type="http://schemas.openxmlformats.org/officeDocument/2006/relationships/image" Target="../media/image94.wmf"/><Relationship Id="rId3" Type="http://schemas.openxmlformats.org/officeDocument/2006/relationships/oleObject" Target="../embeddings/oleObject80.bin"/><Relationship Id="rId21" Type="http://schemas.openxmlformats.org/officeDocument/2006/relationships/image" Target="../media/image96.png"/><Relationship Id="rId7" Type="http://schemas.openxmlformats.org/officeDocument/2006/relationships/oleObject" Target="../embeddings/oleObject82.bin"/><Relationship Id="rId12" Type="http://schemas.openxmlformats.org/officeDocument/2006/relationships/image" Target="../media/image91.wmf"/><Relationship Id="rId17" Type="http://schemas.openxmlformats.org/officeDocument/2006/relationships/oleObject" Target="../embeddings/oleObject87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93.wmf"/><Relationship Id="rId20" Type="http://schemas.openxmlformats.org/officeDocument/2006/relationships/image" Target="../media/image95.wmf"/><Relationship Id="rId1" Type="http://schemas.openxmlformats.org/officeDocument/2006/relationships/tags" Target="../tags/tag11.xml"/><Relationship Id="rId6" Type="http://schemas.openxmlformats.org/officeDocument/2006/relationships/image" Target="../media/image88.wmf"/><Relationship Id="rId11" Type="http://schemas.openxmlformats.org/officeDocument/2006/relationships/oleObject" Target="../embeddings/oleObject84.bin"/><Relationship Id="rId5" Type="http://schemas.openxmlformats.org/officeDocument/2006/relationships/oleObject" Target="../embeddings/oleObject81.bin"/><Relationship Id="rId15" Type="http://schemas.openxmlformats.org/officeDocument/2006/relationships/oleObject" Target="../embeddings/oleObject86.bin"/><Relationship Id="rId10" Type="http://schemas.openxmlformats.org/officeDocument/2006/relationships/image" Target="../media/image90.wmf"/><Relationship Id="rId19" Type="http://schemas.openxmlformats.org/officeDocument/2006/relationships/oleObject" Target="../embeddings/oleObject88.bin"/><Relationship Id="rId4" Type="http://schemas.openxmlformats.org/officeDocument/2006/relationships/image" Target="../media/image87.wmf"/><Relationship Id="rId9" Type="http://schemas.openxmlformats.org/officeDocument/2006/relationships/oleObject" Target="../embeddings/oleObject83.bin"/><Relationship Id="rId14" Type="http://schemas.openxmlformats.org/officeDocument/2006/relationships/image" Target="../media/image9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93.bin"/><Relationship Id="rId18" Type="http://schemas.openxmlformats.org/officeDocument/2006/relationships/image" Target="../media/image103.emf"/><Relationship Id="rId26" Type="http://schemas.openxmlformats.org/officeDocument/2006/relationships/image" Target="../media/image107.wmf"/><Relationship Id="rId3" Type="http://schemas.openxmlformats.org/officeDocument/2006/relationships/oleObject" Target="../embeddings/oleObject89.bin"/><Relationship Id="rId21" Type="http://schemas.openxmlformats.org/officeDocument/2006/relationships/oleObject" Target="../embeddings/oleObject97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100.wmf"/><Relationship Id="rId17" Type="http://schemas.openxmlformats.org/officeDocument/2006/relationships/oleObject" Target="../embeddings/oleObject95.bin"/><Relationship Id="rId25" Type="http://schemas.openxmlformats.org/officeDocument/2006/relationships/oleObject" Target="../embeddings/oleObject99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02.emf"/><Relationship Id="rId20" Type="http://schemas.openxmlformats.org/officeDocument/2006/relationships/image" Target="../media/image104.wmf"/><Relationship Id="rId1" Type="http://schemas.openxmlformats.org/officeDocument/2006/relationships/tags" Target="../tags/tag12.x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92.bin"/><Relationship Id="rId24" Type="http://schemas.openxmlformats.org/officeDocument/2006/relationships/image" Target="../media/image106.wmf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4.bin"/><Relationship Id="rId23" Type="http://schemas.openxmlformats.org/officeDocument/2006/relationships/oleObject" Target="../embeddings/oleObject98.bin"/><Relationship Id="rId28" Type="http://schemas.openxmlformats.org/officeDocument/2006/relationships/image" Target="../media/image108.wmf"/><Relationship Id="rId10" Type="http://schemas.openxmlformats.org/officeDocument/2006/relationships/image" Target="../media/image99.wmf"/><Relationship Id="rId19" Type="http://schemas.openxmlformats.org/officeDocument/2006/relationships/oleObject" Target="../embeddings/oleObject96.bin"/><Relationship Id="rId4" Type="http://schemas.openxmlformats.org/officeDocument/2006/relationships/image" Target="../media/image97.wmf"/><Relationship Id="rId9" Type="http://schemas.openxmlformats.org/officeDocument/2006/relationships/oleObject" Target="../embeddings/oleObject91.bin"/><Relationship Id="rId14" Type="http://schemas.openxmlformats.org/officeDocument/2006/relationships/image" Target="../media/image101.emf"/><Relationship Id="rId22" Type="http://schemas.openxmlformats.org/officeDocument/2006/relationships/image" Target="../media/image105.wmf"/><Relationship Id="rId27" Type="http://schemas.openxmlformats.org/officeDocument/2006/relationships/oleObject" Target="../embeddings/oleObject100.bin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05.bin"/><Relationship Id="rId18" Type="http://schemas.openxmlformats.org/officeDocument/2006/relationships/image" Target="../media/image115.emf"/><Relationship Id="rId26" Type="http://schemas.openxmlformats.org/officeDocument/2006/relationships/image" Target="../media/image104.wmf"/><Relationship Id="rId39" Type="http://schemas.openxmlformats.org/officeDocument/2006/relationships/oleObject" Target="../embeddings/oleObject115.bin"/><Relationship Id="rId21" Type="http://schemas.openxmlformats.org/officeDocument/2006/relationships/oleObject" Target="../embeddings/oleObject106.bin"/><Relationship Id="rId34" Type="http://schemas.openxmlformats.org/officeDocument/2006/relationships/image" Target="../media/image122.wmf"/><Relationship Id="rId7" Type="http://schemas.openxmlformats.org/officeDocument/2006/relationships/oleObject" Target="../embeddings/oleObject102.bin"/><Relationship Id="rId12" Type="http://schemas.openxmlformats.org/officeDocument/2006/relationships/image" Target="../media/image112.wmf"/><Relationship Id="rId17" Type="http://schemas.openxmlformats.org/officeDocument/2006/relationships/oleObject" Target="../embeddings/oleObject94.bin"/><Relationship Id="rId25" Type="http://schemas.openxmlformats.org/officeDocument/2006/relationships/oleObject" Target="../embeddings/oleObject108.bin"/><Relationship Id="rId33" Type="http://schemas.openxmlformats.org/officeDocument/2006/relationships/oleObject" Target="../embeddings/oleObject112.bin"/><Relationship Id="rId38" Type="http://schemas.openxmlformats.org/officeDocument/2006/relationships/image" Target="../media/image124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4.emf"/><Relationship Id="rId20" Type="http://schemas.openxmlformats.org/officeDocument/2006/relationships/image" Target="../media/image116.emf"/><Relationship Id="rId29" Type="http://schemas.openxmlformats.org/officeDocument/2006/relationships/oleObject" Target="../embeddings/oleObject110.bin"/><Relationship Id="rId1" Type="http://schemas.openxmlformats.org/officeDocument/2006/relationships/tags" Target="../tags/tag13.x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04.bin"/><Relationship Id="rId24" Type="http://schemas.openxmlformats.org/officeDocument/2006/relationships/image" Target="../media/image118.emf"/><Relationship Id="rId32" Type="http://schemas.openxmlformats.org/officeDocument/2006/relationships/image" Target="../media/image121.emf"/><Relationship Id="rId37" Type="http://schemas.openxmlformats.org/officeDocument/2006/relationships/oleObject" Target="../embeddings/oleObject114.bin"/><Relationship Id="rId40" Type="http://schemas.openxmlformats.org/officeDocument/2006/relationships/image" Target="../media/image125.wmf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93.bin"/><Relationship Id="rId23" Type="http://schemas.openxmlformats.org/officeDocument/2006/relationships/oleObject" Target="../embeddings/oleObject107.bin"/><Relationship Id="rId28" Type="http://schemas.openxmlformats.org/officeDocument/2006/relationships/image" Target="../media/image119.emf"/><Relationship Id="rId36" Type="http://schemas.openxmlformats.org/officeDocument/2006/relationships/image" Target="../media/image123.wmf"/><Relationship Id="rId10" Type="http://schemas.openxmlformats.org/officeDocument/2006/relationships/image" Target="../media/image111.wmf"/><Relationship Id="rId19" Type="http://schemas.openxmlformats.org/officeDocument/2006/relationships/oleObject" Target="../embeddings/oleObject95.bin"/><Relationship Id="rId31" Type="http://schemas.openxmlformats.org/officeDocument/2006/relationships/oleObject" Target="../embeddings/oleObject111.bin"/><Relationship Id="rId4" Type="http://schemas.openxmlformats.org/officeDocument/2006/relationships/image" Target="../media/image109.wmf"/><Relationship Id="rId9" Type="http://schemas.openxmlformats.org/officeDocument/2006/relationships/oleObject" Target="../embeddings/oleObject103.bin"/><Relationship Id="rId14" Type="http://schemas.openxmlformats.org/officeDocument/2006/relationships/image" Target="../media/image113.wmf"/><Relationship Id="rId22" Type="http://schemas.openxmlformats.org/officeDocument/2006/relationships/image" Target="../media/image117.emf"/><Relationship Id="rId27" Type="http://schemas.openxmlformats.org/officeDocument/2006/relationships/oleObject" Target="../embeddings/oleObject109.bin"/><Relationship Id="rId30" Type="http://schemas.openxmlformats.org/officeDocument/2006/relationships/image" Target="../media/image120.emf"/><Relationship Id="rId35" Type="http://schemas.openxmlformats.org/officeDocument/2006/relationships/oleObject" Target="../embeddings/oleObject113.bin"/><Relationship Id="rId8" Type="http://schemas.openxmlformats.org/officeDocument/2006/relationships/image" Target="../media/image110.wmf"/><Relationship Id="rId3" Type="http://schemas.openxmlformats.org/officeDocument/2006/relationships/oleObject" Target="../embeddings/oleObject101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11EFEA7-FA88-4189-ADA0-E981D66A7BD6}"/>
              </a:ext>
            </a:extLst>
          </p:cNvPr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5AB6C4DD-A0BF-40AE-B8A0-61B15F904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C3CFA301-9103-40F5-AA59-5E9DE0817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1928" y="3034126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7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第三章 复变函数的积分</a:t>
            </a:r>
            <a:endParaRPr kumimoji="0" lang="en-US" altLang="zh-CN" sz="4267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>
            <a:grpSpLocks/>
          </p:cNvGrpSpPr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>
              <a:extLst>
                <a:ext uri="{FF2B5EF4-FFF2-40B4-BE49-F238E27FC236}">
                  <a16:creationId xmlns:a16="http://schemas.microsoft.com/office/drawing/2014/main" id="{FB952212-E3C0-4A86-9BFE-891480E817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E073F90-BF9C-4EC7-B143-869478FEF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D8CC3B8-72F0-716F-320C-886F99ABC03F}"/>
              </a:ext>
            </a:extLst>
          </p:cNvPr>
          <p:cNvSpPr txBox="1"/>
          <p:nvPr/>
        </p:nvSpPr>
        <p:spPr>
          <a:xfrm>
            <a:off x="3903077" y="3869981"/>
            <a:ext cx="4541315" cy="11046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3.2 Cauchy </a:t>
            </a:r>
            <a:r>
              <a:rPr kumimoji="0" lang="zh-CN" altLang="en-US" sz="2400" b="1" i="0" u="none" strike="noStrike" kern="1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+mn-cs"/>
              </a:rPr>
              <a:t>积分定理</a:t>
            </a:r>
          </a:p>
        </p:txBody>
      </p:sp>
    </p:spTree>
    <p:extLst>
      <p:ext uri="{BB962C8B-B14F-4D97-AF65-F5344CB8AC3E}">
        <p14:creationId xmlns:p14="http://schemas.microsoft.com/office/powerpoint/2010/main" val="18264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084054" y="879599"/>
          <a:ext cx="21732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5160" imgH="190440" progId="Equation.DSMT4">
                  <p:embed/>
                </p:oleObj>
              </mc:Choice>
              <mc:Fallback>
                <p:oleObj name="Equation" r:id="rId3" imgW="965160" imgH="1904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054" y="879599"/>
                        <a:ext cx="21732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8"/>
          <p:cNvSpPr txBox="1">
            <a:spLocks noChangeArrowheads="1"/>
          </p:cNvSpPr>
          <p:nvPr/>
        </p:nvSpPr>
        <p:spPr bwMode="auto">
          <a:xfrm>
            <a:off x="10170462" y="1760042"/>
            <a:ext cx="500012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</a:p>
        </p:txBody>
      </p:sp>
      <p:grpSp>
        <p:nvGrpSpPr>
          <p:cNvPr id="24" name="Group 61"/>
          <p:cNvGrpSpPr>
            <a:grpSpLocks/>
          </p:cNvGrpSpPr>
          <p:nvPr/>
        </p:nvGrpSpPr>
        <p:grpSpPr bwMode="auto">
          <a:xfrm>
            <a:off x="9348086" y="1640186"/>
            <a:ext cx="1428750" cy="917576"/>
            <a:chOff x="4516" y="948"/>
            <a:chExt cx="900" cy="578"/>
          </a:xfrm>
        </p:grpSpPr>
        <p:sp>
          <p:nvSpPr>
            <p:cNvPr id="25" name="Freeform 26"/>
            <p:cNvSpPr>
              <a:spLocks/>
            </p:cNvSpPr>
            <p:nvPr/>
          </p:nvSpPr>
          <p:spPr bwMode="auto">
            <a:xfrm>
              <a:off x="4516" y="948"/>
              <a:ext cx="833" cy="404"/>
            </a:xfrm>
            <a:custGeom>
              <a:avLst/>
              <a:gdLst>
                <a:gd name="T0" fmla="*/ 644 w 1471"/>
                <a:gd name="T1" fmla="*/ 690 h 694"/>
                <a:gd name="T2" fmla="*/ 1168 w 1471"/>
                <a:gd name="T3" fmla="*/ 585 h 694"/>
                <a:gd name="T4" fmla="*/ 1390 w 1471"/>
                <a:gd name="T5" fmla="*/ 219 h 694"/>
                <a:gd name="T6" fmla="*/ 683 w 1471"/>
                <a:gd name="T7" fmla="*/ 9 h 694"/>
                <a:gd name="T8" fmla="*/ 81 w 1471"/>
                <a:gd name="T9" fmla="*/ 271 h 694"/>
                <a:gd name="T10" fmla="*/ 199 w 1471"/>
                <a:gd name="T11" fmla="*/ 559 h 694"/>
                <a:gd name="T12" fmla="*/ 644 w 1471"/>
                <a:gd name="T13" fmla="*/ 690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471" h="694">
                  <a:moveTo>
                    <a:pt x="644" y="690"/>
                  </a:moveTo>
                  <a:cubicBezTo>
                    <a:pt x="805" y="694"/>
                    <a:pt x="1044" y="664"/>
                    <a:pt x="1168" y="585"/>
                  </a:cubicBezTo>
                  <a:cubicBezTo>
                    <a:pt x="1292" y="506"/>
                    <a:pt x="1471" y="315"/>
                    <a:pt x="1390" y="219"/>
                  </a:cubicBezTo>
                  <a:cubicBezTo>
                    <a:pt x="1309" y="123"/>
                    <a:pt x="901" y="0"/>
                    <a:pt x="683" y="9"/>
                  </a:cubicBezTo>
                  <a:cubicBezTo>
                    <a:pt x="465" y="18"/>
                    <a:pt x="162" y="179"/>
                    <a:pt x="81" y="271"/>
                  </a:cubicBezTo>
                  <a:cubicBezTo>
                    <a:pt x="0" y="363"/>
                    <a:pt x="107" y="489"/>
                    <a:pt x="199" y="559"/>
                  </a:cubicBezTo>
                  <a:cubicBezTo>
                    <a:pt x="291" y="629"/>
                    <a:pt x="483" y="686"/>
                    <a:pt x="644" y="690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Text Box 27"/>
            <p:cNvSpPr txBox="1">
              <a:spLocks noChangeArrowheads="1"/>
            </p:cNvSpPr>
            <p:nvPr/>
          </p:nvSpPr>
          <p:spPr bwMode="auto">
            <a:xfrm>
              <a:off x="5071" y="1273"/>
              <a:ext cx="345" cy="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30" name="Line 29"/>
          <p:cNvSpPr>
            <a:spLocks noChangeShapeType="1"/>
          </p:cNvSpPr>
          <p:nvPr/>
        </p:nvSpPr>
        <p:spPr bwMode="auto">
          <a:xfrm rot="20400000">
            <a:off x="10256136" y="2211685"/>
            <a:ext cx="1428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869249"/>
              </p:ext>
            </p:extLst>
          </p:nvPr>
        </p:nvGraphicFramePr>
        <p:xfrm>
          <a:off x="1228725" y="3338786"/>
          <a:ext cx="3897312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26920" imgH="190440" progId="Equation.DSMT4">
                  <p:embed/>
                </p:oleObj>
              </mc:Choice>
              <mc:Fallback>
                <p:oleObj name="Equation" r:id="rId5" imgW="1726920" imgH="1904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3338786"/>
                        <a:ext cx="3897312" cy="4286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176911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F2E493DD-9057-92F5-3EE2-5B3CF248CA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453434"/>
              </p:ext>
            </p:extLst>
          </p:nvPr>
        </p:nvGraphicFramePr>
        <p:xfrm>
          <a:off x="1228725" y="4054626"/>
          <a:ext cx="9870201" cy="1890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178160" imgH="799920" progId="Equation.DSMT4">
                  <p:embed/>
                </p:oleObj>
              </mc:Choice>
              <mc:Fallback>
                <p:oleObj name="Equation" r:id="rId7" imgW="4178160" imgH="799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228725" y="4054626"/>
                        <a:ext cx="9870201" cy="18906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19EDB1E6-A429-3FFC-4070-CCF6A9A2B21C}"/>
              </a:ext>
            </a:extLst>
          </p:cNvPr>
          <p:cNvSpPr txBox="1"/>
          <p:nvPr/>
        </p:nvSpPr>
        <p:spPr>
          <a:xfrm>
            <a:off x="862013" y="1438584"/>
            <a:ext cx="1858142" cy="59690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周线：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116F56A-DE44-2F6E-8367-B159CF24F5C1}"/>
              </a:ext>
            </a:extLst>
          </p:cNvPr>
          <p:cNvSpPr txBox="1"/>
          <p:nvPr/>
        </p:nvSpPr>
        <p:spPr>
          <a:xfrm>
            <a:off x="1791084" y="1448927"/>
            <a:ext cx="4813005" cy="586558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逐段光滑的简单闭曲线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. </a:t>
            </a:r>
            <a:endParaRPr lang="zh-CN" altLang="en-US" sz="2800" b="1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E10AC0-3576-5B53-CF3B-EC31A386B3A6}"/>
              </a:ext>
            </a:extLst>
          </p:cNvPr>
          <p:cNvSpPr txBox="1"/>
          <p:nvPr/>
        </p:nvSpPr>
        <p:spPr>
          <a:xfrm>
            <a:off x="825191" y="2232416"/>
            <a:ext cx="3593386" cy="59690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约定（教材</a:t>
            </a:r>
            <a:r>
              <a:rPr lang="en-US" altLang="zh-CN" sz="2400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71</a:t>
            </a:r>
            <a:r>
              <a:rPr lang="zh-CN" altLang="en-US" sz="2400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页）：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4E8B074-1CB3-4FA0-0300-6FBE343A588D}"/>
              </a:ext>
            </a:extLst>
          </p:cNvPr>
          <p:cNvSpPr txBox="1"/>
          <p:nvPr/>
        </p:nvSpPr>
        <p:spPr>
          <a:xfrm>
            <a:off x="3847844" y="2235608"/>
            <a:ext cx="5340682" cy="79064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今后提到的所有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曲线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”（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包括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“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路径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”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都指</a:t>
            </a:r>
            <a:r>
              <a:rPr lang="zh-CN" altLang="en-US" sz="2400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光滑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zh-CN" altLang="en-US" sz="2400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逐段光滑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的曲线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sz="2400" b="1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506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" grpId="0"/>
      <p:bldP spid="6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7256523"/>
              </p:ext>
            </p:extLst>
          </p:nvPr>
        </p:nvGraphicFramePr>
        <p:xfrm>
          <a:off x="2578100" y="2474597"/>
          <a:ext cx="44005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55520" imgH="419040" progId="Equation.DSMT4">
                  <p:embed/>
                </p:oleObj>
              </mc:Choice>
              <mc:Fallback>
                <p:oleObj name="Equation" r:id="rId3" imgW="1955520" imgH="4190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8100" y="2474597"/>
                        <a:ext cx="44005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558628" y="2560213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00" imgH="203040" progId="Equation.DSMT4">
                  <p:embed/>
                </p:oleObj>
              </mc:Choice>
              <mc:Fallback>
                <p:oleObj name="Equation" r:id="rId5" imgW="253800" imgH="2030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628" y="2560213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37334"/>
              </p:ext>
            </p:extLst>
          </p:nvPr>
        </p:nvGraphicFramePr>
        <p:xfrm>
          <a:off x="2547812" y="3742375"/>
          <a:ext cx="3314700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73120" imgH="215640" progId="Equation.DSMT4">
                  <p:embed/>
                </p:oleObj>
              </mc:Choice>
              <mc:Fallback>
                <p:oleObj name="Equation" r:id="rId7" imgW="1473120" imgH="21564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7812" y="3742375"/>
                        <a:ext cx="3314700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433700"/>
              </p:ext>
            </p:extLst>
          </p:nvPr>
        </p:nvGraphicFramePr>
        <p:xfrm>
          <a:off x="2931611" y="4450497"/>
          <a:ext cx="22018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77760" imgH="419040" progId="Equation.DSMT4">
                  <p:embed/>
                </p:oleObj>
              </mc:Choice>
              <mc:Fallback>
                <p:oleObj name="Equation" r:id="rId9" imgW="977760" imgH="4190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1611" y="4450497"/>
                        <a:ext cx="220186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090613" y="844550"/>
          <a:ext cx="1487487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60240" imgH="190440" progId="Equation.DSMT4">
                  <p:embed/>
                </p:oleObj>
              </mc:Choice>
              <mc:Fallback>
                <p:oleObj name="Equation" r:id="rId11" imgW="660240" imgH="19044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0613" y="844550"/>
                        <a:ext cx="1487487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558628" y="1542116"/>
          <a:ext cx="5715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00" imgH="190440" progId="Equation.DSMT4">
                  <p:embed/>
                </p:oleObj>
              </mc:Choice>
              <mc:Fallback>
                <p:oleObj name="Equation" r:id="rId13" imgW="253800" imgH="1904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628" y="1542116"/>
                        <a:ext cx="5715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167201"/>
              </p:ext>
            </p:extLst>
          </p:nvPr>
        </p:nvGraphicFramePr>
        <p:xfrm>
          <a:off x="2543049" y="1349845"/>
          <a:ext cx="33194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473120" imgH="419040" progId="Equation.DSMT4">
                  <p:embed/>
                </p:oleObj>
              </mc:Choice>
              <mc:Fallback>
                <p:oleObj name="Equation" r:id="rId15" imgW="1473120" imgH="4190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3049" y="1349845"/>
                        <a:ext cx="331946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176911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1639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965200" y="911225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190440" progId="Equation.DSMT4">
                  <p:embed/>
                </p:oleObj>
              </mc:Choice>
              <mc:Fallback>
                <p:oleObj name="Equation" r:id="rId3" imgW="266400" imgH="1904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911225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945397"/>
              </p:ext>
            </p:extLst>
          </p:nvPr>
        </p:nvGraphicFramePr>
        <p:xfrm>
          <a:off x="1793180" y="869156"/>
          <a:ext cx="7153275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174840" imgH="419040" progId="Equation.DSMT4">
                  <p:embed/>
                </p:oleObj>
              </mc:Choice>
              <mc:Fallback>
                <p:oleObj name="Equation" r:id="rId5" imgW="3174840" imgH="4190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3180" y="869156"/>
                        <a:ext cx="7153275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055440" y="2164479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00" imgH="203040" progId="Equation.DSMT4">
                  <p:embed/>
                </p:oleObj>
              </mc:Choice>
              <mc:Fallback>
                <p:oleObj name="Equation" r:id="rId7" imgW="253800" imgH="2030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440" y="2164479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2232628"/>
              </p:ext>
            </p:extLst>
          </p:nvPr>
        </p:nvGraphicFramePr>
        <p:xfrm>
          <a:off x="1892960" y="2124996"/>
          <a:ext cx="754380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352680" imgH="253800" progId="Equation.DSMT4">
                  <p:embed/>
                </p:oleObj>
              </mc:Choice>
              <mc:Fallback>
                <p:oleObj name="Equation" r:id="rId9" imgW="3352680" imgH="2538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960" y="2124996"/>
                        <a:ext cx="754380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354547"/>
              </p:ext>
            </p:extLst>
          </p:nvPr>
        </p:nvGraphicFramePr>
        <p:xfrm>
          <a:off x="1892960" y="3073840"/>
          <a:ext cx="80581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581280" imgH="241200" progId="Equation.DSMT4">
                  <p:embed/>
                </p:oleObj>
              </mc:Choice>
              <mc:Fallback>
                <p:oleObj name="Equation" r:id="rId11" imgW="3581280" imgH="2412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960" y="3073840"/>
                        <a:ext cx="805815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176911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98148"/>
              </p:ext>
            </p:extLst>
          </p:nvPr>
        </p:nvGraphicFramePr>
        <p:xfrm>
          <a:off x="1892960" y="3994109"/>
          <a:ext cx="2089150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7000" imgH="419040" progId="Equation.DSMT4">
                  <p:embed/>
                </p:oleObj>
              </mc:Choice>
              <mc:Fallback>
                <p:oleObj name="Equation" r:id="rId13" imgW="927000" imgH="41904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960" y="3994109"/>
                        <a:ext cx="2089150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134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63477" y="1366668"/>
          <a:ext cx="21717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5160" imgH="203040" progId="Equation.DSMT4">
                  <p:embed/>
                </p:oleObj>
              </mc:Choice>
              <mc:Fallback>
                <p:oleObj name="Equation" r:id="rId3" imgW="965160" imgH="2030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477" y="1366668"/>
                        <a:ext cx="2171700" cy="4524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71512" y="2015266"/>
          <a:ext cx="11144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95000" imgH="190440" progId="Equation.DSMT4">
                  <p:embed/>
                </p:oleObj>
              </mc:Choice>
              <mc:Fallback>
                <p:oleObj name="Equation" r:id="rId5" imgW="49500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2" y="2015266"/>
                        <a:ext cx="1114425" cy="4254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5616170"/>
              </p:ext>
            </p:extLst>
          </p:nvPr>
        </p:nvGraphicFramePr>
        <p:xfrm>
          <a:off x="2047030" y="1896084"/>
          <a:ext cx="7954962" cy="1192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530520" imgH="533160" progId="Equation.DSMT4">
                  <p:embed/>
                </p:oleObj>
              </mc:Choice>
              <mc:Fallback>
                <p:oleObj name="Equation" r:id="rId7" imgW="3530520" imgH="53316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7030" y="1896084"/>
                        <a:ext cx="7954962" cy="1192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551860" y="784848"/>
          <a:ext cx="213518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65160" imgH="190440" progId="Equation.DSMT4">
                  <p:embed/>
                </p:oleObj>
              </mc:Choice>
              <mc:Fallback>
                <p:oleObj name="Equation" r:id="rId9" imgW="965160" imgH="1904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860" y="784848"/>
                        <a:ext cx="2135188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84908" y="1382689"/>
          <a:ext cx="3429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2280" imgH="177480" progId="Equation.DSMT4">
                  <p:embed/>
                </p:oleObj>
              </mc:Choice>
              <mc:Fallback>
                <p:oleObj name="Equation" r:id="rId11" imgW="152280" imgH="17748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908" y="1382689"/>
                        <a:ext cx="3429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55" descr="xsf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9210676" y="3448819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56" descr="xsf"/>
          <p:cNvPicPr>
            <a:picLocks noChangeAspect="1" noChangeArrowheads="1"/>
          </p:cNvPicPr>
          <p:nvPr/>
        </p:nvPicPr>
        <p:blipFill>
          <a:blip r:embed="rId13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9209088" y="3447232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aa58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9963" y="3527025"/>
            <a:ext cx="2643187" cy="2278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696811"/>
              </p:ext>
            </p:extLst>
          </p:nvPr>
        </p:nvGraphicFramePr>
        <p:xfrm>
          <a:off x="1063477" y="6016803"/>
          <a:ext cx="808672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593880" imgH="203040" progId="Equation.DSMT4">
                  <p:embed/>
                </p:oleObj>
              </mc:Choice>
              <mc:Fallback>
                <p:oleObj name="Equation" r:id="rId15" imgW="3593880" imgH="2030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477" y="6016803"/>
                        <a:ext cx="8086725" cy="4540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5327298" y="942456"/>
          <a:ext cx="54578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425680" imgH="355320" progId="Equation.DSMT4">
                  <p:embed/>
                </p:oleObj>
              </mc:Choice>
              <mc:Fallback>
                <p:oleObj name="Equation" r:id="rId17" imgW="2425680" imgH="35532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7298" y="942456"/>
                        <a:ext cx="54578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176911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172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61526" y="822421"/>
          <a:ext cx="217170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5160" imgH="203040" progId="Equation.DSMT4">
                  <p:embed/>
                </p:oleObj>
              </mc:Choice>
              <mc:Fallback>
                <p:oleObj name="Equation" r:id="rId3" imgW="965160" imgH="2030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1526" y="822421"/>
                        <a:ext cx="2171700" cy="4524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82957" y="1438115"/>
          <a:ext cx="11144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95000" imgH="190440" progId="Equation.DSMT4">
                  <p:embed/>
                </p:oleObj>
              </mc:Choice>
              <mc:Fallback>
                <p:oleObj name="Equation" r:id="rId5" imgW="495000" imgH="1904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57" y="1438115"/>
                        <a:ext cx="1114425" cy="4254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5674674"/>
              </p:ext>
            </p:extLst>
          </p:nvPr>
        </p:nvGraphicFramePr>
        <p:xfrm>
          <a:off x="1807234" y="1309412"/>
          <a:ext cx="9986962" cy="13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31960" imgH="583920" progId="Equation.DSMT4">
                  <p:embed/>
                </p:oleObj>
              </mc:Choice>
              <mc:Fallback>
                <p:oleObj name="Equation" r:id="rId7" imgW="4431960" imgH="58392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7234" y="1309412"/>
                        <a:ext cx="9986962" cy="1306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82957" y="838442"/>
          <a:ext cx="342900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280" imgH="177480" progId="Equation.DSMT4">
                  <p:embed/>
                </p:oleObj>
              </mc:Choice>
              <mc:Fallback>
                <p:oleObj name="Equation" r:id="rId9" imgW="152280" imgH="17748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57" y="838442"/>
                        <a:ext cx="342900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Group 38"/>
          <p:cNvGrpSpPr>
            <a:grpSpLocks/>
          </p:cNvGrpSpPr>
          <p:nvPr/>
        </p:nvGrpSpPr>
        <p:grpSpPr bwMode="auto">
          <a:xfrm>
            <a:off x="9148763" y="2819442"/>
            <a:ext cx="2355850" cy="2078038"/>
            <a:chOff x="3652" y="2435"/>
            <a:chExt cx="1484" cy="1309"/>
          </a:xfrm>
        </p:grpSpPr>
        <p:grpSp>
          <p:nvGrpSpPr>
            <p:cNvPr id="42" name="Group 30"/>
            <p:cNvGrpSpPr>
              <a:grpSpLocks/>
            </p:cNvGrpSpPr>
            <p:nvPr/>
          </p:nvGrpSpPr>
          <p:grpSpPr bwMode="auto">
            <a:xfrm>
              <a:off x="3652" y="2435"/>
              <a:ext cx="1484" cy="1309"/>
              <a:chOff x="3652" y="2435"/>
              <a:chExt cx="1484" cy="1309"/>
            </a:xfrm>
          </p:grpSpPr>
          <p:sp>
            <p:nvSpPr>
              <p:cNvPr id="48" name="Freeform 32"/>
              <p:cNvSpPr>
                <a:spLocks/>
              </p:cNvSpPr>
              <p:nvPr/>
            </p:nvSpPr>
            <p:spPr bwMode="auto">
              <a:xfrm>
                <a:off x="3652" y="2435"/>
                <a:ext cx="1484" cy="1309"/>
              </a:xfrm>
              <a:custGeom>
                <a:avLst/>
                <a:gdLst>
                  <a:gd name="T0" fmla="*/ 720 w 1593"/>
                  <a:gd name="T1" fmla="*/ 327 h 1309"/>
                  <a:gd name="T2" fmla="*/ 589 w 1593"/>
                  <a:gd name="T3" fmla="*/ 484 h 1309"/>
                  <a:gd name="T4" fmla="*/ 563 w 1593"/>
                  <a:gd name="T5" fmla="*/ 524 h 1309"/>
                  <a:gd name="T6" fmla="*/ 157 w 1593"/>
                  <a:gd name="T7" fmla="*/ 563 h 1309"/>
                  <a:gd name="T8" fmla="*/ 27 w 1593"/>
                  <a:gd name="T9" fmla="*/ 654 h 1309"/>
                  <a:gd name="T10" fmla="*/ 0 w 1593"/>
                  <a:gd name="T11" fmla="*/ 733 h 1309"/>
                  <a:gd name="T12" fmla="*/ 223 w 1593"/>
                  <a:gd name="T13" fmla="*/ 1270 h 1309"/>
                  <a:gd name="T14" fmla="*/ 367 w 1593"/>
                  <a:gd name="T15" fmla="*/ 1309 h 1309"/>
                  <a:gd name="T16" fmla="*/ 786 w 1593"/>
                  <a:gd name="T17" fmla="*/ 1257 h 1309"/>
                  <a:gd name="T18" fmla="*/ 1035 w 1593"/>
                  <a:gd name="T19" fmla="*/ 1178 h 1309"/>
                  <a:gd name="T20" fmla="*/ 1205 w 1593"/>
                  <a:gd name="T21" fmla="*/ 1047 h 1309"/>
                  <a:gd name="T22" fmla="*/ 1506 w 1593"/>
                  <a:gd name="T23" fmla="*/ 654 h 1309"/>
                  <a:gd name="T24" fmla="*/ 1545 w 1593"/>
                  <a:gd name="T25" fmla="*/ 537 h 1309"/>
                  <a:gd name="T26" fmla="*/ 1571 w 1593"/>
                  <a:gd name="T27" fmla="*/ 393 h 1309"/>
                  <a:gd name="T28" fmla="*/ 1467 w 1593"/>
                  <a:gd name="T29" fmla="*/ 39 h 1309"/>
                  <a:gd name="T30" fmla="*/ 1440 w 1593"/>
                  <a:gd name="T31" fmla="*/ 13 h 1309"/>
                  <a:gd name="T32" fmla="*/ 1179 w 1593"/>
                  <a:gd name="T33" fmla="*/ 0 h 1309"/>
                  <a:gd name="T34" fmla="*/ 1035 w 1593"/>
                  <a:gd name="T35" fmla="*/ 13 h 1309"/>
                  <a:gd name="T36" fmla="*/ 956 w 1593"/>
                  <a:gd name="T37" fmla="*/ 39 h 1309"/>
                  <a:gd name="T38" fmla="*/ 720 w 1593"/>
                  <a:gd name="T39" fmla="*/ 340 h 1309"/>
                  <a:gd name="T40" fmla="*/ 720 w 1593"/>
                  <a:gd name="T41" fmla="*/ 327 h 13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93" h="1309">
                    <a:moveTo>
                      <a:pt x="720" y="327"/>
                    </a:moveTo>
                    <a:cubicBezTo>
                      <a:pt x="697" y="419"/>
                      <a:pt x="666" y="434"/>
                      <a:pt x="589" y="484"/>
                    </a:cubicBezTo>
                    <a:cubicBezTo>
                      <a:pt x="580" y="497"/>
                      <a:pt x="577" y="517"/>
                      <a:pt x="563" y="524"/>
                    </a:cubicBezTo>
                    <a:cubicBezTo>
                      <a:pt x="473" y="570"/>
                      <a:pt x="179" y="562"/>
                      <a:pt x="157" y="563"/>
                    </a:cubicBezTo>
                    <a:cubicBezTo>
                      <a:pt x="91" y="580"/>
                      <a:pt x="54" y="586"/>
                      <a:pt x="27" y="654"/>
                    </a:cubicBezTo>
                    <a:cubicBezTo>
                      <a:pt x="17" y="680"/>
                      <a:pt x="0" y="733"/>
                      <a:pt x="0" y="733"/>
                    </a:cubicBezTo>
                    <a:cubicBezTo>
                      <a:pt x="10" y="921"/>
                      <a:pt x="5" y="1191"/>
                      <a:pt x="223" y="1270"/>
                    </a:cubicBezTo>
                    <a:cubicBezTo>
                      <a:pt x="270" y="1287"/>
                      <a:pt x="320" y="1293"/>
                      <a:pt x="367" y="1309"/>
                    </a:cubicBezTo>
                    <a:cubicBezTo>
                      <a:pt x="510" y="1299"/>
                      <a:pt x="646" y="1292"/>
                      <a:pt x="786" y="1257"/>
                    </a:cubicBezTo>
                    <a:cubicBezTo>
                      <a:pt x="872" y="1236"/>
                      <a:pt x="949" y="1195"/>
                      <a:pt x="1035" y="1178"/>
                    </a:cubicBezTo>
                    <a:cubicBezTo>
                      <a:pt x="1087" y="1126"/>
                      <a:pt x="1150" y="1096"/>
                      <a:pt x="1205" y="1047"/>
                    </a:cubicBezTo>
                    <a:cubicBezTo>
                      <a:pt x="1334" y="932"/>
                      <a:pt x="1419" y="801"/>
                      <a:pt x="1506" y="654"/>
                    </a:cubicBezTo>
                    <a:cubicBezTo>
                      <a:pt x="1544" y="464"/>
                      <a:pt x="1490" y="702"/>
                      <a:pt x="1545" y="537"/>
                    </a:cubicBezTo>
                    <a:cubicBezTo>
                      <a:pt x="1551" y="520"/>
                      <a:pt x="1569" y="405"/>
                      <a:pt x="1571" y="393"/>
                    </a:cubicBezTo>
                    <a:cubicBezTo>
                      <a:pt x="1561" y="214"/>
                      <a:pt x="1593" y="143"/>
                      <a:pt x="1467" y="39"/>
                    </a:cubicBezTo>
                    <a:cubicBezTo>
                      <a:pt x="1457" y="31"/>
                      <a:pt x="1452" y="15"/>
                      <a:pt x="1440" y="13"/>
                    </a:cubicBezTo>
                    <a:cubicBezTo>
                      <a:pt x="1354" y="1"/>
                      <a:pt x="1266" y="4"/>
                      <a:pt x="1179" y="0"/>
                    </a:cubicBezTo>
                    <a:cubicBezTo>
                      <a:pt x="1131" y="4"/>
                      <a:pt x="1082" y="5"/>
                      <a:pt x="1035" y="13"/>
                    </a:cubicBezTo>
                    <a:cubicBezTo>
                      <a:pt x="1008" y="18"/>
                      <a:pt x="956" y="39"/>
                      <a:pt x="956" y="39"/>
                    </a:cubicBezTo>
                    <a:cubicBezTo>
                      <a:pt x="850" y="118"/>
                      <a:pt x="814" y="249"/>
                      <a:pt x="720" y="340"/>
                    </a:cubicBezTo>
                    <a:cubicBezTo>
                      <a:pt x="701" y="397"/>
                      <a:pt x="704" y="394"/>
                      <a:pt x="720" y="327"/>
                    </a:cubicBezTo>
                    <a:close/>
                  </a:path>
                </a:pathLst>
              </a:custGeom>
              <a:solidFill>
                <a:srgbClr val="CCFFFF"/>
              </a:solidFill>
              <a:ln w="1905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49" name="Object 33"/>
              <p:cNvGraphicFramePr>
                <a:graphicFrameLocks noChangeAspect="1"/>
              </p:cNvGraphicFramePr>
              <p:nvPr/>
            </p:nvGraphicFramePr>
            <p:xfrm>
              <a:off x="3674" y="3046"/>
              <a:ext cx="140" cy="1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291960" imgH="291960" progId="Equation.3">
                      <p:embed/>
                    </p:oleObj>
                  </mc:Choice>
                  <mc:Fallback>
                    <p:oleObj name="Equation" r:id="rId11" imgW="291960" imgH="291960" progId="Equation.3">
                      <p:embed/>
                      <p:pic>
                        <p:nvPicPr>
                          <p:cNvPr id="49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74" y="3046"/>
                            <a:ext cx="140" cy="1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3" name="Object 34"/>
            <p:cNvGraphicFramePr>
              <a:graphicFrameLocks noChangeAspect="1"/>
            </p:cNvGraphicFramePr>
            <p:nvPr/>
          </p:nvGraphicFramePr>
          <p:xfrm>
            <a:off x="4656" y="2736"/>
            <a:ext cx="152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330120" imgH="253800" progId="Equation.3">
                    <p:embed/>
                  </p:oleObj>
                </mc:Choice>
                <mc:Fallback>
                  <p:oleObj name="Equation" r:id="rId13" imgW="330120" imgH="253800" progId="Equation.3">
                    <p:embed/>
                    <p:pic>
                      <p:nvPicPr>
                        <p:cNvPr id="43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2736"/>
                          <a:ext cx="152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4" name="Group 35"/>
            <p:cNvGrpSpPr>
              <a:grpSpLocks/>
            </p:cNvGrpSpPr>
            <p:nvPr/>
          </p:nvGrpSpPr>
          <p:grpSpPr bwMode="auto">
            <a:xfrm>
              <a:off x="4608" y="2605"/>
              <a:ext cx="375" cy="402"/>
              <a:chOff x="4608" y="2605"/>
              <a:chExt cx="375" cy="402"/>
            </a:xfrm>
          </p:grpSpPr>
          <p:sp>
            <p:nvSpPr>
              <p:cNvPr id="45" name="Oval 36"/>
              <p:cNvSpPr>
                <a:spLocks noChangeArrowheads="1"/>
              </p:cNvSpPr>
              <p:nvPr/>
            </p:nvSpPr>
            <p:spPr bwMode="auto">
              <a:xfrm>
                <a:off x="4608" y="2605"/>
                <a:ext cx="336" cy="336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46" name="Object 37"/>
              <p:cNvGraphicFramePr>
                <a:graphicFrameLocks noChangeAspect="1"/>
              </p:cNvGraphicFramePr>
              <p:nvPr/>
            </p:nvGraphicFramePr>
            <p:xfrm>
              <a:off x="4879" y="2915"/>
              <a:ext cx="104" cy="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330120" imgH="291960" progId="Equation.3">
                      <p:embed/>
                    </p:oleObj>
                  </mc:Choice>
                  <mc:Fallback>
                    <p:oleObj name="Equation" r:id="rId15" imgW="330120" imgH="291960" progId="Equation.3">
                      <p:embed/>
                      <p:pic>
                        <p:nvPicPr>
                          <p:cNvPr id="46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79" y="2915"/>
                            <a:ext cx="104" cy="9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50" name="Object 40"/>
          <p:cNvGraphicFramePr>
            <a:graphicFrameLocks noChangeAspect="1"/>
          </p:cNvGraphicFramePr>
          <p:nvPr/>
        </p:nvGraphicFramePr>
        <p:xfrm>
          <a:off x="10917381" y="3091276"/>
          <a:ext cx="762000" cy="244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028520" imgH="330120" progId="Equation.3">
                  <p:embed/>
                </p:oleObj>
              </mc:Choice>
              <mc:Fallback>
                <p:oleObj name="Equation" r:id="rId17" imgW="1028520" imgH="330120" progId="Equation.3">
                  <p:embed/>
                  <p:pic>
                    <p:nvPicPr>
                      <p:cNvPr id="5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17381" y="3091276"/>
                        <a:ext cx="762000" cy="244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Line 41"/>
          <p:cNvSpPr>
            <a:spLocks noChangeShapeType="1"/>
          </p:cNvSpPr>
          <p:nvPr/>
        </p:nvSpPr>
        <p:spPr bwMode="auto">
          <a:xfrm flipV="1">
            <a:off x="10948988" y="3206792"/>
            <a:ext cx="0" cy="166687"/>
          </a:xfrm>
          <a:prstGeom prst="line">
            <a:avLst/>
          </a:prstGeom>
          <a:noFill/>
          <a:ln w="38100">
            <a:solidFill>
              <a:srgbClr val="1217E4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Freeform 48"/>
          <p:cNvSpPr>
            <a:spLocks/>
          </p:cNvSpPr>
          <p:nvPr/>
        </p:nvSpPr>
        <p:spPr bwMode="auto">
          <a:xfrm>
            <a:off x="9848851" y="3370304"/>
            <a:ext cx="1106487" cy="1069975"/>
          </a:xfrm>
          <a:custGeom>
            <a:avLst/>
            <a:gdLst>
              <a:gd name="T0" fmla="*/ 0 w 720"/>
              <a:gd name="T1" fmla="*/ 672 h 672"/>
              <a:gd name="T2" fmla="*/ 288 w 720"/>
              <a:gd name="T3" fmla="*/ 576 h 672"/>
              <a:gd name="T4" fmla="*/ 384 w 720"/>
              <a:gd name="T5" fmla="*/ 240 h 672"/>
              <a:gd name="T6" fmla="*/ 720 w 720"/>
              <a:gd name="T7" fmla="*/ 0 h 6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720" h="672">
                <a:moveTo>
                  <a:pt x="0" y="672"/>
                </a:moveTo>
                <a:cubicBezTo>
                  <a:pt x="112" y="660"/>
                  <a:pt x="224" y="648"/>
                  <a:pt x="288" y="576"/>
                </a:cubicBezTo>
                <a:cubicBezTo>
                  <a:pt x="352" y="504"/>
                  <a:pt x="312" y="336"/>
                  <a:pt x="384" y="240"/>
                </a:cubicBezTo>
                <a:cubicBezTo>
                  <a:pt x="456" y="144"/>
                  <a:pt x="664" y="40"/>
                  <a:pt x="720" y="0"/>
                </a:cubicBezTo>
              </a:path>
            </a:pathLst>
          </a:custGeom>
          <a:noFill/>
          <a:ln w="19050" cap="flat" cmpd="sng">
            <a:solidFill>
              <a:srgbClr val="CC3399"/>
            </a:solidFill>
            <a:prstDash val="solid"/>
            <a:round/>
            <a:headEnd type="non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3" name="Object 42"/>
          <p:cNvGraphicFramePr>
            <a:graphicFrameLocks noChangeAspect="1"/>
          </p:cNvGraphicFramePr>
          <p:nvPr/>
        </p:nvGraphicFramePr>
        <p:xfrm>
          <a:off x="9599613" y="4287879"/>
          <a:ext cx="304800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57200" imgH="431640" progId="Equation.3">
                  <p:embed/>
                </p:oleObj>
              </mc:Choice>
              <mc:Fallback>
                <p:oleObj name="Equation" r:id="rId19" imgW="457200" imgH="431640" progId="Equation.3">
                  <p:embed/>
                  <p:pic>
                    <p:nvPicPr>
                      <p:cNvPr id="53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9613" y="4287879"/>
                        <a:ext cx="304800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3644147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034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062038" y="836613"/>
          <a:ext cx="21717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65160" imgH="190440" progId="Equation.DSMT4">
                  <p:embed/>
                </p:oleObj>
              </mc:Choice>
              <mc:Fallback>
                <p:oleObj name="Equation" r:id="rId3" imgW="965160" imgH="1904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2038" y="836613"/>
                        <a:ext cx="2171700" cy="423862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6009947"/>
              </p:ext>
            </p:extLst>
          </p:nvPr>
        </p:nvGraphicFramePr>
        <p:xfrm>
          <a:off x="1034606" y="1411505"/>
          <a:ext cx="9528175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228920" imgH="457200" progId="Equation.DSMT4">
                  <p:embed/>
                </p:oleObj>
              </mc:Choice>
              <mc:Fallback>
                <p:oleObj name="Equation" r:id="rId5" imgW="4228920" imgH="45720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4606" y="1411505"/>
                        <a:ext cx="9528175" cy="1022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668338" y="838200"/>
          <a:ext cx="37147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64880" imgH="177480" progId="Equation.DSMT4">
                  <p:embed/>
                </p:oleObj>
              </mc:Choice>
              <mc:Fallback>
                <p:oleObj name="Equation" r:id="rId7" imgW="164880" imgH="17748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838200"/>
                        <a:ext cx="371475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617134"/>
              </p:ext>
            </p:extLst>
          </p:nvPr>
        </p:nvGraphicFramePr>
        <p:xfrm>
          <a:off x="1154113" y="2540000"/>
          <a:ext cx="6772275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009600" imgH="355320" progId="Equation.DSMT4">
                  <p:embed/>
                </p:oleObj>
              </mc:Choice>
              <mc:Fallback>
                <p:oleObj name="Equation" r:id="rId9" imgW="3009600" imgH="35532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3" y="2540000"/>
                        <a:ext cx="6772275" cy="796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071563" y="3488173"/>
          <a:ext cx="744537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30120" imgH="190440" progId="Equation.DSMT4">
                  <p:embed/>
                </p:oleObj>
              </mc:Choice>
              <mc:Fallback>
                <p:oleObj name="Equation" r:id="rId11" imgW="330120" imgH="19044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488173"/>
                        <a:ext cx="744537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7022624"/>
              </p:ext>
            </p:extLst>
          </p:nvPr>
        </p:nvGraphicFramePr>
        <p:xfrm>
          <a:off x="1973133" y="3513240"/>
          <a:ext cx="62134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755800" imgH="215640" progId="Equation.DSMT4">
                  <p:embed/>
                </p:oleObj>
              </mc:Choice>
              <mc:Fallback>
                <p:oleObj name="Equation" r:id="rId13" imgW="2755800" imgH="21564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3133" y="3513240"/>
                        <a:ext cx="6213475" cy="4826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1034606" y="4293061"/>
          <a:ext cx="2520950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17440" imgH="190440" progId="Equation.DSMT4">
                  <p:embed/>
                </p:oleObj>
              </mc:Choice>
              <mc:Fallback>
                <p:oleObj name="Equation" r:id="rId15" imgW="1117440" imgH="19044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4606" y="4293061"/>
                        <a:ext cx="2520950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3594678"/>
              </p:ext>
            </p:extLst>
          </p:nvPr>
        </p:nvGraphicFramePr>
        <p:xfrm>
          <a:off x="1034606" y="4928071"/>
          <a:ext cx="8504237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771720" imgH="520560" progId="Equation.DSMT4">
                  <p:embed/>
                </p:oleObj>
              </mc:Choice>
              <mc:Fallback>
                <p:oleObj name="Equation" r:id="rId17" imgW="3771720" imgH="520560" progId="Equation.DSMT4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4606" y="4928071"/>
                        <a:ext cx="8504237" cy="1165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6" y="106363"/>
            <a:ext cx="336694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177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3040003"/>
              </p:ext>
            </p:extLst>
          </p:nvPr>
        </p:nvGraphicFramePr>
        <p:xfrm>
          <a:off x="2071688" y="901700"/>
          <a:ext cx="4686300" cy="481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82600" imgH="215640" progId="Equation.DSMT4">
                  <p:embed/>
                </p:oleObj>
              </mc:Choice>
              <mc:Fallback>
                <p:oleObj name="Equation" r:id="rId3" imgW="2082600" imgH="21564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8" y="901700"/>
                        <a:ext cx="4686300" cy="4810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7670014"/>
              </p:ext>
            </p:extLst>
          </p:nvPr>
        </p:nvGraphicFramePr>
        <p:xfrm>
          <a:off x="779960" y="1615324"/>
          <a:ext cx="10242550" cy="13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546440" imgH="583920" progId="Equation.DSMT4">
                  <p:embed/>
                </p:oleObj>
              </mc:Choice>
              <mc:Fallback>
                <p:oleObj name="Equation" r:id="rId5" imgW="4546440" imgH="58392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960" y="1615324"/>
                        <a:ext cx="10242550" cy="1306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85812" y="950673"/>
          <a:ext cx="111442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95000" imgH="190440" progId="Equation.DSMT4">
                  <p:embed/>
                </p:oleObj>
              </mc:Choice>
              <mc:Fallback>
                <p:oleObj name="Equation" r:id="rId7" imgW="495000" imgH="1904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2" y="950673"/>
                        <a:ext cx="1114425" cy="425450"/>
                      </a:xfrm>
                      <a:prstGeom prst="rect">
                        <a:avLst/>
                      </a:prstGeom>
                      <a:solidFill>
                        <a:srgbClr val="FFC0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176126"/>
              </p:ext>
            </p:extLst>
          </p:nvPr>
        </p:nvGraphicFramePr>
        <p:xfrm>
          <a:off x="942001" y="5405099"/>
          <a:ext cx="10247313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546440" imgH="431640" progId="Equation.DSMT4">
                  <p:embed/>
                </p:oleObj>
              </mc:Choice>
              <mc:Fallback>
                <p:oleObj name="Equation" r:id="rId9" imgW="4546440" imgH="43164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2001" y="5405099"/>
                        <a:ext cx="10247313" cy="9683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6" y="106363"/>
            <a:ext cx="336694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286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610344" y="2248889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53800" imgH="203040" progId="Equation.DSMT4">
                  <p:embed/>
                </p:oleObj>
              </mc:Choice>
              <mc:Fallback>
                <p:oleObj name="Equation" r:id="rId3" imgW="253800" imgH="2030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344" y="2248889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952500" y="844550"/>
          <a:ext cx="14859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660240" imgH="190440" progId="Equation.DSMT4">
                  <p:embed/>
                </p:oleObj>
              </mc:Choice>
              <mc:Fallback>
                <p:oleObj name="Equation" r:id="rId5" imgW="660240" imgH="19044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844550"/>
                        <a:ext cx="14859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561975" y="1362075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400" imgH="190440" progId="Equation.DSMT4">
                  <p:embed/>
                </p:oleObj>
              </mc:Choice>
              <mc:Fallback>
                <p:oleObj name="Equation" r:id="rId7" imgW="266400" imgH="1904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1362075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1147763" y="1290463"/>
          <a:ext cx="8296275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682800" imgH="304560" progId="Equation.DSMT4">
                  <p:embed/>
                </p:oleObj>
              </mc:Choice>
              <mc:Fallback>
                <p:oleObj name="Equation" r:id="rId9" imgW="3682800" imgH="30456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763" y="1290463"/>
                        <a:ext cx="8296275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4352" y="1628800"/>
            <a:ext cx="2384277" cy="1896825"/>
          </a:xfrm>
          <a:prstGeom prst="rect">
            <a:avLst/>
          </a:prstGeom>
        </p:spPr>
      </p:pic>
      <p:grpSp>
        <p:nvGrpSpPr>
          <p:cNvPr id="70" name="Group 59"/>
          <p:cNvGrpSpPr>
            <a:grpSpLocks/>
          </p:cNvGrpSpPr>
          <p:nvPr/>
        </p:nvGrpSpPr>
        <p:grpSpPr bwMode="auto">
          <a:xfrm>
            <a:off x="5266948" y="5602401"/>
            <a:ext cx="2789238" cy="593725"/>
            <a:chOff x="3110" y="3035"/>
            <a:chExt cx="1757" cy="374"/>
          </a:xfrm>
        </p:grpSpPr>
        <p:graphicFrame>
          <p:nvGraphicFramePr>
            <p:cNvPr id="71" name="Object 49"/>
            <p:cNvGraphicFramePr>
              <a:graphicFrameLocks/>
            </p:cNvGraphicFramePr>
            <p:nvPr/>
          </p:nvGraphicFramePr>
          <p:xfrm>
            <a:off x="3110" y="3035"/>
            <a:ext cx="808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1282680" imgH="596880" progId="Equation.3">
                    <p:embed/>
                  </p:oleObj>
                </mc:Choice>
                <mc:Fallback>
                  <p:oleObj name="公式" r:id="rId12" imgW="1282680" imgH="596880" progId="Equation.3">
                    <p:embed/>
                    <p:pic>
                      <p:nvPicPr>
                        <p:cNvPr id="71" name="Object 4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0" y="3035"/>
                          <a:ext cx="808" cy="37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" name="Object 50"/>
            <p:cNvGraphicFramePr>
              <a:graphicFrameLocks/>
            </p:cNvGraphicFramePr>
            <p:nvPr/>
          </p:nvGraphicFramePr>
          <p:xfrm>
            <a:off x="3995" y="3137"/>
            <a:ext cx="872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384200" imgH="342720" progId="Equation.3">
                    <p:embed/>
                  </p:oleObj>
                </mc:Choice>
                <mc:Fallback>
                  <p:oleObj name="公式" r:id="rId14" imgW="1384200" imgH="342720" progId="Equation.3">
                    <p:embed/>
                    <p:pic>
                      <p:nvPicPr>
                        <p:cNvPr id="72" name="Object 50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95" y="3137"/>
                          <a:ext cx="872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3" name="Group 58"/>
          <p:cNvGrpSpPr>
            <a:grpSpLocks/>
          </p:cNvGrpSpPr>
          <p:nvPr/>
        </p:nvGrpSpPr>
        <p:grpSpPr bwMode="auto">
          <a:xfrm>
            <a:off x="1915735" y="5581763"/>
            <a:ext cx="3260725" cy="619125"/>
            <a:chOff x="999" y="3022"/>
            <a:chExt cx="2054" cy="390"/>
          </a:xfrm>
        </p:grpSpPr>
        <p:graphicFrame>
          <p:nvGraphicFramePr>
            <p:cNvPr id="74" name="Object 4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25931983"/>
                </p:ext>
              </p:extLst>
            </p:nvPr>
          </p:nvGraphicFramePr>
          <p:xfrm>
            <a:off x="999" y="3066"/>
            <a:ext cx="1088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1726920" imgH="545760" progId="Equation.DSMT4">
                    <p:embed/>
                  </p:oleObj>
                </mc:Choice>
                <mc:Fallback>
                  <p:oleObj name="Equation" r:id="rId16" imgW="1726920" imgH="545760" progId="Equation.DSMT4">
                    <p:embed/>
                    <p:pic>
                      <p:nvPicPr>
                        <p:cNvPr id="74" name="Object 4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99" y="3066"/>
                          <a:ext cx="1088" cy="3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5" name="Object 48"/>
            <p:cNvGraphicFramePr>
              <a:graphicFrameLocks/>
            </p:cNvGraphicFramePr>
            <p:nvPr/>
          </p:nvGraphicFramePr>
          <p:xfrm>
            <a:off x="2141" y="3022"/>
            <a:ext cx="912" cy="3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447560" imgH="622080" progId="Equation.3">
                    <p:embed/>
                  </p:oleObj>
                </mc:Choice>
                <mc:Fallback>
                  <p:oleObj name="公式" r:id="rId18" imgW="1447560" imgH="622080" progId="Equation.3">
                    <p:embed/>
                    <p:pic>
                      <p:nvPicPr>
                        <p:cNvPr id="75" name="Object 48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1" y="3022"/>
                          <a:ext cx="912" cy="3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8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6" y="106363"/>
            <a:ext cx="336694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38F17E-1B55-EF36-EB45-5808D27A35D6}"/>
              </a:ext>
            </a:extLst>
          </p:cNvPr>
          <p:cNvSpPr txBox="1"/>
          <p:nvPr/>
        </p:nvSpPr>
        <p:spPr>
          <a:xfrm>
            <a:off x="658966" y="5112485"/>
            <a:ext cx="1045755" cy="40032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000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解法二：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F0441386-3F98-7703-D9EB-D5C532C4F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96939"/>
              </p:ext>
            </p:extLst>
          </p:nvPr>
        </p:nvGraphicFramePr>
        <p:xfrm>
          <a:off x="1829672" y="5121849"/>
          <a:ext cx="937044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178160" imgH="215640" progId="Equation.DSMT4">
                  <p:embed/>
                </p:oleObj>
              </mc:Choice>
              <mc:Fallback>
                <p:oleObj name="Equation" r:id="rId20" imgW="417816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829672" y="5121849"/>
                        <a:ext cx="9370443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1015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62013" y="912342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190440" progId="Equation.DSMT4">
                  <p:embed/>
                </p:oleObj>
              </mc:Choice>
              <mc:Fallback>
                <p:oleObj name="Equation" r:id="rId3" imgW="266400" imgH="1904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912342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653505"/>
              </p:ext>
            </p:extLst>
          </p:nvPr>
        </p:nvGraphicFramePr>
        <p:xfrm>
          <a:off x="1766814" y="802807"/>
          <a:ext cx="2519363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117440" imgH="355320" progId="Equation.DSMT4">
                  <p:embed/>
                </p:oleObj>
              </mc:Choice>
              <mc:Fallback>
                <p:oleObj name="Equation" r:id="rId5" imgW="1117440" imgH="35532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6814" y="802807"/>
                        <a:ext cx="2519363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890588" y="1864079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00" imgH="203040" progId="Equation.DSMT4">
                  <p:embed/>
                </p:oleObj>
              </mc:Choice>
              <mc:Fallback>
                <p:oleObj name="Equation" r:id="rId7" imgW="253800" imgH="2030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1864079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4"/>
          <p:cNvGraphicFramePr>
            <a:graphicFrameLocks noChangeAspect="1"/>
          </p:cNvGraphicFramePr>
          <p:nvPr/>
        </p:nvGraphicFramePr>
        <p:xfrm>
          <a:off x="1813983" y="1562750"/>
          <a:ext cx="2362200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61960" imgH="1054080" progId="Equation.3">
                  <p:embed/>
                </p:oleObj>
              </mc:Choice>
              <mc:Fallback>
                <p:oleObj name="Equation" r:id="rId9" imgW="2361960" imgH="1054080" progId="Equation.3">
                  <p:embed/>
                  <p:pic>
                    <p:nvPicPr>
                      <p:cNvPr id="2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3983" y="1562750"/>
                        <a:ext cx="2362200" cy="1054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5"/>
          <p:cNvGraphicFramePr>
            <a:graphicFrameLocks noChangeAspect="1"/>
          </p:cNvGraphicFramePr>
          <p:nvPr/>
        </p:nvGraphicFramePr>
        <p:xfrm>
          <a:off x="4044421" y="1659588"/>
          <a:ext cx="1841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841400" imgH="838080" progId="Equation.3">
                  <p:embed/>
                </p:oleObj>
              </mc:Choice>
              <mc:Fallback>
                <p:oleObj name="Equation" r:id="rId11" imgW="1841400" imgH="838080" progId="Equation.3">
                  <p:embed/>
                  <p:pic>
                    <p:nvPicPr>
                      <p:cNvPr id="2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44421" y="1659588"/>
                        <a:ext cx="1841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862013" y="2954338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66400" imgH="190440" progId="Equation.DSMT4">
                  <p:embed/>
                </p:oleObj>
              </mc:Choice>
              <mc:Fallback>
                <p:oleObj name="Equation" r:id="rId13" imgW="266400" imgH="19044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2954338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141351"/>
              </p:ext>
            </p:extLst>
          </p:nvPr>
        </p:nvGraphicFramePr>
        <p:xfrm>
          <a:off x="1716088" y="2798763"/>
          <a:ext cx="3146425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96800" imgH="330120" progId="Equation.DSMT4">
                  <p:embed/>
                </p:oleObj>
              </mc:Choice>
              <mc:Fallback>
                <p:oleObj name="Equation" r:id="rId15" imgW="1396800" imgH="33012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088" y="2798763"/>
                        <a:ext cx="3146425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890588" y="3983087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00" imgH="203040" progId="Equation.DSMT4">
                  <p:embed/>
                </p:oleObj>
              </mc:Choice>
              <mc:Fallback>
                <p:oleObj name="Equation" r:id="rId7" imgW="253800" imgH="2030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3983087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7642169"/>
              </p:ext>
            </p:extLst>
          </p:nvPr>
        </p:nvGraphicFramePr>
        <p:xfrm>
          <a:off x="1716088" y="3856796"/>
          <a:ext cx="1842951" cy="748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12520" imgH="330120" progId="Equation.DSMT4">
                  <p:embed/>
                </p:oleObj>
              </mc:Choice>
              <mc:Fallback>
                <p:oleObj name="Equation" r:id="rId17" imgW="812520" imgH="330120" progId="Equation.DSMT4">
                  <p:embed/>
                  <p:pic>
                    <p:nvPicPr>
                      <p:cNvPr id="2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6088" y="3856796"/>
                        <a:ext cx="1842951" cy="7486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175562"/>
              </p:ext>
            </p:extLst>
          </p:nvPr>
        </p:nvGraphicFramePr>
        <p:xfrm>
          <a:off x="7440110" y="4857848"/>
          <a:ext cx="1701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01720" imgH="838080" progId="Equation.3">
                  <p:embed/>
                </p:oleObj>
              </mc:Choice>
              <mc:Fallback>
                <p:oleObj name="Equation" r:id="rId19" imgW="1701720" imgH="838080" progId="Equation.3">
                  <p:embed/>
                  <p:pic>
                    <p:nvPicPr>
                      <p:cNvPr id="3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0110" y="4857848"/>
                        <a:ext cx="1701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9261812"/>
              </p:ext>
            </p:extLst>
          </p:nvPr>
        </p:nvGraphicFramePr>
        <p:xfrm>
          <a:off x="3559039" y="3783983"/>
          <a:ext cx="26622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180800" imgH="406080" progId="Equation.DSMT4">
                  <p:embed/>
                </p:oleObj>
              </mc:Choice>
              <mc:Fallback>
                <p:oleObj name="Equation" r:id="rId21" imgW="1180800" imgH="406080" progId="Equation.DSMT4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039" y="3783983"/>
                        <a:ext cx="2662237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2410997"/>
              </p:ext>
            </p:extLst>
          </p:nvPr>
        </p:nvGraphicFramePr>
        <p:xfrm>
          <a:off x="3559039" y="4824462"/>
          <a:ext cx="2259013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02960" imgH="406080" progId="Equation.DSMT4">
                  <p:embed/>
                </p:oleObj>
              </mc:Choice>
              <mc:Fallback>
                <p:oleObj name="Equation" r:id="rId23" imgW="1002960" imgH="406080" progId="Equation.DSMT4">
                  <p:embed/>
                  <p:pic>
                    <p:nvPicPr>
                      <p:cNvPr id="34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9039" y="4824462"/>
                        <a:ext cx="2259013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234122"/>
              </p:ext>
            </p:extLst>
          </p:nvPr>
        </p:nvGraphicFramePr>
        <p:xfrm>
          <a:off x="5895839" y="4699049"/>
          <a:ext cx="1660525" cy="1135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36560" imgH="507960" progId="Equation.DSMT4">
                  <p:embed/>
                </p:oleObj>
              </mc:Choice>
              <mc:Fallback>
                <p:oleObj name="Equation" r:id="rId25" imgW="736560" imgH="50796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5839" y="4699049"/>
                        <a:ext cx="1660525" cy="1135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887326"/>
              </p:ext>
            </p:extLst>
          </p:nvPr>
        </p:nvGraphicFramePr>
        <p:xfrm>
          <a:off x="6165223" y="3769346"/>
          <a:ext cx="165735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736560" imgH="406080" progId="Equation.DSMT4">
                  <p:embed/>
                </p:oleObj>
              </mc:Choice>
              <mc:Fallback>
                <p:oleObj name="Equation" r:id="rId27" imgW="736560" imgH="40608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5223" y="3769346"/>
                        <a:ext cx="165735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840861"/>
              </p:ext>
            </p:extLst>
          </p:nvPr>
        </p:nvGraphicFramePr>
        <p:xfrm>
          <a:off x="7822573" y="3790999"/>
          <a:ext cx="1701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01720" imgH="838080" progId="Equation.3">
                  <p:embed/>
                </p:oleObj>
              </mc:Choice>
              <mc:Fallback>
                <p:oleObj name="Equation" r:id="rId19" imgW="1701720" imgH="838080" progId="Equation.3">
                  <p:embed/>
                  <p:pic>
                    <p:nvPicPr>
                      <p:cNvPr id="3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2573" y="3790999"/>
                        <a:ext cx="1701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3698592"/>
              </p:ext>
            </p:extLst>
          </p:nvPr>
        </p:nvGraphicFramePr>
        <p:xfrm>
          <a:off x="9937699" y="3983087"/>
          <a:ext cx="14589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647640" imgH="190440" progId="Equation.DSMT4">
                  <p:embed/>
                </p:oleObj>
              </mc:Choice>
              <mc:Fallback>
                <p:oleObj name="Equation" r:id="rId29" imgW="647640" imgH="1904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37699" y="3983087"/>
                        <a:ext cx="14589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6" y="106363"/>
            <a:ext cx="336694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C89DB49-8EAF-5E91-198F-91FEBA426F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867402"/>
              </p:ext>
            </p:extLst>
          </p:nvPr>
        </p:nvGraphicFramePr>
        <p:xfrm>
          <a:off x="4176183" y="5810250"/>
          <a:ext cx="5922962" cy="941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882880" imgH="457200" progId="Equation.DSMT4">
                  <p:embed/>
                </p:oleObj>
              </mc:Choice>
              <mc:Fallback>
                <p:oleObj name="Equation" r:id="rId31" imgW="28828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176183" y="5810250"/>
                        <a:ext cx="5922962" cy="9413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0258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852488" y="955675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190440" progId="Equation.DSMT4">
                  <p:embed/>
                </p:oleObj>
              </mc:Choice>
              <mc:Fallback>
                <p:oleObj name="Equation" r:id="rId3" imgW="266400" imgH="1904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8" y="955675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0051988"/>
              </p:ext>
            </p:extLst>
          </p:nvPr>
        </p:nvGraphicFramePr>
        <p:xfrm>
          <a:off x="1735138" y="844550"/>
          <a:ext cx="3005137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33440" imgH="330120" progId="Equation.DSMT4">
                  <p:embed/>
                </p:oleObj>
              </mc:Choice>
              <mc:Fallback>
                <p:oleObj name="Equation" r:id="rId5" imgW="1333440" imgH="33012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138" y="844550"/>
                        <a:ext cx="3005137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147961" y="1794073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00" imgH="203040" progId="Equation.DSMT4">
                  <p:embed/>
                </p:oleObj>
              </mc:Choice>
              <mc:Fallback>
                <p:oleObj name="Equation" r:id="rId7" imgW="253800" imgH="2030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7961" y="1794073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2218880"/>
              </p:ext>
            </p:extLst>
          </p:nvPr>
        </p:nvGraphicFramePr>
        <p:xfrm>
          <a:off x="1972760" y="1720776"/>
          <a:ext cx="1648228" cy="765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711000" imgH="330120" progId="Equation.DSMT4">
                  <p:embed/>
                </p:oleObj>
              </mc:Choice>
              <mc:Fallback>
                <p:oleObj name="Equation" r:id="rId9" imgW="711000" imgH="330120" progId="Equation.DSMT4">
                  <p:embed/>
                  <p:pic>
                    <p:nvPicPr>
                      <p:cNvPr id="1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2760" y="1720776"/>
                        <a:ext cx="1648228" cy="7652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6387583"/>
              </p:ext>
            </p:extLst>
          </p:nvPr>
        </p:nvGraphicFramePr>
        <p:xfrm>
          <a:off x="3687961" y="1720776"/>
          <a:ext cx="1691810" cy="745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49160" imgH="330120" progId="Equation.DSMT4">
                  <p:embed/>
                </p:oleObj>
              </mc:Choice>
              <mc:Fallback>
                <p:oleObj name="Equation" r:id="rId11" imgW="749160" imgH="330120" progId="Equation.DSMT4">
                  <p:embed/>
                  <p:pic>
                    <p:nvPicPr>
                      <p:cNvPr id="2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87961" y="1720776"/>
                        <a:ext cx="1691810" cy="745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12129660"/>
              </p:ext>
            </p:extLst>
          </p:nvPr>
        </p:nvGraphicFramePr>
        <p:xfrm>
          <a:off x="5379771" y="1720776"/>
          <a:ext cx="3125550" cy="745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84200" imgH="330120" progId="Equation.DSMT4">
                  <p:embed/>
                </p:oleObj>
              </mc:Choice>
              <mc:Fallback>
                <p:oleObj name="Equation" r:id="rId13" imgW="1384200" imgH="330120" progId="Equation.DSMT4">
                  <p:embed/>
                  <p:pic>
                    <p:nvPicPr>
                      <p:cNvPr id="2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9771" y="1720776"/>
                        <a:ext cx="3125550" cy="7455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5132768"/>
              </p:ext>
            </p:extLst>
          </p:nvPr>
        </p:nvGraphicFramePr>
        <p:xfrm>
          <a:off x="3707948" y="2646767"/>
          <a:ext cx="2478060" cy="5411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04840" imgH="241200" progId="Equation.DSMT4">
                  <p:embed/>
                </p:oleObj>
              </mc:Choice>
              <mc:Fallback>
                <p:oleObj name="Equation" r:id="rId15" imgW="1104840" imgH="241200" progId="Equation.DSMT4">
                  <p:embed/>
                  <p:pic>
                    <p:nvPicPr>
                      <p:cNvPr id="24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7948" y="2646767"/>
                        <a:ext cx="2478060" cy="5411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976511" y="3645024"/>
          <a:ext cx="9144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06080" imgH="190440" progId="Equation.DSMT4">
                  <p:embed/>
                </p:oleObj>
              </mc:Choice>
              <mc:Fallback>
                <p:oleObj name="Equation" r:id="rId17" imgW="406080" imgH="1904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511" y="3645024"/>
                        <a:ext cx="9144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32961"/>
              </p:ext>
            </p:extLst>
          </p:nvPr>
        </p:nvGraphicFramePr>
        <p:xfrm>
          <a:off x="1970088" y="3497263"/>
          <a:ext cx="291465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295280" imgH="330120" progId="Equation.DSMT4">
                  <p:embed/>
                </p:oleObj>
              </mc:Choice>
              <mc:Fallback>
                <p:oleObj name="Equation" r:id="rId19" imgW="1295280" imgH="33012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0088" y="3497263"/>
                        <a:ext cx="291465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1086202"/>
              </p:ext>
            </p:extLst>
          </p:nvPr>
        </p:nvGraphicFramePr>
        <p:xfrm>
          <a:off x="5180013" y="3662363"/>
          <a:ext cx="22860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015920" imgH="203040" progId="Equation.DSMT4">
                  <p:embed/>
                </p:oleObj>
              </mc:Choice>
              <mc:Fallback>
                <p:oleObj name="Equation" r:id="rId21" imgW="1015920" imgH="20304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0013" y="3662363"/>
                        <a:ext cx="22860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3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0671512"/>
              </p:ext>
            </p:extLst>
          </p:nvPr>
        </p:nvGraphicFramePr>
        <p:xfrm>
          <a:off x="6162317" y="2698500"/>
          <a:ext cx="2314575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143000" imgH="203040" progId="Equation.DSMT4">
                  <p:embed/>
                </p:oleObj>
              </mc:Choice>
              <mc:Fallback>
                <p:oleObj name="Equation" r:id="rId23" imgW="1143000" imgH="203040" progId="Equation.DSMT4">
                  <p:embed/>
                  <p:pic>
                    <p:nvPicPr>
                      <p:cNvPr id="29" name="Object 3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2317" y="2698500"/>
                        <a:ext cx="2314575" cy="454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/>
          <p:cNvGraphicFramePr>
            <a:graphicFrameLocks noChangeAspect="1"/>
          </p:cNvGraphicFramePr>
          <p:nvPr/>
        </p:nvGraphicFramePr>
        <p:xfrm>
          <a:off x="9137650" y="2509838"/>
          <a:ext cx="21463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952200" imgH="203040" progId="Equation.DSMT4">
                  <p:embed/>
                </p:oleObj>
              </mc:Choice>
              <mc:Fallback>
                <p:oleObj name="Equation" r:id="rId25" imgW="952200" imgH="203040" progId="Equation.DSMT4">
                  <p:embed/>
                  <p:pic>
                    <p:nvPicPr>
                      <p:cNvPr id="30" name="对象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37650" y="2509838"/>
                        <a:ext cx="21463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510870"/>
              </p:ext>
            </p:extLst>
          </p:nvPr>
        </p:nvGraphicFramePr>
        <p:xfrm>
          <a:off x="1936298" y="4378251"/>
          <a:ext cx="3543300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574640" imgH="330120" progId="Equation.DSMT4">
                  <p:embed/>
                </p:oleObj>
              </mc:Choice>
              <mc:Fallback>
                <p:oleObj name="Equation" r:id="rId27" imgW="1574640" imgH="330120" progId="Equation.DSMT4">
                  <p:embed/>
                  <p:pic>
                    <p:nvPicPr>
                      <p:cNvPr id="32" name="对象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6298" y="4378251"/>
                        <a:ext cx="3543300" cy="738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589332"/>
              </p:ext>
            </p:extLst>
          </p:nvPr>
        </p:nvGraphicFramePr>
        <p:xfrm>
          <a:off x="5741988" y="4292600"/>
          <a:ext cx="2571750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143000" imgH="406080" progId="Equation.DSMT4">
                  <p:embed/>
                </p:oleObj>
              </mc:Choice>
              <mc:Fallback>
                <p:oleObj name="Equation" r:id="rId29" imgW="1143000" imgH="406080" progId="Equation.DSMT4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1988" y="4292600"/>
                        <a:ext cx="2571750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1967448" y="5200805"/>
          <a:ext cx="9029700" cy="1249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4012920" imgH="558720" progId="Equation.DSMT4">
                  <p:embed/>
                </p:oleObj>
              </mc:Choice>
              <mc:Fallback>
                <p:oleObj name="Equation" r:id="rId31" imgW="4012920" imgH="558720" progId="Equation.DSMT4">
                  <p:embed/>
                  <p:pic>
                    <p:nvPicPr>
                      <p:cNvPr id="34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7448" y="5200805"/>
                        <a:ext cx="9029700" cy="1249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113368"/>
              </p:ext>
            </p:extLst>
          </p:nvPr>
        </p:nvGraphicFramePr>
        <p:xfrm>
          <a:off x="7016750" y="5761038"/>
          <a:ext cx="33432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485720" imgH="406080" progId="Equation.DSMT4">
                  <p:embed/>
                </p:oleObj>
              </mc:Choice>
              <mc:Fallback>
                <p:oleObj name="Equation" r:id="rId33" imgW="1485720" imgH="406080" progId="Equation.DSMT4">
                  <p:embed/>
                  <p:pic>
                    <p:nvPicPr>
                      <p:cNvPr id="35" name="对象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6750" y="5761038"/>
                        <a:ext cx="334327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6" y="106363"/>
            <a:ext cx="336694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2459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4D9296A-D191-48A4-A4AE-811CF22F786B}"/>
              </a:ext>
            </a:extLst>
          </p:cNvPr>
          <p:cNvCxnSpPr/>
          <p:nvPr/>
        </p:nvCxnSpPr>
        <p:spPr>
          <a:xfrm>
            <a:off x="695400" y="836613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1955085B-0C87-40DC-BB49-75EEE8AFA40A}"/>
              </a:ext>
            </a:extLst>
          </p:cNvPr>
          <p:cNvSpPr/>
          <p:nvPr/>
        </p:nvSpPr>
        <p:spPr>
          <a:xfrm>
            <a:off x="862013" y="388665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596900" y="819150"/>
          <a:ext cx="491490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22280" imgH="215640" progId="Equation.DSMT4">
                  <p:embed/>
                </p:oleObj>
              </mc:Choice>
              <mc:Fallback>
                <p:oleObj name="Equation" r:id="rId3" imgW="2222280" imgH="21564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819150"/>
                        <a:ext cx="4914900" cy="530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6828887"/>
              </p:ext>
            </p:extLst>
          </p:nvPr>
        </p:nvGraphicFramePr>
        <p:xfrm>
          <a:off x="876300" y="1393825"/>
          <a:ext cx="55594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63480" imgH="190440" progId="Equation.DSMT4">
                  <p:embed/>
                </p:oleObj>
              </mc:Choice>
              <mc:Fallback>
                <p:oleObj name="Equation" r:id="rId5" imgW="2463480" imgH="190440" progId="Equation.DSMT4">
                  <p:embed/>
                  <p:pic>
                    <p:nvPicPr>
                      <p:cNvPr id="15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6300" y="1393825"/>
                        <a:ext cx="5559425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4098697"/>
              </p:ext>
            </p:extLst>
          </p:nvPr>
        </p:nvGraphicFramePr>
        <p:xfrm>
          <a:off x="1106488" y="1863725"/>
          <a:ext cx="5819775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77960" imgH="469800" progId="Equation.DSMT4">
                  <p:embed/>
                </p:oleObj>
              </mc:Choice>
              <mc:Fallback>
                <p:oleObj name="Equation" r:id="rId7" imgW="2577960" imgH="4698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6488" y="1863725"/>
                        <a:ext cx="5819775" cy="1057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7850458"/>
              </p:ext>
            </p:extLst>
          </p:nvPr>
        </p:nvGraphicFramePr>
        <p:xfrm>
          <a:off x="1091020" y="2949883"/>
          <a:ext cx="67437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97000" imgH="330120" progId="Equation.DSMT4">
                  <p:embed/>
                </p:oleObj>
              </mc:Choice>
              <mc:Fallback>
                <p:oleObj name="Equation" r:id="rId9" imgW="2997000" imgH="33012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1020" y="2949883"/>
                        <a:ext cx="67437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108"/>
          <p:cNvGrpSpPr>
            <a:grpSpLocks/>
          </p:cNvGrpSpPr>
          <p:nvPr/>
        </p:nvGrpSpPr>
        <p:grpSpPr bwMode="auto">
          <a:xfrm>
            <a:off x="9264352" y="1050980"/>
            <a:ext cx="1481138" cy="2681287"/>
            <a:chOff x="4490" y="483"/>
            <a:chExt cx="933" cy="1689"/>
          </a:xfrm>
        </p:grpSpPr>
        <p:sp>
          <p:nvSpPr>
            <p:cNvPr id="20" name="Freeform 62"/>
            <p:cNvSpPr>
              <a:spLocks noChangeAspect="1"/>
            </p:cNvSpPr>
            <p:nvPr/>
          </p:nvSpPr>
          <p:spPr bwMode="auto">
            <a:xfrm>
              <a:off x="4490" y="483"/>
              <a:ext cx="933" cy="1689"/>
            </a:xfrm>
            <a:custGeom>
              <a:avLst/>
              <a:gdLst>
                <a:gd name="T0" fmla="*/ 1032 w 1149"/>
                <a:gd name="T1" fmla="*/ 186 h 2079"/>
                <a:gd name="T2" fmla="*/ 1020 w 1149"/>
                <a:gd name="T3" fmla="*/ 333 h 2079"/>
                <a:gd name="T4" fmla="*/ 1005 w 1149"/>
                <a:gd name="T5" fmla="*/ 465 h 2079"/>
                <a:gd name="T6" fmla="*/ 1031 w 1149"/>
                <a:gd name="T7" fmla="*/ 551 h 2079"/>
                <a:gd name="T8" fmla="*/ 1014 w 1149"/>
                <a:gd name="T9" fmla="*/ 675 h 2079"/>
                <a:gd name="T10" fmla="*/ 1011 w 1149"/>
                <a:gd name="T11" fmla="*/ 756 h 2079"/>
                <a:gd name="T12" fmla="*/ 1026 w 1149"/>
                <a:gd name="T13" fmla="*/ 858 h 2079"/>
                <a:gd name="T14" fmla="*/ 1050 w 1149"/>
                <a:gd name="T15" fmla="*/ 1059 h 2079"/>
                <a:gd name="T16" fmla="*/ 1011 w 1149"/>
                <a:gd name="T17" fmla="*/ 1185 h 2079"/>
                <a:gd name="T18" fmla="*/ 999 w 1149"/>
                <a:gd name="T19" fmla="*/ 1266 h 2079"/>
                <a:gd name="T20" fmla="*/ 1008 w 1149"/>
                <a:gd name="T21" fmla="*/ 1386 h 2079"/>
                <a:gd name="T22" fmla="*/ 1047 w 1149"/>
                <a:gd name="T23" fmla="*/ 1488 h 2079"/>
                <a:gd name="T24" fmla="*/ 1125 w 1149"/>
                <a:gd name="T25" fmla="*/ 1563 h 2079"/>
                <a:gd name="T26" fmla="*/ 1149 w 1149"/>
                <a:gd name="T27" fmla="*/ 1632 h 2079"/>
                <a:gd name="T28" fmla="*/ 1137 w 1149"/>
                <a:gd name="T29" fmla="*/ 1671 h 2079"/>
                <a:gd name="T30" fmla="*/ 1026 w 1149"/>
                <a:gd name="T31" fmla="*/ 1692 h 2079"/>
                <a:gd name="T32" fmla="*/ 960 w 1149"/>
                <a:gd name="T33" fmla="*/ 1683 h 2079"/>
                <a:gd name="T34" fmla="*/ 882 w 1149"/>
                <a:gd name="T35" fmla="*/ 1734 h 2079"/>
                <a:gd name="T36" fmla="*/ 897 w 1149"/>
                <a:gd name="T37" fmla="*/ 1797 h 2079"/>
                <a:gd name="T38" fmla="*/ 873 w 1149"/>
                <a:gd name="T39" fmla="*/ 1896 h 2079"/>
                <a:gd name="T40" fmla="*/ 831 w 1149"/>
                <a:gd name="T41" fmla="*/ 1974 h 2079"/>
                <a:gd name="T42" fmla="*/ 783 w 1149"/>
                <a:gd name="T43" fmla="*/ 2064 h 2079"/>
                <a:gd name="T44" fmla="*/ 654 w 1149"/>
                <a:gd name="T45" fmla="*/ 1950 h 2079"/>
                <a:gd name="T46" fmla="*/ 501 w 1149"/>
                <a:gd name="T47" fmla="*/ 1932 h 2079"/>
                <a:gd name="T48" fmla="*/ 447 w 1149"/>
                <a:gd name="T49" fmla="*/ 1935 h 2079"/>
                <a:gd name="T50" fmla="*/ 372 w 1149"/>
                <a:gd name="T51" fmla="*/ 1881 h 2079"/>
                <a:gd name="T52" fmla="*/ 255 w 1149"/>
                <a:gd name="T53" fmla="*/ 1836 h 2079"/>
                <a:gd name="T54" fmla="*/ 99 w 1149"/>
                <a:gd name="T55" fmla="*/ 1797 h 2079"/>
                <a:gd name="T56" fmla="*/ 24 w 1149"/>
                <a:gd name="T57" fmla="*/ 1683 h 2079"/>
                <a:gd name="T58" fmla="*/ 69 w 1149"/>
                <a:gd name="T59" fmla="*/ 1596 h 2079"/>
                <a:gd name="T60" fmla="*/ 144 w 1149"/>
                <a:gd name="T61" fmla="*/ 1545 h 2079"/>
                <a:gd name="T62" fmla="*/ 171 w 1149"/>
                <a:gd name="T63" fmla="*/ 1434 h 2079"/>
                <a:gd name="T64" fmla="*/ 168 w 1149"/>
                <a:gd name="T65" fmla="*/ 1323 h 2079"/>
                <a:gd name="T66" fmla="*/ 222 w 1149"/>
                <a:gd name="T67" fmla="*/ 1218 h 2079"/>
                <a:gd name="T68" fmla="*/ 276 w 1149"/>
                <a:gd name="T69" fmla="*/ 1236 h 2079"/>
                <a:gd name="T70" fmla="*/ 432 w 1149"/>
                <a:gd name="T71" fmla="*/ 1209 h 2079"/>
                <a:gd name="T72" fmla="*/ 531 w 1149"/>
                <a:gd name="T73" fmla="*/ 1134 h 2079"/>
                <a:gd name="T74" fmla="*/ 624 w 1149"/>
                <a:gd name="T75" fmla="*/ 1119 h 2079"/>
                <a:gd name="T76" fmla="*/ 630 w 1149"/>
                <a:gd name="T77" fmla="*/ 1017 h 2079"/>
                <a:gd name="T78" fmla="*/ 651 w 1149"/>
                <a:gd name="T79" fmla="*/ 924 h 2079"/>
                <a:gd name="T80" fmla="*/ 624 w 1149"/>
                <a:gd name="T81" fmla="*/ 834 h 2079"/>
                <a:gd name="T82" fmla="*/ 540 w 1149"/>
                <a:gd name="T83" fmla="*/ 765 h 2079"/>
                <a:gd name="T84" fmla="*/ 426 w 1149"/>
                <a:gd name="T85" fmla="*/ 705 h 2079"/>
                <a:gd name="T86" fmla="*/ 351 w 1149"/>
                <a:gd name="T87" fmla="*/ 651 h 2079"/>
                <a:gd name="T88" fmla="*/ 342 w 1149"/>
                <a:gd name="T89" fmla="*/ 594 h 2079"/>
                <a:gd name="T90" fmla="*/ 363 w 1149"/>
                <a:gd name="T91" fmla="*/ 498 h 2079"/>
                <a:gd name="T92" fmla="*/ 435 w 1149"/>
                <a:gd name="T93" fmla="*/ 444 h 2079"/>
                <a:gd name="T94" fmla="*/ 480 w 1149"/>
                <a:gd name="T95" fmla="*/ 474 h 2079"/>
                <a:gd name="T96" fmla="*/ 600 w 1149"/>
                <a:gd name="T97" fmla="*/ 525 h 2079"/>
                <a:gd name="T98" fmla="*/ 657 w 1149"/>
                <a:gd name="T99" fmla="*/ 459 h 2079"/>
                <a:gd name="T100" fmla="*/ 696 w 1149"/>
                <a:gd name="T101" fmla="*/ 351 h 2079"/>
                <a:gd name="T102" fmla="*/ 741 w 1149"/>
                <a:gd name="T103" fmla="*/ 267 h 2079"/>
                <a:gd name="T104" fmla="*/ 816 w 1149"/>
                <a:gd name="T105" fmla="*/ 147 h 2079"/>
                <a:gd name="T106" fmla="*/ 837 w 1149"/>
                <a:gd name="T107" fmla="*/ 108 h 2079"/>
                <a:gd name="T108" fmla="*/ 912 w 1149"/>
                <a:gd name="T109" fmla="*/ 57 h 2079"/>
                <a:gd name="T110" fmla="*/ 972 w 1149"/>
                <a:gd name="T111" fmla="*/ 0 h 2079"/>
                <a:gd name="T112" fmla="*/ 1026 w 1149"/>
                <a:gd name="T113" fmla="*/ 36 h 2079"/>
                <a:gd name="T114" fmla="*/ 1056 w 1149"/>
                <a:gd name="T115" fmla="*/ 66 h 20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49" h="2079">
                  <a:moveTo>
                    <a:pt x="1053" y="66"/>
                  </a:moveTo>
                  <a:cubicBezTo>
                    <a:pt x="1049" y="121"/>
                    <a:pt x="1056" y="102"/>
                    <a:pt x="1029" y="120"/>
                  </a:cubicBezTo>
                  <a:cubicBezTo>
                    <a:pt x="1024" y="140"/>
                    <a:pt x="1031" y="166"/>
                    <a:pt x="1032" y="186"/>
                  </a:cubicBezTo>
                  <a:cubicBezTo>
                    <a:pt x="1033" y="206"/>
                    <a:pt x="1037" y="224"/>
                    <a:pt x="1035" y="243"/>
                  </a:cubicBezTo>
                  <a:cubicBezTo>
                    <a:pt x="1032" y="282"/>
                    <a:pt x="1032" y="274"/>
                    <a:pt x="1023" y="300"/>
                  </a:cubicBezTo>
                  <a:cubicBezTo>
                    <a:pt x="1021" y="314"/>
                    <a:pt x="1019" y="320"/>
                    <a:pt x="1020" y="333"/>
                  </a:cubicBezTo>
                  <a:cubicBezTo>
                    <a:pt x="1021" y="346"/>
                    <a:pt x="1033" y="367"/>
                    <a:pt x="1032" y="381"/>
                  </a:cubicBezTo>
                  <a:cubicBezTo>
                    <a:pt x="1028" y="399"/>
                    <a:pt x="1017" y="403"/>
                    <a:pt x="1011" y="420"/>
                  </a:cubicBezTo>
                  <a:cubicBezTo>
                    <a:pt x="1010" y="435"/>
                    <a:pt x="1003" y="450"/>
                    <a:pt x="1005" y="465"/>
                  </a:cubicBezTo>
                  <a:cubicBezTo>
                    <a:pt x="1006" y="471"/>
                    <a:pt x="1011" y="483"/>
                    <a:pt x="1011" y="483"/>
                  </a:cubicBezTo>
                  <a:cubicBezTo>
                    <a:pt x="1011" y="486"/>
                    <a:pt x="1005" y="542"/>
                    <a:pt x="1017" y="546"/>
                  </a:cubicBezTo>
                  <a:cubicBezTo>
                    <a:pt x="1023" y="548"/>
                    <a:pt x="1031" y="551"/>
                    <a:pt x="1031" y="551"/>
                  </a:cubicBezTo>
                  <a:cubicBezTo>
                    <a:pt x="1030" y="554"/>
                    <a:pt x="1030" y="561"/>
                    <a:pt x="1027" y="563"/>
                  </a:cubicBezTo>
                  <a:cubicBezTo>
                    <a:pt x="1022" y="567"/>
                    <a:pt x="1014" y="567"/>
                    <a:pt x="1014" y="567"/>
                  </a:cubicBezTo>
                  <a:cubicBezTo>
                    <a:pt x="1012" y="602"/>
                    <a:pt x="1003" y="641"/>
                    <a:pt x="1014" y="675"/>
                  </a:cubicBezTo>
                  <a:cubicBezTo>
                    <a:pt x="1011" y="710"/>
                    <a:pt x="1010" y="705"/>
                    <a:pt x="1002" y="729"/>
                  </a:cubicBezTo>
                  <a:cubicBezTo>
                    <a:pt x="1004" y="735"/>
                    <a:pt x="1006" y="741"/>
                    <a:pt x="1008" y="747"/>
                  </a:cubicBezTo>
                  <a:cubicBezTo>
                    <a:pt x="1009" y="750"/>
                    <a:pt x="1011" y="756"/>
                    <a:pt x="1011" y="756"/>
                  </a:cubicBezTo>
                  <a:cubicBezTo>
                    <a:pt x="1007" y="778"/>
                    <a:pt x="1004" y="780"/>
                    <a:pt x="1011" y="801"/>
                  </a:cubicBezTo>
                  <a:cubicBezTo>
                    <a:pt x="1013" y="807"/>
                    <a:pt x="1017" y="819"/>
                    <a:pt x="1017" y="819"/>
                  </a:cubicBezTo>
                  <a:cubicBezTo>
                    <a:pt x="1013" y="839"/>
                    <a:pt x="1007" y="845"/>
                    <a:pt x="1026" y="858"/>
                  </a:cubicBezTo>
                  <a:cubicBezTo>
                    <a:pt x="1034" y="881"/>
                    <a:pt x="1024" y="906"/>
                    <a:pt x="1029" y="930"/>
                  </a:cubicBezTo>
                  <a:cubicBezTo>
                    <a:pt x="1026" y="953"/>
                    <a:pt x="1019" y="959"/>
                    <a:pt x="1026" y="981"/>
                  </a:cubicBezTo>
                  <a:cubicBezTo>
                    <a:pt x="1028" y="1014"/>
                    <a:pt x="1016" y="1048"/>
                    <a:pt x="1050" y="1059"/>
                  </a:cubicBezTo>
                  <a:cubicBezTo>
                    <a:pt x="1057" y="1079"/>
                    <a:pt x="1052" y="1096"/>
                    <a:pt x="1035" y="1107"/>
                  </a:cubicBezTo>
                  <a:cubicBezTo>
                    <a:pt x="1029" y="1130"/>
                    <a:pt x="1036" y="1156"/>
                    <a:pt x="1029" y="1179"/>
                  </a:cubicBezTo>
                  <a:cubicBezTo>
                    <a:pt x="1027" y="1185"/>
                    <a:pt x="1011" y="1185"/>
                    <a:pt x="1011" y="1185"/>
                  </a:cubicBezTo>
                  <a:cubicBezTo>
                    <a:pt x="1001" y="1200"/>
                    <a:pt x="1006" y="1214"/>
                    <a:pt x="1011" y="1230"/>
                  </a:cubicBezTo>
                  <a:cubicBezTo>
                    <a:pt x="1008" y="1239"/>
                    <a:pt x="1005" y="1248"/>
                    <a:pt x="1002" y="1257"/>
                  </a:cubicBezTo>
                  <a:cubicBezTo>
                    <a:pt x="1001" y="1260"/>
                    <a:pt x="999" y="1266"/>
                    <a:pt x="999" y="1266"/>
                  </a:cubicBezTo>
                  <a:cubicBezTo>
                    <a:pt x="1002" y="1304"/>
                    <a:pt x="999" y="1301"/>
                    <a:pt x="1005" y="1326"/>
                  </a:cubicBezTo>
                  <a:cubicBezTo>
                    <a:pt x="1007" y="1336"/>
                    <a:pt x="1014" y="1356"/>
                    <a:pt x="1014" y="1356"/>
                  </a:cubicBezTo>
                  <a:cubicBezTo>
                    <a:pt x="1015" y="1366"/>
                    <a:pt x="1008" y="1375"/>
                    <a:pt x="1008" y="1386"/>
                  </a:cubicBezTo>
                  <a:cubicBezTo>
                    <a:pt x="1008" y="1397"/>
                    <a:pt x="1013" y="1408"/>
                    <a:pt x="1014" y="1422"/>
                  </a:cubicBezTo>
                  <a:cubicBezTo>
                    <a:pt x="1015" y="1436"/>
                    <a:pt x="1006" y="1459"/>
                    <a:pt x="1011" y="1470"/>
                  </a:cubicBezTo>
                  <a:cubicBezTo>
                    <a:pt x="1015" y="1483"/>
                    <a:pt x="1047" y="1488"/>
                    <a:pt x="1047" y="1488"/>
                  </a:cubicBezTo>
                  <a:cubicBezTo>
                    <a:pt x="1051" y="1505"/>
                    <a:pt x="1064" y="1503"/>
                    <a:pt x="1077" y="1512"/>
                  </a:cubicBezTo>
                  <a:cubicBezTo>
                    <a:pt x="1081" y="1532"/>
                    <a:pt x="1083" y="1526"/>
                    <a:pt x="1098" y="1536"/>
                  </a:cubicBezTo>
                  <a:cubicBezTo>
                    <a:pt x="1107" y="1550"/>
                    <a:pt x="1108" y="1557"/>
                    <a:pt x="1125" y="1563"/>
                  </a:cubicBezTo>
                  <a:cubicBezTo>
                    <a:pt x="1131" y="1572"/>
                    <a:pt x="1137" y="1575"/>
                    <a:pt x="1143" y="1587"/>
                  </a:cubicBezTo>
                  <a:cubicBezTo>
                    <a:pt x="1145" y="1596"/>
                    <a:pt x="1139" y="1613"/>
                    <a:pt x="1140" y="1620"/>
                  </a:cubicBezTo>
                  <a:cubicBezTo>
                    <a:pt x="1141" y="1627"/>
                    <a:pt x="1148" y="1628"/>
                    <a:pt x="1149" y="1632"/>
                  </a:cubicBezTo>
                  <a:cubicBezTo>
                    <a:pt x="1148" y="1637"/>
                    <a:pt x="1149" y="1643"/>
                    <a:pt x="1146" y="1647"/>
                  </a:cubicBezTo>
                  <a:cubicBezTo>
                    <a:pt x="1143" y="1650"/>
                    <a:pt x="1146" y="1650"/>
                    <a:pt x="1143" y="1653"/>
                  </a:cubicBezTo>
                  <a:cubicBezTo>
                    <a:pt x="1139" y="1658"/>
                    <a:pt x="1143" y="1669"/>
                    <a:pt x="1137" y="1671"/>
                  </a:cubicBezTo>
                  <a:cubicBezTo>
                    <a:pt x="1109" y="1680"/>
                    <a:pt x="1107" y="1683"/>
                    <a:pt x="1071" y="1686"/>
                  </a:cubicBezTo>
                  <a:cubicBezTo>
                    <a:pt x="1050" y="1693"/>
                    <a:pt x="1058" y="1688"/>
                    <a:pt x="1044" y="1698"/>
                  </a:cubicBezTo>
                  <a:cubicBezTo>
                    <a:pt x="1038" y="1696"/>
                    <a:pt x="1032" y="1694"/>
                    <a:pt x="1026" y="1692"/>
                  </a:cubicBezTo>
                  <a:cubicBezTo>
                    <a:pt x="1020" y="1690"/>
                    <a:pt x="1008" y="1698"/>
                    <a:pt x="1008" y="1698"/>
                  </a:cubicBezTo>
                  <a:cubicBezTo>
                    <a:pt x="962" y="1691"/>
                    <a:pt x="1004" y="1700"/>
                    <a:pt x="978" y="1689"/>
                  </a:cubicBezTo>
                  <a:cubicBezTo>
                    <a:pt x="972" y="1686"/>
                    <a:pt x="960" y="1683"/>
                    <a:pt x="960" y="1683"/>
                  </a:cubicBezTo>
                  <a:cubicBezTo>
                    <a:pt x="953" y="1683"/>
                    <a:pt x="947" y="1696"/>
                    <a:pt x="936" y="1698"/>
                  </a:cubicBezTo>
                  <a:cubicBezTo>
                    <a:pt x="925" y="1700"/>
                    <a:pt x="903" y="1689"/>
                    <a:pt x="894" y="1695"/>
                  </a:cubicBezTo>
                  <a:cubicBezTo>
                    <a:pt x="889" y="1711"/>
                    <a:pt x="885" y="1716"/>
                    <a:pt x="882" y="1734"/>
                  </a:cubicBezTo>
                  <a:cubicBezTo>
                    <a:pt x="883" y="1749"/>
                    <a:pt x="880" y="1765"/>
                    <a:pt x="885" y="1779"/>
                  </a:cubicBezTo>
                  <a:cubicBezTo>
                    <a:pt x="888" y="1786"/>
                    <a:pt x="898" y="1809"/>
                    <a:pt x="900" y="1812"/>
                  </a:cubicBezTo>
                  <a:cubicBezTo>
                    <a:pt x="902" y="1815"/>
                    <a:pt x="896" y="1791"/>
                    <a:pt x="897" y="1797"/>
                  </a:cubicBezTo>
                  <a:cubicBezTo>
                    <a:pt x="904" y="1817"/>
                    <a:pt x="913" y="1829"/>
                    <a:pt x="906" y="1851"/>
                  </a:cubicBezTo>
                  <a:cubicBezTo>
                    <a:pt x="905" y="1865"/>
                    <a:pt x="901" y="1881"/>
                    <a:pt x="894" y="1893"/>
                  </a:cubicBezTo>
                  <a:cubicBezTo>
                    <a:pt x="891" y="1899"/>
                    <a:pt x="879" y="1893"/>
                    <a:pt x="873" y="1896"/>
                  </a:cubicBezTo>
                  <a:cubicBezTo>
                    <a:pt x="867" y="1899"/>
                    <a:pt x="870" y="1912"/>
                    <a:pt x="864" y="1914"/>
                  </a:cubicBezTo>
                  <a:cubicBezTo>
                    <a:pt x="852" y="1918"/>
                    <a:pt x="837" y="1907"/>
                    <a:pt x="825" y="1908"/>
                  </a:cubicBezTo>
                  <a:cubicBezTo>
                    <a:pt x="812" y="1927"/>
                    <a:pt x="819" y="1955"/>
                    <a:pt x="831" y="1974"/>
                  </a:cubicBezTo>
                  <a:cubicBezTo>
                    <a:pt x="828" y="1991"/>
                    <a:pt x="821" y="1989"/>
                    <a:pt x="816" y="2004"/>
                  </a:cubicBezTo>
                  <a:cubicBezTo>
                    <a:pt x="814" y="2032"/>
                    <a:pt x="817" y="2041"/>
                    <a:pt x="804" y="2061"/>
                  </a:cubicBezTo>
                  <a:cubicBezTo>
                    <a:pt x="800" y="2079"/>
                    <a:pt x="796" y="2073"/>
                    <a:pt x="783" y="2064"/>
                  </a:cubicBezTo>
                  <a:cubicBezTo>
                    <a:pt x="774" y="2051"/>
                    <a:pt x="746" y="2035"/>
                    <a:pt x="732" y="2025"/>
                  </a:cubicBezTo>
                  <a:cubicBezTo>
                    <a:pt x="723" y="2012"/>
                    <a:pt x="717" y="2013"/>
                    <a:pt x="702" y="2010"/>
                  </a:cubicBezTo>
                  <a:cubicBezTo>
                    <a:pt x="689" y="2000"/>
                    <a:pt x="668" y="1960"/>
                    <a:pt x="654" y="1950"/>
                  </a:cubicBezTo>
                  <a:cubicBezTo>
                    <a:pt x="640" y="1940"/>
                    <a:pt x="634" y="1951"/>
                    <a:pt x="618" y="1950"/>
                  </a:cubicBezTo>
                  <a:cubicBezTo>
                    <a:pt x="591" y="1932"/>
                    <a:pt x="594" y="1941"/>
                    <a:pt x="555" y="1944"/>
                  </a:cubicBezTo>
                  <a:cubicBezTo>
                    <a:pt x="524" y="1954"/>
                    <a:pt x="530" y="1942"/>
                    <a:pt x="501" y="1932"/>
                  </a:cubicBezTo>
                  <a:cubicBezTo>
                    <a:pt x="494" y="1933"/>
                    <a:pt x="487" y="1932"/>
                    <a:pt x="480" y="1935"/>
                  </a:cubicBezTo>
                  <a:cubicBezTo>
                    <a:pt x="473" y="1938"/>
                    <a:pt x="462" y="1947"/>
                    <a:pt x="462" y="1947"/>
                  </a:cubicBezTo>
                  <a:cubicBezTo>
                    <a:pt x="439" y="1939"/>
                    <a:pt x="466" y="1951"/>
                    <a:pt x="447" y="1935"/>
                  </a:cubicBezTo>
                  <a:cubicBezTo>
                    <a:pt x="434" y="1924"/>
                    <a:pt x="409" y="1914"/>
                    <a:pt x="393" y="1911"/>
                  </a:cubicBezTo>
                  <a:cubicBezTo>
                    <a:pt x="392" y="1905"/>
                    <a:pt x="393" y="1898"/>
                    <a:pt x="390" y="1893"/>
                  </a:cubicBezTo>
                  <a:cubicBezTo>
                    <a:pt x="386" y="1887"/>
                    <a:pt x="372" y="1881"/>
                    <a:pt x="372" y="1881"/>
                  </a:cubicBezTo>
                  <a:cubicBezTo>
                    <a:pt x="361" y="1865"/>
                    <a:pt x="350" y="1860"/>
                    <a:pt x="333" y="1857"/>
                  </a:cubicBezTo>
                  <a:cubicBezTo>
                    <a:pt x="313" y="1844"/>
                    <a:pt x="324" y="1843"/>
                    <a:pt x="294" y="1839"/>
                  </a:cubicBezTo>
                  <a:cubicBezTo>
                    <a:pt x="281" y="1826"/>
                    <a:pt x="272" y="1830"/>
                    <a:pt x="255" y="1836"/>
                  </a:cubicBezTo>
                  <a:cubicBezTo>
                    <a:pt x="203" y="1833"/>
                    <a:pt x="220" y="1834"/>
                    <a:pt x="189" y="1824"/>
                  </a:cubicBezTo>
                  <a:cubicBezTo>
                    <a:pt x="169" y="1827"/>
                    <a:pt x="155" y="1830"/>
                    <a:pt x="138" y="1818"/>
                  </a:cubicBezTo>
                  <a:cubicBezTo>
                    <a:pt x="126" y="1799"/>
                    <a:pt x="123" y="1800"/>
                    <a:pt x="99" y="1797"/>
                  </a:cubicBezTo>
                  <a:cubicBezTo>
                    <a:pt x="80" y="1784"/>
                    <a:pt x="71" y="1763"/>
                    <a:pt x="48" y="1755"/>
                  </a:cubicBezTo>
                  <a:cubicBezTo>
                    <a:pt x="45" y="1728"/>
                    <a:pt x="47" y="1726"/>
                    <a:pt x="27" y="1713"/>
                  </a:cubicBezTo>
                  <a:cubicBezTo>
                    <a:pt x="23" y="1702"/>
                    <a:pt x="31" y="1693"/>
                    <a:pt x="24" y="1683"/>
                  </a:cubicBezTo>
                  <a:cubicBezTo>
                    <a:pt x="18" y="1675"/>
                    <a:pt x="6" y="1669"/>
                    <a:pt x="0" y="1659"/>
                  </a:cubicBezTo>
                  <a:cubicBezTo>
                    <a:pt x="15" y="1649"/>
                    <a:pt x="7" y="1656"/>
                    <a:pt x="21" y="1635"/>
                  </a:cubicBezTo>
                  <a:cubicBezTo>
                    <a:pt x="32" y="1618"/>
                    <a:pt x="51" y="1599"/>
                    <a:pt x="69" y="1596"/>
                  </a:cubicBezTo>
                  <a:cubicBezTo>
                    <a:pt x="82" y="1588"/>
                    <a:pt x="87" y="1594"/>
                    <a:pt x="99" y="1593"/>
                  </a:cubicBezTo>
                  <a:cubicBezTo>
                    <a:pt x="111" y="1592"/>
                    <a:pt x="134" y="1598"/>
                    <a:pt x="141" y="1590"/>
                  </a:cubicBezTo>
                  <a:cubicBezTo>
                    <a:pt x="150" y="1583"/>
                    <a:pt x="139" y="1556"/>
                    <a:pt x="144" y="1545"/>
                  </a:cubicBezTo>
                  <a:cubicBezTo>
                    <a:pt x="149" y="1534"/>
                    <a:pt x="171" y="1530"/>
                    <a:pt x="174" y="1521"/>
                  </a:cubicBezTo>
                  <a:cubicBezTo>
                    <a:pt x="171" y="1510"/>
                    <a:pt x="166" y="1502"/>
                    <a:pt x="162" y="1491"/>
                  </a:cubicBezTo>
                  <a:cubicBezTo>
                    <a:pt x="160" y="1476"/>
                    <a:pt x="171" y="1450"/>
                    <a:pt x="171" y="1434"/>
                  </a:cubicBezTo>
                  <a:cubicBezTo>
                    <a:pt x="171" y="1418"/>
                    <a:pt x="160" y="1405"/>
                    <a:pt x="159" y="1395"/>
                  </a:cubicBezTo>
                  <a:cubicBezTo>
                    <a:pt x="159" y="1389"/>
                    <a:pt x="165" y="1371"/>
                    <a:pt x="165" y="1371"/>
                  </a:cubicBezTo>
                  <a:cubicBezTo>
                    <a:pt x="164" y="1359"/>
                    <a:pt x="167" y="1341"/>
                    <a:pt x="168" y="1323"/>
                  </a:cubicBezTo>
                  <a:cubicBezTo>
                    <a:pt x="169" y="1305"/>
                    <a:pt x="169" y="1280"/>
                    <a:pt x="171" y="1263"/>
                  </a:cubicBezTo>
                  <a:cubicBezTo>
                    <a:pt x="174" y="1247"/>
                    <a:pt x="175" y="1228"/>
                    <a:pt x="183" y="1221"/>
                  </a:cubicBezTo>
                  <a:cubicBezTo>
                    <a:pt x="191" y="1214"/>
                    <a:pt x="212" y="1218"/>
                    <a:pt x="222" y="1218"/>
                  </a:cubicBezTo>
                  <a:cubicBezTo>
                    <a:pt x="233" y="1201"/>
                    <a:pt x="232" y="1214"/>
                    <a:pt x="246" y="1218"/>
                  </a:cubicBezTo>
                  <a:cubicBezTo>
                    <a:pt x="255" y="1220"/>
                    <a:pt x="264" y="1220"/>
                    <a:pt x="273" y="1221"/>
                  </a:cubicBezTo>
                  <a:cubicBezTo>
                    <a:pt x="274" y="1226"/>
                    <a:pt x="272" y="1233"/>
                    <a:pt x="276" y="1236"/>
                  </a:cubicBezTo>
                  <a:cubicBezTo>
                    <a:pt x="283" y="1241"/>
                    <a:pt x="336" y="1245"/>
                    <a:pt x="339" y="1245"/>
                  </a:cubicBezTo>
                  <a:cubicBezTo>
                    <a:pt x="366" y="1243"/>
                    <a:pt x="378" y="1236"/>
                    <a:pt x="402" y="1230"/>
                  </a:cubicBezTo>
                  <a:cubicBezTo>
                    <a:pt x="407" y="1211"/>
                    <a:pt x="413" y="1212"/>
                    <a:pt x="432" y="1209"/>
                  </a:cubicBezTo>
                  <a:cubicBezTo>
                    <a:pt x="436" y="1192"/>
                    <a:pt x="440" y="1186"/>
                    <a:pt x="450" y="1170"/>
                  </a:cubicBezTo>
                  <a:cubicBezTo>
                    <a:pt x="452" y="1167"/>
                    <a:pt x="456" y="1161"/>
                    <a:pt x="456" y="1161"/>
                  </a:cubicBezTo>
                  <a:cubicBezTo>
                    <a:pt x="463" y="1121"/>
                    <a:pt x="483" y="1136"/>
                    <a:pt x="531" y="1134"/>
                  </a:cubicBezTo>
                  <a:cubicBezTo>
                    <a:pt x="540" y="1132"/>
                    <a:pt x="549" y="1125"/>
                    <a:pt x="558" y="1128"/>
                  </a:cubicBezTo>
                  <a:cubicBezTo>
                    <a:pt x="565" y="1130"/>
                    <a:pt x="576" y="1140"/>
                    <a:pt x="576" y="1140"/>
                  </a:cubicBezTo>
                  <a:cubicBezTo>
                    <a:pt x="611" y="1137"/>
                    <a:pt x="615" y="1146"/>
                    <a:pt x="624" y="1119"/>
                  </a:cubicBezTo>
                  <a:cubicBezTo>
                    <a:pt x="631" y="1107"/>
                    <a:pt x="627" y="1084"/>
                    <a:pt x="627" y="1071"/>
                  </a:cubicBezTo>
                  <a:cubicBezTo>
                    <a:pt x="627" y="1058"/>
                    <a:pt x="623" y="1047"/>
                    <a:pt x="624" y="1038"/>
                  </a:cubicBezTo>
                  <a:cubicBezTo>
                    <a:pt x="622" y="1032"/>
                    <a:pt x="632" y="1023"/>
                    <a:pt x="630" y="1017"/>
                  </a:cubicBezTo>
                  <a:cubicBezTo>
                    <a:pt x="629" y="1014"/>
                    <a:pt x="639" y="1002"/>
                    <a:pt x="639" y="1002"/>
                  </a:cubicBezTo>
                  <a:cubicBezTo>
                    <a:pt x="642" y="985"/>
                    <a:pt x="636" y="980"/>
                    <a:pt x="645" y="966"/>
                  </a:cubicBezTo>
                  <a:cubicBezTo>
                    <a:pt x="647" y="951"/>
                    <a:pt x="651" y="939"/>
                    <a:pt x="651" y="924"/>
                  </a:cubicBezTo>
                  <a:cubicBezTo>
                    <a:pt x="651" y="909"/>
                    <a:pt x="646" y="886"/>
                    <a:pt x="642" y="873"/>
                  </a:cubicBezTo>
                  <a:cubicBezTo>
                    <a:pt x="636" y="825"/>
                    <a:pt x="648" y="864"/>
                    <a:pt x="627" y="843"/>
                  </a:cubicBezTo>
                  <a:cubicBezTo>
                    <a:pt x="625" y="841"/>
                    <a:pt x="626" y="836"/>
                    <a:pt x="624" y="834"/>
                  </a:cubicBezTo>
                  <a:cubicBezTo>
                    <a:pt x="619" y="829"/>
                    <a:pt x="606" y="822"/>
                    <a:pt x="606" y="822"/>
                  </a:cubicBezTo>
                  <a:cubicBezTo>
                    <a:pt x="599" y="811"/>
                    <a:pt x="598" y="795"/>
                    <a:pt x="588" y="786"/>
                  </a:cubicBezTo>
                  <a:cubicBezTo>
                    <a:pt x="578" y="775"/>
                    <a:pt x="554" y="771"/>
                    <a:pt x="540" y="765"/>
                  </a:cubicBezTo>
                  <a:cubicBezTo>
                    <a:pt x="526" y="759"/>
                    <a:pt x="521" y="754"/>
                    <a:pt x="504" y="747"/>
                  </a:cubicBezTo>
                  <a:cubicBezTo>
                    <a:pt x="476" y="728"/>
                    <a:pt x="473" y="727"/>
                    <a:pt x="438" y="723"/>
                  </a:cubicBezTo>
                  <a:cubicBezTo>
                    <a:pt x="433" y="718"/>
                    <a:pt x="431" y="710"/>
                    <a:pt x="426" y="705"/>
                  </a:cubicBezTo>
                  <a:cubicBezTo>
                    <a:pt x="420" y="699"/>
                    <a:pt x="397" y="692"/>
                    <a:pt x="390" y="690"/>
                  </a:cubicBezTo>
                  <a:cubicBezTo>
                    <a:pt x="383" y="688"/>
                    <a:pt x="372" y="678"/>
                    <a:pt x="372" y="678"/>
                  </a:cubicBezTo>
                  <a:cubicBezTo>
                    <a:pt x="368" y="656"/>
                    <a:pt x="373" y="666"/>
                    <a:pt x="351" y="651"/>
                  </a:cubicBezTo>
                  <a:cubicBezTo>
                    <a:pt x="348" y="649"/>
                    <a:pt x="342" y="645"/>
                    <a:pt x="342" y="645"/>
                  </a:cubicBezTo>
                  <a:cubicBezTo>
                    <a:pt x="328" y="624"/>
                    <a:pt x="329" y="637"/>
                    <a:pt x="324" y="621"/>
                  </a:cubicBezTo>
                  <a:cubicBezTo>
                    <a:pt x="331" y="600"/>
                    <a:pt x="328" y="604"/>
                    <a:pt x="342" y="594"/>
                  </a:cubicBezTo>
                  <a:cubicBezTo>
                    <a:pt x="346" y="577"/>
                    <a:pt x="348" y="569"/>
                    <a:pt x="342" y="552"/>
                  </a:cubicBezTo>
                  <a:cubicBezTo>
                    <a:pt x="352" y="545"/>
                    <a:pt x="356" y="540"/>
                    <a:pt x="360" y="528"/>
                  </a:cubicBezTo>
                  <a:cubicBezTo>
                    <a:pt x="361" y="518"/>
                    <a:pt x="360" y="508"/>
                    <a:pt x="363" y="498"/>
                  </a:cubicBezTo>
                  <a:cubicBezTo>
                    <a:pt x="365" y="491"/>
                    <a:pt x="375" y="487"/>
                    <a:pt x="378" y="480"/>
                  </a:cubicBezTo>
                  <a:cubicBezTo>
                    <a:pt x="386" y="464"/>
                    <a:pt x="379" y="448"/>
                    <a:pt x="399" y="441"/>
                  </a:cubicBezTo>
                  <a:cubicBezTo>
                    <a:pt x="411" y="442"/>
                    <a:pt x="424" y="440"/>
                    <a:pt x="435" y="444"/>
                  </a:cubicBezTo>
                  <a:cubicBezTo>
                    <a:pt x="439" y="445"/>
                    <a:pt x="435" y="453"/>
                    <a:pt x="438" y="456"/>
                  </a:cubicBezTo>
                  <a:cubicBezTo>
                    <a:pt x="445" y="463"/>
                    <a:pt x="467" y="462"/>
                    <a:pt x="477" y="465"/>
                  </a:cubicBezTo>
                  <a:cubicBezTo>
                    <a:pt x="478" y="468"/>
                    <a:pt x="477" y="472"/>
                    <a:pt x="480" y="474"/>
                  </a:cubicBezTo>
                  <a:cubicBezTo>
                    <a:pt x="485" y="478"/>
                    <a:pt x="498" y="480"/>
                    <a:pt x="498" y="480"/>
                  </a:cubicBezTo>
                  <a:cubicBezTo>
                    <a:pt x="502" y="501"/>
                    <a:pt x="511" y="506"/>
                    <a:pt x="531" y="513"/>
                  </a:cubicBezTo>
                  <a:cubicBezTo>
                    <a:pt x="538" y="533"/>
                    <a:pt x="575" y="517"/>
                    <a:pt x="600" y="525"/>
                  </a:cubicBezTo>
                  <a:cubicBezTo>
                    <a:pt x="616" y="523"/>
                    <a:pt x="607" y="510"/>
                    <a:pt x="612" y="501"/>
                  </a:cubicBezTo>
                  <a:cubicBezTo>
                    <a:pt x="617" y="492"/>
                    <a:pt x="623" y="475"/>
                    <a:pt x="630" y="468"/>
                  </a:cubicBezTo>
                  <a:cubicBezTo>
                    <a:pt x="632" y="463"/>
                    <a:pt x="654" y="460"/>
                    <a:pt x="657" y="459"/>
                  </a:cubicBezTo>
                  <a:cubicBezTo>
                    <a:pt x="662" y="453"/>
                    <a:pt x="656" y="433"/>
                    <a:pt x="660" y="423"/>
                  </a:cubicBezTo>
                  <a:cubicBezTo>
                    <a:pt x="664" y="413"/>
                    <a:pt x="675" y="411"/>
                    <a:pt x="681" y="399"/>
                  </a:cubicBezTo>
                  <a:cubicBezTo>
                    <a:pt x="686" y="383"/>
                    <a:pt x="692" y="367"/>
                    <a:pt x="696" y="351"/>
                  </a:cubicBezTo>
                  <a:cubicBezTo>
                    <a:pt x="699" y="336"/>
                    <a:pt x="703" y="324"/>
                    <a:pt x="708" y="315"/>
                  </a:cubicBezTo>
                  <a:cubicBezTo>
                    <a:pt x="713" y="306"/>
                    <a:pt x="724" y="302"/>
                    <a:pt x="729" y="294"/>
                  </a:cubicBezTo>
                  <a:cubicBezTo>
                    <a:pt x="744" y="248"/>
                    <a:pt x="727" y="296"/>
                    <a:pt x="741" y="267"/>
                  </a:cubicBezTo>
                  <a:cubicBezTo>
                    <a:pt x="753" y="244"/>
                    <a:pt x="748" y="217"/>
                    <a:pt x="777" y="207"/>
                  </a:cubicBezTo>
                  <a:cubicBezTo>
                    <a:pt x="783" y="201"/>
                    <a:pt x="793" y="200"/>
                    <a:pt x="795" y="192"/>
                  </a:cubicBezTo>
                  <a:cubicBezTo>
                    <a:pt x="809" y="142"/>
                    <a:pt x="787" y="166"/>
                    <a:pt x="816" y="147"/>
                  </a:cubicBezTo>
                  <a:cubicBezTo>
                    <a:pt x="818" y="144"/>
                    <a:pt x="819" y="140"/>
                    <a:pt x="822" y="138"/>
                  </a:cubicBezTo>
                  <a:cubicBezTo>
                    <a:pt x="824" y="136"/>
                    <a:pt x="829" y="137"/>
                    <a:pt x="831" y="135"/>
                  </a:cubicBezTo>
                  <a:cubicBezTo>
                    <a:pt x="838" y="128"/>
                    <a:pt x="833" y="116"/>
                    <a:pt x="837" y="108"/>
                  </a:cubicBezTo>
                  <a:cubicBezTo>
                    <a:pt x="842" y="99"/>
                    <a:pt x="867" y="99"/>
                    <a:pt x="870" y="99"/>
                  </a:cubicBezTo>
                  <a:cubicBezTo>
                    <a:pt x="888" y="93"/>
                    <a:pt x="882" y="80"/>
                    <a:pt x="894" y="69"/>
                  </a:cubicBezTo>
                  <a:cubicBezTo>
                    <a:pt x="899" y="64"/>
                    <a:pt x="912" y="57"/>
                    <a:pt x="912" y="57"/>
                  </a:cubicBezTo>
                  <a:cubicBezTo>
                    <a:pt x="916" y="46"/>
                    <a:pt x="912" y="33"/>
                    <a:pt x="918" y="24"/>
                  </a:cubicBezTo>
                  <a:cubicBezTo>
                    <a:pt x="923" y="16"/>
                    <a:pt x="945" y="15"/>
                    <a:pt x="945" y="15"/>
                  </a:cubicBezTo>
                  <a:lnTo>
                    <a:pt x="972" y="0"/>
                  </a:lnTo>
                  <a:lnTo>
                    <a:pt x="996" y="18"/>
                  </a:lnTo>
                  <a:lnTo>
                    <a:pt x="1023" y="18"/>
                  </a:lnTo>
                  <a:lnTo>
                    <a:pt x="1026" y="36"/>
                  </a:lnTo>
                  <a:cubicBezTo>
                    <a:pt x="1026" y="36"/>
                    <a:pt x="1026" y="36"/>
                    <a:pt x="1026" y="36"/>
                  </a:cubicBezTo>
                  <a:cubicBezTo>
                    <a:pt x="1029" y="38"/>
                    <a:pt x="1032" y="40"/>
                    <a:pt x="1035" y="42"/>
                  </a:cubicBezTo>
                  <a:cubicBezTo>
                    <a:pt x="1041" y="59"/>
                    <a:pt x="1036" y="62"/>
                    <a:pt x="1056" y="66"/>
                  </a:cubicBezTo>
                  <a:cubicBezTo>
                    <a:pt x="1052" y="81"/>
                    <a:pt x="1053" y="74"/>
                    <a:pt x="1053" y="87"/>
                  </a:cubicBezTo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0000FF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Freeform 60"/>
            <p:cNvSpPr>
              <a:spLocks/>
            </p:cNvSpPr>
            <p:nvPr/>
          </p:nvSpPr>
          <p:spPr bwMode="auto">
            <a:xfrm>
              <a:off x="4677" y="1492"/>
              <a:ext cx="441" cy="548"/>
            </a:xfrm>
            <a:custGeom>
              <a:avLst/>
              <a:gdLst>
                <a:gd name="T0" fmla="*/ 44 w 135"/>
                <a:gd name="T1" fmla="*/ 13 h 110"/>
                <a:gd name="T2" fmla="*/ 32 w 135"/>
                <a:gd name="T3" fmla="*/ 29 h 110"/>
                <a:gd name="T4" fmla="*/ 9 w 135"/>
                <a:gd name="T5" fmla="*/ 32 h 110"/>
                <a:gd name="T6" fmla="*/ 3 w 135"/>
                <a:gd name="T7" fmla="*/ 50 h 110"/>
                <a:gd name="T8" fmla="*/ 21 w 135"/>
                <a:gd name="T9" fmla="*/ 56 h 110"/>
                <a:gd name="T10" fmla="*/ 44 w 135"/>
                <a:gd name="T11" fmla="*/ 89 h 110"/>
                <a:gd name="T12" fmla="*/ 65 w 135"/>
                <a:gd name="T13" fmla="*/ 83 h 110"/>
                <a:gd name="T14" fmla="*/ 87 w 135"/>
                <a:gd name="T15" fmla="*/ 86 h 110"/>
                <a:gd name="T16" fmla="*/ 104 w 135"/>
                <a:gd name="T17" fmla="*/ 103 h 110"/>
                <a:gd name="T18" fmla="*/ 129 w 135"/>
                <a:gd name="T19" fmla="*/ 106 h 110"/>
                <a:gd name="T20" fmla="*/ 131 w 135"/>
                <a:gd name="T21" fmla="*/ 79 h 110"/>
                <a:gd name="T22" fmla="*/ 135 w 135"/>
                <a:gd name="T23" fmla="*/ 68 h 110"/>
                <a:gd name="T24" fmla="*/ 129 w 135"/>
                <a:gd name="T25" fmla="*/ 49 h 110"/>
                <a:gd name="T26" fmla="*/ 111 w 135"/>
                <a:gd name="T27" fmla="*/ 46 h 110"/>
                <a:gd name="T28" fmla="*/ 105 w 135"/>
                <a:gd name="T29" fmla="*/ 14 h 110"/>
                <a:gd name="T30" fmla="*/ 86 w 135"/>
                <a:gd name="T31" fmla="*/ 19 h 110"/>
                <a:gd name="T32" fmla="*/ 78 w 135"/>
                <a:gd name="T33" fmla="*/ 1 h 110"/>
                <a:gd name="T34" fmla="*/ 44 w 135"/>
                <a:gd name="T35" fmla="*/ 13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10">
                  <a:moveTo>
                    <a:pt x="44" y="13"/>
                  </a:moveTo>
                  <a:cubicBezTo>
                    <a:pt x="36" y="16"/>
                    <a:pt x="38" y="26"/>
                    <a:pt x="32" y="29"/>
                  </a:cubicBezTo>
                  <a:cubicBezTo>
                    <a:pt x="26" y="32"/>
                    <a:pt x="14" y="29"/>
                    <a:pt x="9" y="32"/>
                  </a:cubicBezTo>
                  <a:cubicBezTo>
                    <a:pt x="3" y="35"/>
                    <a:pt x="0" y="44"/>
                    <a:pt x="3" y="50"/>
                  </a:cubicBezTo>
                  <a:cubicBezTo>
                    <a:pt x="6" y="56"/>
                    <a:pt x="15" y="54"/>
                    <a:pt x="21" y="56"/>
                  </a:cubicBezTo>
                  <a:cubicBezTo>
                    <a:pt x="28" y="61"/>
                    <a:pt x="33" y="84"/>
                    <a:pt x="44" y="89"/>
                  </a:cubicBezTo>
                  <a:cubicBezTo>
                    <a:pt x="51" y="93"/>
                    <a:pt x="58" y="83"/>
                    <a:pt x="65" y="83"/>
                  </a:cubicBezTo>
                  <a:cubicBezTo>
                    <a:pt x="72" y="83"/>
                    <a:pt x="81" y="83"/>
                    <a:pt x="87" y="86"/>
                  </a:cubicBezTo>
                  <a:cubicBezTo>
                    <a:pt x="93" y="88"/>
                    <a:pt x="97" y="100"/>
                    <a:pt x="104" y="103"/>
                  </a:cubicBezTo>
                  <a:cubicBezTo>
                    <a:pt x="111" y="106"/>
                    <a:pt x="124" y="110"/>
                    <a:pt x="129" y="106"/>
                  </a:cubicBezTo>
                  <a:cubicBezTo>
                    <a:pt x="134" y="102"/>
                    <a:pt x="130" y="85"/>
                    <a:pt x="131" y="79"/>
                  </a:cubicBezTo>
                  <a:cubicBezTo>
                    <a:pt x="132" y="73"/>
                    <a:pt x="135" y="73"/>
                    <a:pt x="135" y="68"/>
                  </a:cubicBezTo>
                  <a:cubicBezTo>
                    <a:pt x="134" y="64"/>
                    <a:pt x="133" y="53"/>
                    <a:pt x="129" y="49"/>
                  </a:cubicBezTo>
                  <a:cubicBezTo>
                    <a:pt x="125" y="45"/>
                    <a:pt x="115" y="52"/>
                    <a:pt x="111" y="46"/>
                  </a:cubicBezTo>
                  <a:cubicBezTo>
                    <a:pt x="107" y="40"/>
                    <a:pt x="109" y="18"/>
                    <a:pt x="105" y="14"/>
                  </a:cubicBezTo>
                  <a:cubicBezTo>
                    <a:pt x="102" y="7"/>
                    <a:pt x="90" y="21"/>
                    <a:pt x="86" y="19"/>
                  </a:cubicBezTo>
                  <a:cubicBezTo>
                    <a:pt x="82" y="17"/>
                    <a:pt x="85" y="2"/>
                    <a:pt x="78" y="1"/>
                  </a:cubicBezTo>
                  <a:cubicBezTo>
                    <a:pt x="71" y="0"/>
                    <a:pt x="52" y="10"/>
                    <a:pt x="44" y="13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>
              <a:solidFill>
                <a:srgbClr val="0000FF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Line 64"/>
            <p:cNvSpPr>
              <a:spLocks noChangeShapeType="1"/>
            </p:cNvSpPr>
            <p:nvPr/>
          </p:nvSpPr>
          <p:spPr bwMode="auto">
            <a:xfrm rot="20400000" flipH="1">
              <a:off x="5002" y="1176"/>
              <a:ext cx="22" cy="7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3" name="Line 66"/>
            <p:cNvSpPr>
              <a:spLocks noChangeShapeType="1"/>
            </p:cNvSpPr>
            <p:nvPr/>
          </p:nvSpPr>
          <p:spPr bwMode="auto">
            <a:xfrm rot="1200000" flipV="1">
              <a:off x="4860" y="1492"/>
              <a:ext cx="40" cy="6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24" name="Object 68"/>
            <p:cNvGraphicFramePr>
              <a:graphicFrameLocks noChangeAspect="1"/>
            </p:cNvGraphicFramePr>
            <p:nvPr/>
          </p:nvGraphicFramePr>
          <p:xfrm>
            <a:off x="4808" y="1133"/>
            <a:ext cx="170" cy="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330120" imgH="368280" progId="Equation.3">
                    <p:embed/>
                  </p:oleObj>
                </mc:Choice>
                <mc:Fallback>
                  <p:oleObj name="公式" r:id="rId11" imgW="330120" imgH="368280" progId="Equation.3">
                    <p:embed/>
                    <p:pic>
                      <p:nvPicPr>
                        <p:cNvPr id="24" name="Object 6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8" y="1133"/>
                          <a:ext cx="170" cy="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7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6266272"/>
                </p:ext>
              </p:extLst>
            </p:nvPr>
          </p:nvGraphicFramePr>
          <p:xfrm>
            <a:off x="4959" y="1496"/>
            <a:ext cx="21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15640" imgH="241200" progId="Equation.DSMT4">
                    <p:embed/>
                  </p:oleObj>
                </mc:Choice>
                <mc:Fallback>
                  <p:oleObj name="Equation" r:id="rId13" imgW="215640" imgH="241200" progId="Equation.DSMT4">
                    <p:embed/>
                    <p:pic>
                      <p:nvPicPr>
                        <p:cNvPr id="25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9" y="1496"/>
                          <a:ext cx="215" cy="2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Text Box 72"/>
            <p:cNvSpPr txBox="1">
              <a:spLocks noChangeArrowheads="1"/>
            </p:cNvSpPr>
            <p:nvPr/>
          </p:nvSpPr>
          <p:spPr bwMode="auto">
            <a:xfrm>
              <a:off x="5047" y="763"/>
              <a:ext cx="332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</p:grp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13058"/>
              </p:ext>
            </p:extLst>
          </p:nvPr>
        </p:nvGraphicFramePr>
        <p:xfrm>
          <a:off x="549275" y="3763963"/>
          <a:ext cx="55864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76440" imgH="203040" progId="Equation.DSMT4">
                  <p:embed/>
                </p:oleObj>
              </mc:Choice>
              <mc:Fallback>
                <p:oleObj name="Equation" r:id="rId15" imgW="2476440" imgH="2030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275" y="3763963"/>
                        <a:ext cx="55864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6959130"/>
              </p:ext>
            </p:extLst>
          </p:nvPr>
        </p:nvGraphicFramePr>
        <p:xfrm>
          <a:off x="1077913" y="4303713"/>
          <a:ext cx="10147300" cy="125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495680" imgH="558720" progId="Equation.DSMT4">
                  <p:embed/>
                </p:oleObj>
              </mc:Choice>
              <mc:Fallback>
                <p:oleObj name="Equation" r:id="rId17" imgW="4495680" imgH="55872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7913" y="4303713"/>
                        <a:ext cx="10147300" cy="1257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7101081"/>
              </p:ext>
            </p:extLst>
          </p:nvPr>
        </p:nvGraphicFramePr>
        <p:xfrm>
          <a:off x="1149350" y="5578475"/>
          <a:ext cx="438308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42920" imgH="431640" progId="Equation.DSMT4">
                  <p:embed/>
                </p:oleObj>
              </mc:Choice>
              <mc:Fallback>
                <p:oleObj name="Equation" r:id="rId19" imgW="1942920" imgH="43164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9350" y="5578475"/>
                        <a:ext cx="4383088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" name="图片 29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69459" y="4941313"/>
            <a:ext cx="3133616" cy="1731414"/>
          </a:xfrm>
          <a:prstGeom prst="rect">
            <a:avLst/>
          </a:prstGeom>
        </p:spPr>
      </p:pic>
      <p:sp>
        <p:nvSpPr>
          <p:cNvPr id="32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6" y="106363"/>
            <a:ext cx="336694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5975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1F45535-3C4D-4589-A088-169CA3C66609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FBED80E-9C3B-46E8-8F84-09285434AD76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230313" y="1028700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6400" imgH="190440" progId="Equation.DSMT4">
                  <p:embed/>
                </p:oleObj>
              </mc:Choice>
              <mc:Fallback>
                <p:oleObj name="Equation" r:id="rId3" imgW="266400" imgH="190440" progId="Equation.DSMT4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0313" y="1028700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5239299"/>
              </p:ext>
            </p:extLst>
          </p:nvPr>
        </p:nvGraphicFramePr>
        <p:xfrm>
          <a:off x="2022475" y="777875"/>
          <a:ext cx="9101138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038480" imgH="431640" progId="Equation.DSMT4">
                  <p:embed/>
                </p:oleObj>
              </mc:Choice>
              <mc:Fallback>
                <p:oleObj name="Equation" r:id="rId5" imgW="4038480" imgH="431640" progId="Equation.DSMT4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475" y="777875"/>
                        <a:ext cx="9101138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274540" y="1978026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00" imgH="203040" progId="Equation.DSMT4">
                  <p:embed/>
                </p:oleObj>
              </mc:Choice>
              <mc:Fallback>
                <p:oleObj name="Equation" r:id="rId7" imgW="253800" imgH="2030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540" y="1978026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937286" y="3890596"/>
          <a:ext cx="29718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320480" imgH="215640" progId="Equation.DSMT4">
                  <p:embed/>
                </p:oleObj>
              </mc:Choice>
              <mc:Fallback>
                <p:oleObj name="Equation" r:id="rId9" imgW="1320480" imgH="21564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7286" y="3890596"/>
                        <a:ext cx="29718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266460"/>
              </p:ext>
            </p:extLst>
          </p:nvPr>
        </p:nvGraphicFramePr>
        <p:xfrm>
          <a:off x="1943100" y="2005013"/>
          <a:ext cx="6465888" cy="1449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869920" imgH="647640" progId="Equation.DSMT4">
                  <p:embed/>
                </p:oleObj>
              </mc:Choice>
              <mc:Fallback>
                <p:oleObj name="Equation" r:id="rId11" imgW="2869920" imgH="64764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005013"/>
                        <a:ext cx="6465888" cy="1449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8895989" y="1628800"/>
            <a:ext cx="2825750" cy="2382838"/>
            <a:chOff x="3456" y="1056"/>
            <a:chExt cx="1780" cy="1501"/>
          </a:xfrm>
        </p:grpSpPr>
        <p:sp>
          <p:nvSpPr>
            <p:cNvPr id="21" name="AutoShape 5" descr="浅色上对角线"/>
            <p:cNvSpPr>
              <a:spLocks noChangeArrowheads="1"/>
            </p:cNvSpPr>
            <p:nvPr/>
          </p:nvSpPr>
          <p:spPr bwMode="auto">
            <a:xfrm>
              <a:off x="3727" y="1348"/>
              <a:ext cx="1117" cy="111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3171 w 21600"/>
                <a:gd name="T25" fmla="*/ 3171 h 21600"/>
                <a:gd name="T26" fmla="*/ 18429 w 21600"/>
                <a:gd name="T27" fmla="*/ 18429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5400" y="10800"/>
                  </a:moveTo>
                  <a:cubicBezTo>
                    <a:pt x="5400" y="13782"/>
                    <a:pt x="7818" y="16200"/>
                    <a:pt x="10800" y="16200"/>
                  </a:cubicBezTo>
                  <a:cubicBezTo>
                    <a:pt x="13782" y="16200"/>
                    <a:pt x="16200" y="13782"/>
                    <a:pt x="16200" y="10800"/>
                  </a:cubicBezTo>
                  <a:cubicBezTo>
                    <a:pt x="16200" y="7818"/>
                    <a:pt x="13782" y="5400"/>
                    <a:pt x="10800" y="5400"/>
                  </a:cubicBezTo>
                  <a:cubicBezTo>
                    <a:pt x="7818" y="5400"/>
                    <a:pt x="5400" y="7818"/>
                    <a:pt x="5400" y="10800"/>
                  </a:cubicBezTo>
                  <a:close/>
                </a:path>
              </a:pathLst>
            </a:custGeom>
            <a:pattFill prst="ltUpDiag">
              <a:fgClr>
                <a:srgbClr val="00CC99"/>
              </a:fgClr>
              <a:bgClr>
                <a:srgbClr val="FFFFFF"/>
              </a:bgClr>
            </a:pattFill>
            <a:ln w="12700">
              <a:solidFill>
                <a:srgbClr val="000000"/>
              </a:solidFill>
              <a:round/>
              <a:headEnd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4" name="Line 6"/>
            <p:cNvSpPr>
              <a:spLocks noChangeShapeType="1"/>
            </p:cNvSpPr>
            <p:nvPr/>
          </p:nvSpPr>
          <p:spPr bwMode="auto">
            <a:xfrm>
              <a:off x="3456" y="1907"/>
              <a:ext cx="168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26" name="Line 7"/>
            <p:cNvSpPr>
              <a:spLocks noChangeShapeType="1"/>
            </p:cNvSpPr>
            <p:nvPr/>
          </p:nvSpPr>
          <p:spPr bwMode="auto">
            <a:xfrm flipV="1">
              <a:off x="4285" y="1174"/>
              <a:ext cx="0" cy="138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graphicFrame>
          <p:nvGraphicFramePr>
            <p:cNvPr id="27" name="Object 8"/>
            <p:cNvGraphicFramePr>
              <a:graphicFrameLocks noChangeAspect="1"/>
            </p:cNvGraphicFramePr>
            <p:nvPr/>
          </p:nvGraphicFramePr>
          <p:xfrm>
            <a:off x="5131" y="1859"/>
            <a:ext cx="105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80860" imgH="161960" progId="Equation.3">
                    <p:embed/>
                  </p:oleObj>
                </mc:Choice>
                <mc:Fallback>
                  <p:oleObj name="Equation" r:id="rId13" imgW="180860" imgH="161960" progId="Equation.3">
                    <p:embed/>
                    <p:pic>
                      <p:nvPicPr>
                        <p:cNvPr id="2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1" y="1859"/>
                          <a:ext cx="105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9"/>
            <p:cNvGraphicFramePr>
              <a:graphicFrameLocks noChangeAspect="1"/>
            </p:cNvGraphicFramePr>
            <p:nvPr/>
          </p:nvGraphicFramePr>
          <p:xfrm>
            <a:off x="4250" y="1056"/>
            <a:ext cx="105" cy="1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80860" imgH="238081" progId="Equation.3">
                    <p:embed/>
                  </p:oleObj>
                </mc:Choice>
                <mc:Fallback>
                  <p:oleObj name="Equation" r:id="rId15" imgW="180860" imgH="238081" progId="Equation.3">
                    <p:embed/>
                    <p:pic>
                      <p:nvPicPr>
                        <p:cNvPr id="28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0" y="1056"/>
                          <a:ext cx="105" cy="1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10"/>
            <p:cNvGraphicFramePr>
              <a:graphicFrameLocks noChangeAspect="1"/>
            </p:cNvGraphicFramePr>
            <p:nvPr/>
          </p:nvGraphicFramePr>
          <p:xfrm>
            <a:off x="4193" y="1920"/>
            <a:ext cx="89" cy="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42799" imgH="161960" progId="Equation.3">
                    <p:embed/>
                  </p:oleObj>
                </mc:Choice>
                <mc:Fallback>
                  <p:oleObj name="Equation" r:id="rId17" imgW="142799" imgH="161960" progId="Equation.3">
                    <p:embed/>
                    <p:pic>
                      <p:nvPicPr>
                        <p:cNvPr id="29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3" y="1920"/>
                          <a:ext cx="89" cy="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11"/>
            <p:cNvGraphicFramePr>
              <a:graphicFrameLocks noChangeAspect="1"/>
            </p:cNvGraphicFramePr>
            <p:nvPr/>
          </p:nvGraphicFramePr>
          <p:xfrm>
            <a:off x="4503" y="1916"/>
            <a:ext cx="56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77569" imgH="304404" progId="Equation.3">
                    <p:embed/>
                  </p:oleObj>
                </mc:Choice>
                <mc:Fallback>
                  <p:oleObj name="Equation" r:id="rId19" imgW="177569" imgH="304404" progId="Equation.3">
                    <p:embed/>
                    <p:pic>
                      <p:nvPicPr>
                        <p:cNvPr id="3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3" y="1916"/>
                          <a:ext cx="56" cy="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12"/>
            <p:cNvGraphicFramePr>
              <a:graphicFrameLocks noChangeAspect="1"/>
            </p:cNvGraphicFramePr>
            <p:nvPr/>
          </p:nvGraphicFramePr>
          <p:xfrm>
            <a:off x="4876" y="1916"/>
            <a:ext cx="68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215713" imgH="304536" progId="Equation.3">
                    <p:embed/>
                  </p:oleObj>
                </mc:Choice>
                <mc:Fallback>
                  <p:oleObj name="Equation" r:id="rId21" imgW="215713" imgH="304536" progId="Equation.3">
                    <p:embed/>
                    <p:pic>
                      <p:nvPicPr>
                        <p:cNvPr id="32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6" y="1916"/>
                          <a:ext cx="68" cy="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3" name="Arc 13"/>
            <p:cNvSpPr>
              <a:spLocks/>
            </p:cNvSpPr>
            <p:nvPr/>
          </p:nvSpPr>
          <p:spPr bwMode="auto">
            <a:xfrm flipH="1">
              <a:off x="3875" y="1459"/>
              <a:ext cx="144" cy="77"/>
            </a:xfrm>
            <a:custGeom>
              <a:avLst/>
              <a:gdLst>
                <a:gd name="T0" fmla="*/ 0 w 21600"/>
                <a:gd name="T1" fmla="*/ 0 h 19491"/>
                <a:gd name="T2" fmla="*/ 0 w 21600"/>
                <a:gd name="T3" fmla="*/ 0 h 19491"/>
                <a:gd name="T4" fmla="*/ 0 w 21600"/>
                <a:gd name="T5" fmla="*/ 0 h 194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19491" fill="none" extrusionOk="0">
                  <a:moveTo>
                    <a:pt x="9309" y="0"/>
                  </a:moveTo>
                  <a:cubicBezTo>
                    <a:pt x="16819" y="3587"/>
                    <a:pt x="21600" y="11169"/>
                    <a:pt x="21600" y="19491"/>
                  </a:cubicBezTo>
                </a:path>
                <a:path w="21600" h="19491" stroke="0" extrusionOk="0">
                  <a:moveTo>
                    <a:pt x="9309" y="0"/>
                  </a:moveTo>
                  <a:cubicBezTo>
                    <a:pt x="16819" y="3587"/>
                    <a:pt x="21600" y="11169"/>
                    <a:pt x="21600" y="19491"/>
                  </a:cubicBezTo>
                  <a:lnTo>
                    <a:pt x="0" y="19491"/>
                  </a:lnTo>
                  <a:lnTo>
                    <a:pt x="9309" y="0"/>
                  </a:lnTo>
                  <a:close/>
                </a:path>
              </a:pathLst>
            </a:custGeom>
            <a:noFill/>
            <a:ln w="9525">
              <a:solidFill>
                <a:srgbClr val="3333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34" name="Arc 14"/>
            <p:cNvSpPr>
              <a:spLocks/>
            </p:cNvSpPr>
            <p:nvPr/>
          </p:nvSpPr>
          <p:spPr bwMode="auto">
            <a:xfrm rot="14330078" flipH="1">
              <a:off x="4340" y="1579"/>
              <a:ext cx="135" cy="77"/>
            </a:xfrm>
            <a:custGeom>
              <a:avLst/>
              <a:gdLst>
                <a:gd name="T0" fmla="*/ 0 w 20223"/>
                <a:gd name="T1" fmla="*/ 0 h 19491"/>
                <a:gd name="T2" fmla="*/ 0 w 20223"/>
                <a:gd name="T3" fmla="*/ 0 h 19491"/>
                <a:gd name="T4" fmla="*/ 0 w 20223"/>
                <a:gd name="T5" fmla="*/ 0 h 194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223" h="19491" fill="none" extrusionOk="0">
                  <a:moveTo>
                    <a:pt x="9309" y="0"/>
                  </a:moveTo>
                  <a:cubicBezTo>
                    <a:pt x="14349" y="2407"/>
                    <a:pt x="18260" y="6673"/>
                    <a:pt x="20222" y="11902"/>
                  </a:cubicBezTo>
                </a:path>
                <a:path w="20223" h="19491" stroke="0" extrusionOk="0">
                  <a:moveTo>
                    <a:pt x="9309" y="0"/>
                  </a:moveTo>
                  <a:cubicBezTo>
                    <a:pt x="14349" y="2407"/>
                    <a:pt x="18260" y="6673"/>
                    <a:pt x="20222" y="11902"/>
                  </a:cubicBezTo>
                  <a:lnTo>
                    <a:pt x="0" y="19491"/>
                  </a:lnTo>
                  <a:lnTo>
                    <a:pt x="9309" y="0"/>
                  </a:lnTo>
                  <a:close/>
                </a:path>
              </a:pathLst>
            </a:custGeom>
            <a:noFill/>
            <a:ln w="9525">
              <a:solidFill>
                <a:srgbClr val="3333CC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+mn-cs"/>
              </a:endParaRPr>
            </a:p>
          </p:txBody>
        </p:sp>
        <p:graphicFrame>
          <p:nvGraphicFramePr>
            <p:cNvPr id="35" name="Object 15"/>
            <p:cNvGraphicFramePr>
              <a:graphicFrameLocks noChangeAspect="1"/>
            </p:cNvGraphicFramePr>
            <p:nvPr/>
          </p:nvGraphicFramePr>
          <p:xfrm>
            <a:off x="3871" y="1278"/>
            <a:ext cx="158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368300" imgH="419100" progId="Equation.3">
                    <p:embed/>
                  </p:oleObj>
                </mc:Choice>
                <mc:Fallback>
                  <p:oleObj name="Equation" r:id="rId23" imgW="368300" imgH="419100" progId="Equation.3">
                    <p:embed/>
                    <p:pic>
                      <p:nvPicPr>
                        <p:cNvPr id="35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1" y="1278"/>
                          <a:ext cx="158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16"/>
            <p:cNvGraphicFramePr>
              <a:graphicFrameLocks noChangeAspect="1"/>
            </p:cNvGraphicFramePr>
            <p:nvPr/>
          </p:nvGraphicFramePr>
          <p:xfrm>
            <a:off x="4343" y="1680"/>
            <a:ext cx="169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393529" imgH="418918" progId="Equation.3">
                    <p:embed/>
                  </p:oleObj>
                </mc:Choice>
                <mc:Fallback>
                  <p:oleObj name="Equation" r:id="rId25" imgW="393529" imgH="418918" progId="Equation.3">
                    <p:embed/>
                    <p:pic>
                      <p:nvPicPr>
                        <p:cNvPr id="36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3" y="1680"/>
                          <a:ext cx="169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对象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830992"/>
              </p:ext>
            </p:extLst>
          </p:nvPr>
        </p:nvGraphicFramePr>
        <p:xfrm>
          <a:off x="2008188" y="4538663"/>
          <a:ext cx="1744662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774360" imgH="431640" progId="Equation.DSMT4">
                  <p:embed/>
                </p:oleObj>
              </mc:Choice>
              <mc:Fallback>
                <p:oleObj name="Equation" r:id="rId27" imgW="774360" imgH="43164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8" y="4538663"/>
                        <a:ext cx="1744662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内容占位符 3">
            <a:extLst>
              <a:ext uri="{FF2B5EF4-FFF2-40B4-BE49-F238E27FC236}">
                <a16:creationId xmlns:a16="http://schemas.microsoft.com/office/drawing/2014/main" id="{F8CB4CF3-0CE9-49F3-B4B2-F0D3BACDD361}"/>
              </a:ext>
            </a:extLst>
          </p:cNvPr>
          <p:cNvSpPr txBox="1">
            <a:spLocks/>
          </p:cNvSpPr>
          <p:nvPr/>
        </p:nvSpPr>
        <p:spPr>
          <a:xfrm>
            <a:off x="1343026" y="106363"/>
            <a:ext cx="336694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5407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1B768-4733-34B8-842C-E8B53A09B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22395C0-536C-999E-108F-DFF88D056402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0F5BA447-73E5-A95B-E53D-F9306C898B02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34FFABBA-57A1-E2A4-491D-ECE3EB953E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4217" y="2212305"/>
          <a:ext cx="757237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365280" imgH="419040" progId="Equation.DSMT4">
                  <p:embed/>
                </p:oleObj>
              </mc:Choice>
              <mc:Fallback>
                <p:oleObj name="Equation" r:id="rId3" imgW="3365280" imgH="419040" progId="Equation.DSMT4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217" y="2212305"/>
                        <a:ext cx="757237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AED90F37-DC9C-C039-227F-F42B9E8742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344" y="2248889"/>
          <a:ext cx="57150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00" imgH="203040" progId="Equation.DSMT4">
                  <p:embed/>
                </p:oleObj>
              </mc:Choice>
              <mc:Fallback>
                <p:oleObj name="Equation" r:id="rId5" imgW="253800" imgH="203040" progId="Equation.DSMT4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344" y="2248889"/>
                        <a:ext cx="571500" cy="454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F32C917-B670-C723-216E-C14E6A61D32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4217" y="3293882"/>
          <a:ext cx="7058025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36680" imgH="457200" progId="Equation.DSMT4">
                  <p:embed/>
                </p:oleObj>
              </mc:Choice>
              <mc:Fallback>
                <p:oleObj name="Equation" r:id="rId7" imgW="3136680" imgH="4572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4217" y="3293882"/>
                        <a:ext cx="7058025" cy="1025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002A73EF-74B7-4130-52B6-0F14E331A4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62013" y="865640"/>
          <a:ext cx="148590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60240" imgH="190440" progId="Equation.DSMT4">
                  <p:embed/>
                </p:oleObj>
              </mc:Choice>
              <mc:Fallback>
                <p:oleObj name="Equation" r:id="rId9" imgW="660240" imgH="19044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865640"/>
                        <a:ext cx="148590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AF0A3781-4D77-3A15-CE8B-19C01A3E5F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975" y="1362075"/>
          <a:ext cx="6000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400" imgH="190440" progId="Equation.DSMT4">
                  <p:embed/>
                </p:oleObj>
              </mc:Choice>
              <mc:Fallback>
                <p:oleObj name="Equation" r:id="rId11" imgW="266400" imgH="19044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75" y="1362075"/>
                        <a:ext cx="600075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BFBDBFA3-6E3F-8A56-19DA-19AADB1E5F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28725" y="1210171"/>
          <a:ext cx="96694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292280" imgH="419040" progId="Equation.DSMT4">
                  <p:embed/>
                </p:oleObj>
              </mc:Choice>
              <mc:Fallback>
                <p:oleObj name="Equation" r:id="rId13" imgW="4292280" imgH="41904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8725" y="1210171"/>
                        <a:ext cx="966946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33">
            <a:extLst>
              <a:ext uri="{FF2B5EF4-FFF2-40B4-BE49-F238E27FC236}">
                <a16:creationId xmlns:a16="http://schemas.microsoft.com/office/drawing/2014/main" id="{348C4CCC-66D8-BBF5-F62C-47868B80E9F1}"/>
              </a:ext>
            </a:extLst>
          </p:cNvPr>
          <p:cNvGrpSpPr>
            <a:grpSpLocks/>
          </p:cNvGrpSpPr>
          <p:nvPr/>
        </p:nvGrpSpPr>
        <p:grpSpPr bwMode="auto">
          <a:xfrm>
            <a:off x="9042162" y="2115957"/>
            <a:ext cx="2825750" cy="2382837"/>
            <a:chOff x="3552" y="1680"/>
            <a:chExt cx="1780" cy="1501"/>
          </a:xfrm>
        </p:grpSpPr>
        <p:grpSp>
          <p:nvGrpSpPr>
            <p:cNvPr id="18" name="Group 19">
              <a:extLst>
                <a:ext uri="{FF2B5EF4-FFF2-40B4-BE49-F238E27FC236}">
                  <a16:creationId xmlns:a16="http://schemas.microsoft.com/office/drawing/2014/main" id="{F217EB7D-93CA-5AA3-931C-9892937972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1680"/>
              <a:ext cx="1780" cy="1501"/>
              <a:chOff x="3792" y="2003"/>
              <a:chExt cx="1780" cy="1501"/>
            </a:xfrm>
          </p:grpSpPr>
          <p:sp>
            <p:nvSpPr>
              <p:cNvPr id="28" name="Line 14">
                <a:extLst>
                  <a:ext uri="{FF2B5EF4-FFF2-40B4-BE49-F238E27FC236}">
                    <a16:creationId xmlns:a16="http://schemas.microsoft.com/office/drawing/2014/main" id="{6375F813-A589-FA43-7E19-6685BDE31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854"/>
                <a:ext cx="16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9" name="Line 15">
                <a:extLst>
                  <a:ext uri="{FF2B5EF4-FFF2-40B4-BE49-F238E27FC236}">
                    <a16:creationId xmlns:a16="http://schemas.microsoft.com/office/drawing/2014/main" id="{CE764E30-FDA4-91A5-A88A-1F0C5BBDFD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21" y="2121"/>
                <a:ext cx="0" cy="138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graphicFrame>
            <p:nvGraphicFramePr>
              <p:cNvPr id="30" name="Object 16">
                <a:extLst>
                  <a:ext uri="{FF2B5EF4-FFF2-40B4-BE49-F238E27FC236}">
                    <a16:creationId xmlns:a16="http://schemas.microsoft.com/office/drawing/2014/main" id="{D466EDC6-D1B1-DD93-0889-D2AA52D2992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5467" y="2806"/>
              <a:ext cx="105" cy="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253800" imgH="241200" progId="Equation.3">
                      <p:embed/>
                    </p:oleObj>
                  </mc:Choice>
                  <mc:Fallback>
                    <p:oleObj name="Equation" r:id="rId15" imgW="253800" imgH="241200" progId="Equation.3">
                      <p:embed/>
                      <p:pic>
                        <p:nvPicPr>
                          <p:cNvPr id="3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467" y="2806"/>
                            <a:ext cx="105" cy="1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17">
                <a:extLst>
                  <a:ext uri="{FF2B5EF4-FFF2-40B4-BE49-F238E27FC236}">
                    <a16:creationId xmlns:a16="http://schemas.microsoft.com/office/drawing/2014/main" id="{0982385E-06EA-7296-A279-386E98A2B06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86" y="2003"/>
              <a:ext cx="105" cy="1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253800" imgH="317160" progId="Equation.3">
                      <p:embed/>
                    </p:oleObj>
                  </mc:Choice>
                  <mc:Fallback>
                    <p:oleObj name="Equation" r:id="rId17" imgW="253800" imgH="317160" progId="Equation.3">
                      <p:embed/>
                      <p:pic>
                        <p:nvPicPr>
                          <p:cNvPr id="32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6" y="2003"/>
                            <a:ext cx="105" cy="1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3" name="Object 18">
                <a:extLst>
                  <a:ext uri="{FF2B5EF4-FFF2-40B4-BE49-F238E27FC236}">
                    <a16:creationId xmlns:a16="http://schemas.microsoft.com/office/drawing/2014/main" id="{10F7F4CE-9462-44C0-832E-3CFE0A32530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529" y="2867"/>
              <a:ext cx="89" cy="1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9" imgW="215640" imgH="241200" progId="Equation.3">
                      <p:embed/>
                    </p:oleObj>
                  </mc:Choice>
                  <mc:Fallback>
                    <p:oleObj name="Equation" r:id="rId19" imgW="215640" imgH="241200" progId="Equation.3">
                      <p:embed/>
                      <p:pic>
                        <p:nvPicPr>
                          <p:cNvPr id="33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29" y="2867"/>
                            <a:ext cx="89" cy="1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0" name="Object 20">
              <a:extLst>
                <a:ext uri="{FF2B5EF4-FFF2-40B4-BE49-F238E27FC236}">
                  <a16:creationId xmlns:a16="http://schemas.microsoft.com/office/drawing/2014/main" id="{3213CCF9-EBF6-A491-CCB3-EA6D25F58824}"/>
                </a:ext>
              </a:extLst>
            </p:cNvPr>
            <p:cNvGraphicFramePr>
              <a:graphicFrameLocks noChangeAspect="1"/>
            </p:cNvGraphicFramePr>
            <p:nvPr/>
          </p:nvGraphicFramePr>
          <p:xfrm flipH="1">
            <a:off x="4332" y="2474"/>
            <a:ext cx="113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90440" imgH="190440" progId="Equation.3">
                    <p:embed/>
                  </p:oleObj>
                </mc:Choice>
                <mc:Fallback>
                  <p:oleObj name="Equation" r:id="rId21" imgW="190440" imgH="190440" progId="Equation.3">
                    <p:embed/>
                    <p:pic>
                      <p:nvPicPr>
                        <p:cNvPr id="2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332" y="2474"/>
                          <a:ext cx="113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1">
              <a:extLst>
                <a:ext uri="{FF2B5EF4-FFF2-40B4-BE49-F238E27FC236}">
                  <a16:creationId xmlns:a16="http://schemas.microsoft.com/office/drawing/2014/main" id="{30E8E29C-A6B4-1FC2-1D83-7889EF092964}"/>
                </a:ext>
              </a:extLst>
            </p:cNvPr>
            <p:cNvGraphicFramePr>
              <a:graphicFrameLocks noChangeAspect="1"/>
            </p:cNvGraphicFramePr>
            <p:nvPr/>
          </p:nvGraphicFramePr>
          <p:xfrm flipH="1">
            <a:off x="4686" y="2479"/>
            <a:ext cx="113" cy="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90440" imgH="190440" progId="Equation.3">
                    <p:embed/>
                  </p:oleObj>
                </mc:Choice>
                <mc:Fallback>
                  <p:oleObj name="Equation" r:id="rId23" imgW="190440" imgH="190440" progId="Equation.3">
                    <p:embed/>
                    <p:pic>
                      <p:nvPicPr>
                        <p:cNvPr id="2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flipH="1">
                          <a:off x="4686" y="2479"/>
                          <a:ext cx="113" cy="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>
              <a:extLst>
                <a:ext uri="{FF2B5EF4-FFF2-40B4-BE49-F238E27FC236}">
                  <a16:creationId xmlns:a16="http://schemas.microsoft.com/office/drawing/2014/main" id="{5A2D4B19-A09F-C70C-1873-34B05C4AB83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740" y="2566"/>
            <a:ext cx="56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77480" imgH="304560" progId="Equation.3">
                    <p:embed/>
                  </p:oleObj>
                </mc:Choice>
                <mc:Fallback>
                  <p:oleObj name="Equation" r:id="rId25" imgW="177480" imgH="304560" progId="Equation.3">
                    <p:embed/>
                    <p:pic>
                      <p:nvPicPr>
                        <p:cNvPr id="24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0" y="2566"/>
                          <a:ext cx="56" cy="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4" name="Group 31">
            <a:extLst>
              <a:ext uri="{FF2B5EF4-FFF2-40B4-BE49-F238E27FC236}">
                <a16:creationId xmlns:a16="http://schemas.microsoft.com/office/drawing/2014/main" id="{50C51035-273D-8056-DDC0-B0C34A64BB8A}"/>
              </a:ext>
            </a:extLst>
          </p:cNvPr>
          <p:cNvGrpSpPr>
            <a:grpSpLocks/>
          </p:cNvGrpSpPr>
          <p:nvPr/>
        </p:nvGrpSpPr>
        <p:grpSpPr bwMode="auto">
          <a:xfrm>
            <a:off x="9573660" y="2345350"/>
            <a:ext cx="2035175" cy="2276475"/>
            <a:chOff x="3722" y="1756"/>
            <a:chExt cx="1282" cy="1434"/>
          </a:xfrm>
        </p:grpSpPr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A76960EB-6E3B-D73B-3D29-61E168D04B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1756"/>
              <a:ext cx="1282" cy="1371"/>
            </a:xfrm>
            <a:custGeom>
              <a:avLst/>
              <a:gdLst>
                <a:gd name="T0" fmla="*/ 916 w 1282"/>
                <a:gd name="T1" fmla="*/ 1161 h 1371"/>
                <a:gd name="T2" fmla="*/ 1152 w 1282"/>
                <a:gd name="T3" fmla="*/ 939 h 1371"/>
                <a:gd name="T4" fmla="*/ 1217 w 1282"/>
                <a:gd name="T5" fmla="*/ 795 h 1371"/>
                <a:gd name="T6" fmla="*/ 1269 w 1282"/>
                <a:gd name="T7" fmla="*/ 546 h 1371"/>
                <a:gd name="T8" fmla="*/ 1178 w 1282"/>
                <a:gd name="T9" fmla="*/ 153 h 1371"/>
                <a:gd name="T10" fmla="*/ 1165 w 1282"/>
                <a:gd name="T11" fmla="*/ 114 h 1371"/>
                <a:gd name="T12" fmla="*/ 1099 w 1282"/>
                <a:gd name="T13" fmla="*/ 101 h 1371"/>
                <a:gd name="T14" fmla="*/ 955 w 1282"/>
                <a:gd name="T15" fmla="*/ 88 h 1371"/>
                <a:gd name="T16" fmla="*/ 471 w 1282"/>
                <a:gd name="T17" fmla="*/ 62 h 1371"/>
                <a:gd name="T18" fmla="*/ 340 w 1282"/>
                <a:gd name="T19" fmla="*/ 101 h 1371"/>
                <a:gd name="T20" fmla="*/ 235 w 1282"/>
                <a:gd name="T21" fmla="*/ 179 h 1371"/>
                <a:gd name="T22" fmla="*/ 170 w 1282"/>
                <a:gd name="T23" fmla="*/ 245 h 1371"/>
                <a:gd name="T24" fmla="*/ 91 w 1282"/>
                <a:gd name="T25" fmla="*/ 376 h 1371"/>
                <a:gd name="T26" fmla="*/ 39 w 1282"/>
                <a:gd name="T27" fmla="*/ 467 h 1371"/>
                <a:gd name="T28" fmla="*/ 0 w 1282"/>
                <a:gd name="T29" fmla="*/ 664 h 1371"/>
                <a:gd name="T30" fmla="*/ 13 w 1282"/>
                <a:gd name="T31" fmla="*/ 1083 h 1371"/>
                <a:gd name="T32" fmla="*/ 157 w 1282"/>
                <a:gd name="T33" fmla="*/ 1371 h 1371"/>
                <a:gd name="T34" fmla="*/ 366 w 1282"/>
                <a:gd name="T35" fmla="*/ 1358 h 1371"/>
                <a:gd name="T36" fmla="*/ 602 w 1282"/>
                <a:gd name="T37" fmla="*/ 1292 h 1371"/>
                <a:gd name="T38" fmla="*/ 772 w 1282"/>
                <a:gd name="T39" fmla="*/ 1253 h 1371"/>
                <a:gd name="T40" fmla="*/ 851 w 1282"/>
                <a:gd name="T41" fmla="*/ 1227 h 1371"/>
                <a:gd name="T42" fmla="*/ 890 w 1282"/>
                <a:gd name="T43" fmla="*/ 1214 h 1371"/>
                <a:gd name="T44" fmla="*/ 916 w 1282"/>
                <a:gd name="T45" fmla="*/ 1187 h 1371"/>
                <a:gd name="T46" fmla="*/ 955 w 1282"/>
                <a:gd name="T47" fmla="*/ 1161 h 1371"/>
                <a:gd name="T48" fmla="*/ 981 w 1282"/>
                <a:gd name="T49" fmla="*/ 1122 h 1371"/>
                <a:gd name="T50" fmla="*/ 942 w 1282"/>
                <a:gd name="T51" fmla="*/ 1148 h 1371"/>
                <a:gd name="T52" fmla="*/ 916 w 1282"/>
                <a:gd name="T53" fmla="*/ 1161 h 1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82" h="1371">
                  <a:moveTo>
                    <a:pt x="916" y="1161"/>
                  </a:moveTo>
                  <a:cubicBezTo>
                    <a:pt x="1020" y="1109"/>
                    <a:pt x="1072" y="1016"/>
                    <a:pt x="1152" y="939"/>
                  </a:cubicBezTo>
                  <a:cubicBezTo>
                    <a:pt x="1168" y="889"/>
                    <a:pt x="1217" y="795"/>
                    <a:pt x="1217" y="795"/>
                  </a:cubicBezTo>
                  <a:cubicBezTo>
                    <a:pt x="1238" y="709"/>
                    <a:pt x="1257" y="633"/>
                    <a:pt x="1269" y="546"/>
                  </a:cubicBezTo>
                  <a:cubicBezTo>
                    <a:pt x="1262" y="402"/>
                    <a:pt x="1282" y="257"/>
                    <a:pt x="1178" y="153"/>
                  </a:cubicBezTo>
                  <a:cubicBezTo>
                    <a:pt x="1174" y="140"/>
                    <a:pt x="1176" y="122"/>
                    <a:pt x="1165" y="114"/>
                  </a:cubicBezTo>
                  <a:cubicBezTo>
                    <a:pt x="1146" y="102"/>
                    <a:pt x="1121" y="104"/>
                    <a:pt x="1099" y="101"/>
                  </a:cubicBezTo>
                  <a:cubicBezTo>
                    <a:pt x="1051" y="95"/>
                    <a:pt x="1003" y="92"/>
                    <a:pt x="955" y="88"/>
                  </a:cubicBezTo>
                  <a:cubicBezTo>
                    <a:pt x="779" y="0"/>
                    <a:pt x="776" y="51"/>
                    <a:pt x="471" y="62"/>
                  </a:cubicBezTo>
                  <a:cubicBezTo>
                    <a:pt x="428" y="76"/>
                    <a:pt x="383" y="87"/>
                    <a:pt x="340" y="101"/>
                  </a:cubicBezTo>
                  <a:cubicBezTo>
                    <a:pt x="305" y="127"/>
                    <a:pt x="270" y="153"/>
                    <a:pt x="235" y="179"/>
                  </a:cubicBezTo>
                  <a:cubicBezTo>
                    <a:pt x="210" y="197"/>
                    <a:pt x="170" y="245"/>
                    <a:pt x="170" y="245"/>
                  </a:cubicBezTo>
                  <a:cubicBezTo>
                    <a:pt x="153" y="297"/>
                    <a:pt x="117" y="329"/>
                    <a:pt x="91" y="376"/>
                  </a:cubicBezTo>
                  <a:cubicBezTo>
                    <a:pt x="30" y="484"/>
                    <a:pt x="99" y="378"/>
                    <a:pt x="39" y="467"/>
                  </a:cubicBezTo>
                  <a:cubicBezTo>
                    <a:pt x="17" y="534"/>
                    <a:pt x="9" y="592"/>
                    <a:pt x="0" y="664"/>
                  </a:cubicBezTo>
                  <a:cubicBezTo>
                    <a:pt x="4" y="804"/>
                    <a:pt x="6" y="943"/>
                    <a:pt x="13" y="1083"/>
                  </a:cubicBezTo>
                  <a:cubicBezTo>
                    <a:pt x="19" y="1194"/>
                    <a:pt x="37" y="1342"/>
                    <a:pt x="157" y="1371"/>
                  </a:cubicBezTo>
                  <a:cubicBezTo>
                    <a:pt x="227" y="1367"/>
                    <a:pt x="297" y="1367"/>
                    <a:pt x="366" y="1358"/>
                  </a:cubicBezTo>
                  <a:cubicBezTo>
                    <a:pt x="444" y="1348"/>
                    <a:pt x="526" y="1313"/>
                    <a:pt x="602" y="1292"/>
                  </a:cubicBezTo>
                  <a:cubicBezTo>
                    <a:pt x="658" y="1277"/>
                    <a:pt x="716" y="1268"/>
                    <a:pt x="772" y="1253"/>
                  </a:cubicBezTo>
                  <a:cubicBezTo>
                    <a:pt x="799" y="1246"/>
                    <a:pt x="825" y="1236"/>
                    <a:pt x="851" y="1227"/>
                  </a:cubicBezTo>
                  <a:cubicBezTo>
                    <a:pt x="864" y="1223"/>
                    <a:pt x="890" y="1214"/>
                    <a:pt x="890" y="1214"/>
                  </a:cubicBezTo>
                  <a:cubicBezTo>
                    <a:pt x="899" y="1205"/>
                    <a:pt x="906" y="1195"/>
                    <a:pt x="916" y="1187"/>
                  </a:cubicBezTo>
                  <a:cubicBezTo>
                    <a:pt x="928" y="1177"/>
                    <a:pt x="944" y="1172"/>
                    <a:pt x="955" y="1161"/>
                  </a:cubicBezTo>
                  <a:cubicBezTo>
                    <a:pt x="966" y="1150"/>
                    <a:pt x="992" y="1133"/>
                    <a:pt x="981" y="1122"/>
                  </a:cubicBezTo>
                  <a:cubicBezTo>
                    <a:pt x="970" y="1111"/>
                    <a:pt x="955" y="1139"/>
                    <a:pt x="942" y="1148"/>
                  </a:cubicBezTo>
                  <a:cubicBezTo>
                    <a:pt x="925" y="1173"/>
                    <a:pt x="824" y="1286"/>
                    <a:pt x="916" y="1161"/>
                  </a:cubicBezTo>
                  <a:close/>
                </a:path>
              </a:pathLst>
            </a:custGeom>
            <a:noFill/>
            <a:ln w="19050" cap="flat" cmpd="sng">
              <a:solidFill>
                <a:srgbClr val="3333CC"/>
              </a:solidFill>
              <a:prstDash val="solid"/>
              <a:round/>
              <a:headEnd type="none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" name="Line 29">
              <a:extLst>
                <a:ext uri="{FF2B5EF4-FFF2-40B4-BE49-F238E27FC236}">
                  <a16:creationId xmlns:a16="http://schemas.microsoft.com/office/drawing/2014/main" id="{C715A9D6-C720-09D7-85D9-F37B6D80FE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2" y="3046"/>
              <a:ext cx="228" cy="59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37" name="Object 30">
              <a:extLst>
                <a:ext uri="{FF2B5EF4-FFF2-40B4-BE49-F238E27FC236}">
                  <a16:creationId xmlns:a16="http://schemas.microsoft.com/office/drawing/2014/main" id="{F6E3C5A2-6865-78C6-E2B9-930AA6E630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92" y="3050"/>
            <a:ext cx="122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253800" imgH="291960" progId="Equation.3">
                    <p:embed/>
                  </p:oleObj>
                </mc:Choice>
                <mc:Fallback>
                  <p:oleObj name="Equation" r:id="rId27" imgW="253800" imgH="291960" progId="Equation.3">
                    <p:embed/>
                    <p:pic>
                      <p:nvPicPr>
                        <p:cNvPr id="37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2" y="3050"/>
                          <a:ext cx="122" cy="1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8" name="Oval 7195">
            <a:extLst>
              <a:ext uri="{FF2B5EF4-FFF2-40B4-BE49-F238E27FC236}">
                <a16:creationId xmlns:a16="http://schemas.microsoft.com/office/drawing/2014/main" id="{17E11E31-22E0-EAB4-7824-EB65DF3CF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1680" y="3293882"/>
            <a:ext cx="381000" cy="381000"/>
          </a:xfrm>
          <a:prstGeom prst="ellipse">
            <a:avLst/>
          </a:prstGeom>
          <a:noFill/>
          <a:ln w="19050">
            <a:solidFill>
              <a:srgbClr val="CC00FF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9" name="Oval 7196">
            <a:extLst>
              <a:ext uri="{FF2B5EF4-FFF2-40B4-BE49-F238E27FC236}">
                <a16:creationId xmlns:a16="http://schemas.microsoft.com/office/drawing/2014/main" id="{55D452BB-990B-7A98-902B-9A5E26525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08242" y="3189107"/>
            <a:ext cx="582613" cy="582612"/>
          </a:xfrm>
          <a:prstGeom prst="ellipse">
            <a:avLst/>
          </a:prstGeom>
          <a:noFill/>
          <a:ln w="19050">
            <a:solidFill>
              <a:srgbClr val="336600"/>
            </a:solidFill>
            <a:round/>
            <a:headEnd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0" name="Object 7199">
            <a:extLst>
              <a:ext uri="{FF2B5EF4-FFF2-40B4-BE49-F238E27FC236}">
                <a16:creationId xmlns:a16="http://schemas.microsoft.com/office/drawing/2014/main" id="{2988BBA6-8543-FA85-86EE-BA88AF1DA78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171362" y="3059567"/>
          <a:ext cx="184150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368280" imgH="419040" progId="Equation.3">
                  <p:embed/>
                </p:oleObj>
              </mc:Choice>
              <mc:Fallback>
                <p:oleObj name="Equation" r:id="rId29" imgW="368280" imgH="419040" progId="Equation.3">
                  <p:embed/>
                  <p:pic>
                    <p:nvPicPr>
                      <p:cNvPr id="40" name="Object 7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1362" y="3059567"/>
                        <a:ext cx="184150" cy="20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7200">
            <a:extLst>
              <a:ext uri="{FF2B5EF4-FFF2-40B4-BE49-F238E27FC236}">
                <a16:creationId xmlns:a16="http://schemas.microsoft.com/office/drawing/2014/main" id="{4B9773EB-233E-26D2-1047-43BD9A95C6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09880" y="3044644"/>
          <a:ext cx="196850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93480" imgH="419040" progId="Equation.3">
                  <p:embed/>
                </p:oleObj>
              </mc:Choice>
              <mc:Fallback>
                <p:oleObj name="Equation" r:id="rId31" imgW="393480" imgH="419040" progId="Equation.3">
                  <p:embed/>
                  <p:pic>
                    <p:nvPicPr>
                      <p:cNvPr id="41" name="Object 7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9880" y="3044644"/>
                        <a:ext cx="196850" cy="20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060">
            <a:extLst>
              <a:ext uri="{FF2B5EF4-FFF2-40B4-BE49-F238E27FC236}">
                <a16:creationId xmlns:a16="http://schemas.microsoft.com/office/drawing/2014/main" id="{160F638A-3181-AC76-AB70-6D7876EC18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163724"/>
              </p:ext>
            </p:extLst>
          </p:nvPr>
        </p:nvGraphicFramePr>
        <p:xfrm>
          <a:off x="1343472" y="4437112"/>
          <a:ext cx="1574800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711000" imgH="444240" progId="Equation.DSMT4">
                  <p:embed/>
                </p:oleObj>
              </mc:Choice>
              <mc:Fallback>
                <p:oleObj name="Equation" r:id="rId33" imgW="711000" imgH="444240" progId="Equation.DSMT4">
                  <p:embed/>
                  <p:pic>
                    <p:nvPicPr>
                      <p:cNvPr id="42" name="Object 1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72" y="4437112"/>
                        <a:ext cx="1574800" cy="984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060">
            <a:extLst>
              <a:ext uri="{FF2B5EF4-FFF2-40B4-BE49-F238E27FC236}">
                <a16:creationId xmlns:a16="http://schemas.microsoft.com/office/drawing/2014/main" id="{755A3772-FF7A-C8EE-8044-B4131003DD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9590365"/>
              </p:ext>
            </p:extLst>
          </p:nvPr>
        </p:nvGraphicFramePr>
        <p:xfrm>
          <a:off x="2912794" y="4450425"/>
          <a:ext cx="3627438" cy="1039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638000" imgH="469800" progId="Equation.DSMT4">
                  <p:embed/>
                </p:oleObj>
              </mc:Choice>
              <mc:Fallback>
                <p:oleObj name="Equation" r:id="rId35" imgW="1638000" imgH="469800" progId="Equation.DSMT4">
                  <p:embed/>
                  <p:pic>
                    <p:nvPicPr>
                      <p:cNvPr id="43" name="Object 1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2794" y="4450425"/>
                        <a:ext cx="3627438" cy="1039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060">
            <a:extLst>
              <a:ext uri="{FF2B5EF4-FFF2-40B4-BE49-F238E27FC236}">
                <a16:creationId xmlns:a16="http://schemas.microsoft.com/office/drawing/2014/main" id="{3A93649A-C466-622C-910E-A51F6921FD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898611"/>
              </p:ext>
            </p:extLst>
          </p:nvPr>
        </p:nvGraphicFramePr>
        <p:xfrm>
          <a:off x="6540232" y="4716282"/>
          <a:ext cx="25892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168200" imgH="177480" progId="Equation.DSMT4">
                  <p:embed/>
                </p:oleObj>
              </mc:Choice>
              <mc:Fallback>
                <p:oleObj name="Equation" r:id="rId37" imgW="1168200" imgH="177480" progId="Equation.DSMT4">
                  <p:embed/>
                  <p:pic>
                    <p:nvPicPr>
                      <p:cNvPr id="45" name="Object 1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0232" y="4716282"/>
                        <a:ext cx="25892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060">
            <a:extLst>
              <a:ext uri="{FF2B5EF4-FFF2-40B4-BE49-F238E27FC236}">
                <a16:creationId xmlns:a16="http://schemas.microsoft.com/office/drawing/2014/main" id="{065887AE-AC34-03A9-5B56-C588C105E00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14347094"/>
              </p:ext>
            </p:extLst>
          </p:nvPr>
        </p:nvGraphicFramePr>
        <p:xfrm>
          <a:off x="9091900" y="4716282"/>
          <a:ext cx="84455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9" imgW="380880" imgH="177480" progId="Equation.DSMT4">
                  <p:embed/>
                </p:oleObj>
              </mc:Choice>
              <mc:Fallback>
                <p:oleObj name="Equation" r:id="rId39" imgW="380880" imgH="177480" progId="Equation.DSMT4">
                  <p:embed/>
                  <p:pic>
                    <p:nvPicPr>
                      <p:cNvPr id="46" name="Object 10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1900" y="4716282"/>
                        <a:ext cx="84455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内容占位符 3">
            <a:extLst>
              <a:ext uri="{FF2B5EF4-FFF2-40B4-BE49-F238E27FC236}">
                <a16:creationId xmlns:a16="http://schemas.microsoft.com/office/drawing/2014/main" id="{9C7FC5A0-684B-AD81-9145-02769FD827AF}"/>
              </a:ext>
            </a:extLst>
          </p:cNvPr>
          <p:cNvSpPr txBox="1">
            <a:spLocks/>
          </p:cNvSpPr>
          <p:nvPr/>
        </p:nvSpPr>
        <p:spPr>
          <a:xfrm>
            <a:off x="1343026" y="106363"/>
            <a:ext cx="3366940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柯西积分定理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2F446C3-06A7-AB8B-E2C5-E9A1341669E7}"/>
              </a:ext>
            </a:extLst>
          </p:cNvPr>
          <p:cNvSpPr txBox="1"/>
          <p:nvPr/>
        </p:nvSpPr>
        <p:spPr>
          <a:xfrm>
            <a:off x="1162050" y="5679622"/>
            <a:ext cx="8782493" cy="997712"/>
          </a:xfrm>
          <a:prstGeom prst="rect">
            <a:avLst/>
          </a:prstGeom>
          <a:ln w="19050">
            <a:solidFill>
              <a:srgbClr val="FF0000"/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复合闭路定理可以把大范围的不规则围道上的积分转化为</a:t>
            </a:r>
            <a:r>
              <a:rPr lang="zh-CN" altLang="en-US" sz="2800" b="1" kern="100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奇点周围的规则围道</a:t>
            </a:r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上的积分（的和）</a:t>
            </a:r>
            <a:r>
              <a:rPr lang="en-US" altLang="zh-CN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endParaRPr lang="zh-CN" altLang="en-US" sz="2800" b="1" kern="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3711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§3.2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教材第三章习题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en-US" altLang="zh-CN" sz="24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新媒体" id="{BAE83C62-4106-48E0-A95B-F9CDF60BF136}" vid="{36713D1B-FDED-4763-94C7-0BAE0371715C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163</Words>
  <Application>Microsoft Office PowerPoint</Application>
  <PresentationFormat>宽屏</PresentationFormat>
  <Paragraphs>29</Paragraphs>
  <Slides>15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等线</vt:lpstr>
      <vt:lpstr>等线 Light</vt:lpstr>
      <vt:lpstr>楷体</vt:lpstr>
      <vt:lpstr>Arial</vt:lpstr>
      <vt:lpstr>Calibri</vt:lpstr>
      <vt:lpstr>Calibri Light</vt:lpstr>
      <vt:lpstr>Times New Roman</vt:lpstr>
      <vt:lpstr>Office 主题​​</vt:lpstr>
      <vt:lpstr>新媒体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58</cp:revision>
  <dcterms:created xsi:type="dcterms:W3CDTF">2025-07-28T07:36:59Z</dcterms:created>
  <dcterms:modified xsi:type="dcterms:W3CDTF">2025-10-29T02:29:39Z</dcterms:modified>
</cp:coreProperties>
</file>