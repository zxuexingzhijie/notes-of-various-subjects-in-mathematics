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524" r:id="rId3"/>
    <p:sldId id="907" r:id="rId4"/>
    <p:sldId id="908" r:id="rId5"/>
    <p:sldId id="910" r:id="rId6"/>
    <p:sldId id="970" r:id="rId7"/>
    <p:sldId id="966" r:id="rId8"/>
    <p:sldId id="967" r:id="rId9"/>
    <p:sldId id="968" r:id="rId10"/>
    <p:sldId id="911" r:id="rId11"/>
    <p:sldId id="971" r:id="rId12"/>
    <p:sldId id="964" r:id="rId13"/>
    <p:sldId id="912" r:id="rId14"/>
    <p:sldId id="913" r:id="rId15"/>
    <p:sldId id="914" r:id="rId16"/>
    <p:sldId id="915" r:id="rId17"/>
    <p:sldId id="916" r:id="rId18"/>
    <p:sldId id="963" r:id="rId19"/>
    <p:sldId id="920" r:id="rId20"/>
    <p:sldId id="921" r:id="rId21"/>
    <p:sldId id="922" r:id="rId22"/>
    <p:sldId id="923" r:id="rId23"/>
    <p:sldId id="924" r:id="rId24"/>
    <p:sldId id="68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7E4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1E89F-0CBF-4968-9F9C-AAB55E6DC6F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CD061-389D-438F-A637-5628C0E1DB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1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93.emf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095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CD061-389D-438F-A637-5628C0E1DB00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4849523-CCAB-FEBD-1C9A-4D6B89911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743721"/>
              </p:ext>
            </p:extLst>
          </p:nvPr>
        </p:nvGraphicFramePr>
        <p:xfrm>
          <a:off x="1654175" y="4356100"/>
          <a:ext cx="3549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49505" imgH="431295" progId="Equation.DSMT4">
                  <p:embed/>
                </p:oleObj>
              </mc:Choice>
              <mc:Fallback>
                <p:oleObj name="Equation" r:id="rId3" imgW="3549505" imgH="431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4175" y="4356100"/>
                        <a:ext cx="35496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01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E9AF9-C84A-B9B3-6300-FBAAAAEA1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E059A-76CF-11DE-5E09-7443F1C28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9BC78-351A-674F-9991-2966D20F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51F901-B016-C6AA-87E0-4F918D4C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DF76F-0CF2-08BD-58E7-92B25892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78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03CC8-C57A-12A6-B5A4-8C5B728F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F6822-D98E-A01A-6C2F-FB2F6640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32CA1-C8D1-6162-D8E9-810CA6A3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44EBB-37F3-E8F9-BF19-826B80BA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33E92E-CAFF-9831-81A2-0DFFE488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79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32AF8-4336-85B2-5001-376F0D916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EC939A-28F3-A192-958F-422579C78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0BBAB-4828-8CC1-6597-91AE8BBC9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29D01-1E75-27FE-F3BA-D79EACDA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187B2-B5D2-2382-DBAF-6C8D32F2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3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76B49-C2D1-A65B-0B18-27FCC952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71F06-51CB-F2E9-356A-90ABD72CC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623EF-C94F-0BC3-99F7-EE4A01E52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A0177-F2DA-E582-0BC2-F438BB19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51357D-421F-F5A7-BE0D-C75E36CA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992474-9590-E8D8-9DD2-07D9B93B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31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C132D-B4EF-8D1D-C432-45E2F9E7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CDA0B7-79DE-1292-5BE7-E7442B31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0E3CC4-2405-B1D8-11F3-4D980F604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A79B46-48FB-1BD6-A555-93326F4A1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29024D-D1AB-EA4D-73E5-84F46E3D6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B55FD1-8A37-BF4A-C53B-42CEC2CB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47284E-6140-11AB-E077-0968A384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90F541-78BF-24DC-81EB-8A083ED9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38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DCE2E-31B8-D8D2-5A17-3175805C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07E519-6DE1-54F2-6274-D565411B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F7DD46-E695-D2AD-E074-061B5C80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2B3E43-FBD8-0883-11D6-A638825C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1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D6E216-CC72-31D1-3506-318C95F4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23F698-E740-B1DE-54B1-ED574281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83B575-95AA-81DD-8609-120D5B19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6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9BDBC-4995-079A-1595-7A508B5B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713E9-A196-1C83-9C2A-2D3F01B2F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1A6C17-29C1-0CC7-05D3-07342FDCF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8A6D25-3998-3729-B0F6-50B1CC80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B67E5-F99E-B4F2-ED51-7B08827E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ED980B-A864-B138-458B-322B1B50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76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7A666-4B8A-11A4-E4F9-341377D1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0CBD02-5FD8-A401-AEF1-027776913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889E99-294C-6325-03D4-FB10D571A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1B5ED5-9B68-75C5-3596-E4C879B9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DD0619-9D1E-8690-6C13-9F657B71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B567BD-9E92-E7B2-DAD1-EE8A8C8A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25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3D551-DFB9-E062-3556-77BCBCE8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25FC03-54E1-44D8-75D2-0E713851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0105B-395D-B8E6-E71E-08E0B708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6E29F-AB27-2D28-98A3-F4294DF7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CEF20-4108-1F28-41F3-15A01F70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38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C894BF-3688-3551-2869-DB9E69B34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709B8-ACDB-EB57-8CDC-5B53887C2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22EFC7-EA2D-8ECB-D8A2-39E97382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A23C5-17DB-7E1D-5A10-749F0A6C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AD5BF-0F66-1969-5663-9F4885EB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651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33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990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030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616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493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96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732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724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07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9726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97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6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B77909-92D6-4CA1-49C0-F484AE8F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8A617-60D2-0F3B-B1FF-386B8405D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EA6C6-391C-B23C-2A3B-DF54575B2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C03D8-189B-4607-A05B-1DFAE3A80354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1BA1B-66BA-C538-3FA0-A2DA92C97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DF6CA-3565-D518-7A1C-4903FBA0A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7EFF-E078-4D7D-A8BA-634E0163E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25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2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4.bin"/><Relationship Id="rId3" Type="http://schemas.openxmlformats.org/officeDocument/2006/relationships/oleObject" Target="../embeddings/oleObject10.bin"/><Relationship Id="rId21" Type="http://schemas.openxmlformats.org/officeDocument/2006/relationships/image" Target="../media/image21.wmf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.wmf"/><Relationship Id="rId20" Type="http://schemas.openxmlformats.org/officeDocument/2006/relationships/oleObject" Target="../embeddings/oleObject20.bin"/><Relationship Id="rId1" Type="http://schemas.openxmlformats.org/officeDocument/2006/relationships/tags" Target="../tags/tag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24" Type="http://schemas.openxmlformats.org/officeDocument/2006/relationships/oleObject" Target="../embeddings/oleObject22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22.wmf"/><Relationship Id="rId28" Type="http://schemas.openxmlformats.org/officeDocument/2006/relationships/image" Target="../media/image23.wmf"/><Relationship Id="rId10" Type="http://schemas.openxmlformats.org/officeDocument/2006/relationships/image" Target="../media/image17.wmf"/><Relationship Id="rId19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8.wmf"/><Relationship Id="rId22" Type="http://schemas.openxmlformats.org/officeDocument/2006/relationships/oleObject" Target="../embeddings/oleObject21.bin"/><Relationship Id="rId27" Type="http://schemas.openxmlformats.org/officeDocument/2006/relationships/oleObject" Target="../embeddings/oleObject2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7.wmf"/><Relationship Id="rId26" Type="http://schemas.openxmlformats.org/officeDocument/2006/relationships/image" Target="../media/image3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29" Type="http://schemas.openxmlformats.org/officeDocument/2006/relationships/oleObject" Target="../embeddings/oleObject35.bin"/><Relationship Id="rId1" Type="http://schemas.openxmlformats.org/officeDocument/2006/relationships/tags" Target="../tags/tag3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0.wmf"/><Relationship Id="rId32" Type="http://schemas.openxmlformats.org/officeDocument/2006/relationships/image" Target="../media/image34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32.wmf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3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0.e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2.wmf"/><Relationship Id="rId1" Type="http://schemas.openxmlformats.org/officeDocument/2006/relationships/tags" Target="../tags/tag5.x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2.e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52.bin"/><Relationship Id="rId7" Type="http://schemas.openxmlformats.org/officeDocument/2006/relationships/image" Target="../media/image46.emf"/><Relationship Id="rId12" Type="http://schemas.openxmlformats.org/officeDocument/2006/relationships/image" Target="../media/image49.e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1.emf"/><Relationship Id="rId20" Type="http://schemas.openxmlformats.org/officeDocument/2006/relationships/image" Target="../media/image53.wmf"/><Relationship Id="rId1" Type="http://schemas.openxmlformats.org/officeDocument/2006/relationships/tags" Target="../tags/tag6.x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6.e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9.bin"/><Relationship Id="rId23" Type="http://schemas.openxmlformats.org/officeDocument/2006/relationships/image" Target="../media/image55.emf"/><Relationship Id="rId10" Type="http://schemas.openxmlformats.org/officeDocument/2006/relationships/image" Target="../media/image48.e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0.emf"/><Relationship Id="rId22" Type="http://schemas.openxmlformats.org/officeDocument/2006/relationships/image" Target="../media/image5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13" Type="http://schemas.openxmlformats.org/officeDocument/2006/relationships/image" Target="../media/image62.emf"/><Relationship Id="rId18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21" Type="http://schemas.openxmlformats.org/officeDocument/2006/relationships/image" Target="../media/image66.wmf"/><Relationship Id="rId7" Type="http://schemas.openxmlformats.org/officeDocument/2006/relationships/oleObject" Target="../embeddings/oleObject40.bin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4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tags" Target="../tags/tag7.xml"/><Relationship Id="rId6" Type="http://schemas.openxmlformats.org/officeDocument/2006/relationships/image" Target="../media/image58.emf"/><Relationship Id="rId11" Type="http://schemas.openxmlformats.org/officeDocument/2006/relationships/image" Target="../media/image61.emf"/><Relationship Id="rId5" Type="http://schemas.openxmlformats.org/officeDocument/2006/relationships/oleObject" Target="../embeddings/oleObject54.bin"/><Relationship Id="rId15" Type="http://schemas.openxmlformats.org/officeDocument/2006/relationships/image" Target="../media/image63.emf"/><Relationship Id="rId10" Type="http://schemas.openxmlformats.org/officeDocument/2006/relationships/image" Target="../media/image60.emf"/><Relationship Id="rId19" Type="http://schemas.openxmlformats.org/officeDocument/2006/relationships/image" Target="../media/image65.w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5.bin"/><Relationship Id="rId14" Type="http://schemas.openxmlformats.org/officeDocument/2006/relationships/oleObject" Target="../embeddings/oleObject4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4.wmf"/><Relationship Id="rId26" Type="http://schemas.openxmlformats.org/officeDocument/2006/relationships/oleObject" Target="../embeddings/oleObject72.bin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67.bin"/><Relationship Id="rId25" Type="http://schemas.openxmlformats.org/officeDocument/2006/relationships/image" Target="../media/image77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tags" Target="../tags/tag8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4.bin"/><Relationship Id="rId24" Type="http://schemas.openxmlformats.org/officeDocument/2006/relationships/oleObject" Target="../embeddings/oleObject71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Relationship Id="rId27" Type="http://schemas.openxmlformats.org/officeDocument/2006/relationships/image" Target="../media/image7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81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91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9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tags" Target="../tags/tag10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23" Type="http://schemas.openxmlformats.org/officeDocument/2006/relationships/image" Target="../media/image92.e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7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6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9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2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4.wmf"/><Relationship Id="rId1" Type="http://schemas.openxmlformats.org/officeDocument/2006/relationships/tags" Target="../tags/tag12.x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image" Target="../media/image111.png"/><Relationship Id="rId18" Type="http://schemas.openxmlformats.org/officeDocument/2006/relationships/oleObject" Target="../embeddings/oleObject43.bin"/><Relationship Id="rId3" Type="http://schemas.openxmlformats.org/officeDocument/2006/relationships/oleObject" Target="../embeddings/oleObject39.bin"/><Relationship Id="rId21" Type="http://schemas.openxmlformats.org/officeDocument/2006/relationships/image" Target="../media/image42.wmf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10.emf"/><Relationship Id="rId17" Type="http://schemas.openxmlformats.org/officeDocument/2006/relationships/image" Target="../media/image115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4.emf"/><Relationship Id="rId20" Type="http://schemas.openxmlformats.org/officeDocument/2006/relationships/oleObject" Target="../embeddings/oleObject44.bin"/><Relationship Id="rId1" Type="http://schemas.openxmlformats.org/officeDocument/2006/relationships/tags" Target="../tags/tag13.xml"/><Relationship Id="rId6" Type="http://schemas.openxmlformats.org/officeDocument/2006/relationships/image" Target="../media/image106.emf"/><Relationship Id="rId11" Type="http://schemas.openxmlformats.org/officeDocument/2006/relationships/image" Target="../media/image109.emf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113.emf"/><Relationship Id="rId23" Type="http://schemas.openxmlformats.org/officeDocument/2006/relationships/image" Target="../media/image116.wmf"/><Relationship Id="rId10" Type="http://schemas.openxmlformats.org/officeDocument/2006/relationships/image" Target="../media/image108.emf"/><Relationship Id="rId19" Type="http://schemas.openxmlformats.org/officeDocument/2006/relationships/image" Target="../media/image41.wmf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12.emf"/><Relationship Id="rId22" Type="http://schemas.openxmlformats.org/officeDocument/2006/relationships/oleObject" Target="../embeddings/oleObject101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21.emf"/><Relationship Id="rId26" Type="http://schemas.openxmlformats.org/officeDocument/2006/relationships/image" Target="../media/image125.emf"/><Relationship Id="rId21" Type="http://schemas.openxmlformats.org/officeDocument/2006/relationships/oleObject" Target="../embeddings/oleObject108.bin"/><Relationship Id="rId34" Type="http://schemas.openxmlformats.org/officeDocument/2006/relationships/image" Target="../media/image129.emf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18.e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33" Type="http://schemas.openxmlformats.org/officeDocument/2006/relationships/oleObject" Target="../embeddings/oleObject94.bin"/><Relationship Id="rId38" Type="http://schemas.openxmlformats.org/officeDocument/2006/relationships/image" Target="../media/image13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29" Type="http://schemas.openxmlformats.org/officeDocument/2006/relationships/oleObject" Target="../embeddings/oleObject112.bin"/><Relationship Id="rId1" Type="http://schemas.openxmlformats.org/officeDocument/2006/relationships/tags" Target="../tags/tag14.x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24.emf"/><Relationship Id="rId32" Type="http://schemas.openxmlformats.org/officeDocument/2006/relationships/image" Target="../media/image128.emf"/><Relationship Id="rId37" Type="http://schemas.openxmlformats.org/officeDocument/2006/relationships/oleObject" Target="../embeddings/oleObject114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126.emf"/><Relationship Id="rId36" Type="http://schemas.openxmlformats.org/officeDocument/2006/relationships/image" Target="../media/image53.wmf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107.bin"/><Relationship Id="rId31" Type="http://schemas.openxmlformats.org/officeDocument/2006/relationships/oleObject" Target="../embeddings/oleObject113.bin"/><Relationship Id="rId4" Type="http://schemas.openxmlformats.org/officeDocument/2006/relationships/image" Target="../media/image44.emf"/><Relationship Id="rId9" Type="http://schemas.openxmlformats.org/officeDocument/2006/relationships/image" Target="../media/image55.emf"/><Relationship Id="rId14" Type="http://schemas.openxmlformats.org/officeDocument/2006/relationships/image" Target="../media/image119.emf"/><Relationship Id="rId22" Type="http://schemas.openxmlformats.org/officeDocument/2006/relationships/image" Target="../media/image123.emf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127.emf"/><Relationship Id="rId35" Type="http://schemas.openxmlformats.org/officeDocument/2006/relationships/oleObject" Target="../embeddings/oleObject51.bin"/><Relationship Id="rId8" Type="http://schemas.openxmlformats.org/officeDocument/2006/relationships/image" Target="../media/image117.emf"/><Relationship Id="rId3" Type="http://schemas.openxmlformats.org/officeDocument/2006/relationships/oleObject" Target="../embeddings/oleObject3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33.e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1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e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42.emf"/><Relationship Id="rId26" Type="http://schemas.openxmlformats.org/officeDocument/2006/relationships/image" Target="../media/image146.emf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8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39.e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1.emf"/><Relationship Id="rId20" Type="http://schemas.openxmlformats.org/officeDocument/2006/relationships/image" Target="../media/image143.emf"/><Relationship Id="rId29" Type="http://schemas.openxmlformats.org/officeDocument/2006/relationships/oleObject" Target="../embeddings/oleObject132.bin"/><Relationship Id="rId1" Type="http://schemas.openxmlformats.org/officeDocument/2006/relationships/tags" Target="../tags/tag16.xml"/><Relationship Id="rId6" Type="http://schemas.openxmlformats.org/officeDocument/2006/relationships/image" Target="../media/image136.e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45.emf"/><Relationship Id="rId32" Type="http://schemas.openxmlformats.org/officeDocument/2006/relationships/image" Target="../media/image104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47.emf"/><Relationship Id="rId10" Type="http://schemas.openxmlformats.org/officeDocument/2006/relationships/image" Target="../media/image138.emf"/><Relationship Id="rId19" Type="http://schemas.openxmlformats.org/officeDocument/2006/relationships/oleObject" Target="../embeddings/oleObject127.bin"/><Relationship Id="rId31" Type="http://schemas.openxmlformats.org/officeDocument/2006/relationships/oleObject" Target="../embeddings/oleObject98.bin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40.emf"/><Relationship Id="rId22" Type="http://schemas.openxmlformats.org/officeDocument/2006/relationships/image" Target="../media/image144.e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148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image" Target="../media/image154.emf"/><Relationship Id="rId18" Type="http://schemas.openxmlformats.org/officeDocument/2006/relationships/image" Target="../media/image157.wmf"/><Relationship Id="rId3" Type="http://schemas.openxmlformats.org/officeDocument/2006/relationships/oleObject" Target="../embeddings/oleObject133.bin"/><Relationship Id="rId21" Type="http://schemas.openxmlformats.org/officeDocument/2006/relationships/image" Target="../media/image159.emf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6.bin"/><Relationship Id="rId17" Type="http://schemas.openxmlformats.org/officeDocument/2006/relationships/oleObject" Target="../embeddings/oleObject138.bin"/><Relationship Id="rId25" Type="http://schemas.openxmlformats.org/officeDocument/2006/relationships/image" Target="../media/image16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56.emf"/><Relationship Id="rId20" Type="http://schemas.openxmlformats.org/officeDocument/2006/relationships/image" Target="../media/image158.emf"/><Relationship Id="rId1" Type="http://schemas.openxmlformats.org/officeDocument/2006/relationships/tags" Target="../tags/tag17.xml"/><Relationship Id="rId6" Type="http://schemas.openxmlformats.org/officeDocument/2006/relationships/image" Target="../media/image150.emf"/><Relationship Id="rId11" Type="http://schemas.openxmlformats.org/officeDocument/2006/relationships/image" Target="../media/image153.emf"/><Relationship Id="rId24" Type="http://schemas.openxmlformats.org/officeDocument/2006/relationships/oleObject" Target="../embeddings/oleObject141.bin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155.emf"/><Relationship Id="rId23" Type="http://schemas.openxmlformats.org/officeDocument/2006/relationships/image" Target="../media/image160.wmf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139.bin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35.bin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169.emf"/><Relationship Id="rId26" Type="http://schemas.openxmlformats.org/officeDocument/2006/relationships/image" Target="../media/image173.e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0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66.e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68.emf"/><Relationship Id="rId20" Type="http://schemas.openxmlformats.org/officeDocument/2006/relationships/image" Target="../media/image170.wmf"/><Relationship Id="rId1" Type="http://schemas.openxmlformats.org/officeDocument/2006/relationships/tags" Target="../tags/tag18.x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74.e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62.e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67.e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15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13" Type="http://schemas.openxmlformats.org/officeDocument/2006/relationships/image" Target="../media/image180.emf"/><Relationship Id="rId18" Type="http://schemas.openxmlformats.org/officeDocument/2006/relationships/image" Target="../media/image183.emf"/><Relationship Id="rId26" Type="http://schemas.openxmlformats.org/officeDocument/2006/relationships/oleObject" Target="../embeddings/oleObject42.bin"/><Relationship Id="rId3" Type="http://schemas.openxmlformats.org/officeDocument/2006/relationships/oleObject" Target="../embeddings/oleObject154.bin"/><Relationship Id="rId21" Type="http://schemas.openxmlformats.org/officeDocument/2006/relationships/image" Target="../media/image185.emf"/><Relationship Id="rId7" Type="http://schemas.openxmlformats.org/officeDocument/2006/relationships/oleObject" Target="../embeddings/oleObject40.bin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111.png"/><Relationship Id="rId25" Type="http://schemas.openxmlformats.org/officeDocument/2006/relationships/image" Target="../media/image187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2.emf"/><Relationship Id="rId20" Type="http://schemas.openxmlformats.org/officeDocument/2006/relationships/oleObject" Target="../embeddings/oleObject158.bin"/><Relationship Id="rId1" Type="http://schemas.openxmlformats.org/officeDocument/2006/relationships/tags" Target="../tags/tag19.xml"/><Relationship Id="rId6" Type="http://schemas.openxmlformats.org/officeDocument/2006/relationships/image" Target="../media/image176.emf"/><Relationship Id="rId11" Type="http://schemas.openxmlformats.org/officeDocument/2006/relationships/image" Target="../media/image179.emf"/><Relationship Id="rId24" Type="http://schemas.openxmlformats.org/officeDocument/2006/relationships/oleObject" Target="../embeddings/oleObject160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57.bin"/><Relationship Id="rId23" Type="http://schemas.openxmlformats.org/officeDocument/2006/relationships/image" Target="../media/image186.wmf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84.emf"/><Relationship Id="rId4" Type="http://schemas.openxmlformats.org/officeDocument/2006/relationships/image" Target="../media/image175.emf"/><Relationship Id="rId9" Type="http://schemas.openxmlformats.org/officeDocument/2006/relationships/image" Target="../media/image178.emf"/><Relationship Id="rId14" Type="http://schemas.openxmlformats.org/officeDocument/2006/relationships/image" Target="../media/image181.emf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8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98.emf"/><Relationship Id="rId3" Type="http://schemas.openxmlformats.org/officeDocument/2006/relationships/oleObject" Target="../embeddings/oleObject154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194.e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7.emf"/><Relationship Id="rId20" Type="http://schemas.openxmlformats.org/officeDocument/2006/relationships/image" Target="../media/image199.emf"/><Relationship Id="rId1" Type="http://schemas.openxmlformats.org/officeDocument/2006/relationships/tags" Target="../tags/tag20.xml"/><Relationship Id="rId6" Type="http://schemas.openxmlformats.org/officeDocument/2006/relationships/image" Target="../media/image190.emf"/><Relationship Id="rId11" Type="http://schemas.openxmlformats.org/officeDocument/2006/relationships/image" Target="../media/image193.emf"/><Relationship Id="rId24" Type="http://schemas.openxmlformats.org/officeDocument/2006/relationships/image" Target="../media/image201.wmf"/><Relationship Id="rId5" Type="http://schemas.openxmlformats.org/officeDocument/2006/relationships/oleObject" Target="../embeddings/oleObject161.bin"/><Relationship Id="rId15" Type="http://schemas.openxmlformats.org/officeDocument/2006/relationships/image" Target="../media/image196.emf"/><Relationship Id="rId23" Type="http://schemas.openxmlformats.org/officeDocument/2006/relationships/oleObject" Target="../embeddings/oleObject167.bin"/><Relationship Id="rId10" Type="http://schemas.openxmlformats.org/officeDocument/2006/relationships/oleObject" Target="../embeddings/oleObject162.bin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89.emf"/><Relationship Id="rId9" Type="http://schemas.openxmlformats.org/officeDocument/2006/relationships/image" Target="../media/image192.emf"/><Relationship Id="rId14" Type="http://schemas.openxmlformats.org/officeDocument/2006/relationships/image" Target="../media/image195.emf"/><Relationship Id="rId22" Type="http://schemas.openxmlformats.org/officeDocument/2006/relationships/image" Target="../media/image20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206.emf"/><Relationship Id="rId17" Type="http://schemas.openxmlformats.org/officeDocument/2006/relationships/image" Target="../media/image209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08.emf"/><Relationship Id="rId1" Type="http://schemas.openxmlformats.org/officeDocument/2006/relationships/tags" Target="../tags/tag21.xml"/><Relationship Id="rId6" Type="http://schemas.openxmlformats.org/officeDocument/2006/relationships/image" Target="../media/image203.e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10" Type="http://schemas.openxmlformats.org/officeDocument/2006/relationships/image" Target="../media/image205.wmf"/><Relationship Id="rId4" Type="http://schemas.openxmlformats.org/officeDocument/2006/relationships/image" Target="../media/image202.e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20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2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878" y="2949317"/>
            <a:ext cx="96130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第五章 解析函数的洛朗展式与孤立奇点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B3C429B-0E6F-A0D7-5AE8-37386B97AFCE}"/>
              </a:ext>
            </a:extLst>
          </p:cNvPr>
          <p:cNvSpPr txBox="1"/>
          <p:nvPr/>
        </p:nvSpPr>
        <p:spPr>
          <a:xfrm>
            <a:off x="3755790" y="3884666"/>
            <a:ext cx="4823613" cy="36207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5.2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解析函数的孤立奇点</a:t>
            </a:r>
          </a:p>
        </p:txBody>
      </p:sp>
    </p:spTree>
    <p:extLst>
      <p:ext uri="{BB962C8B-B14F-4D97-AF65-F5344CB8AC3E}">
        <p14:creationId xmlns:p14="http://schemas.microsoft.com/office/powerpoint/2010/main" val="245883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04578" y="912361"/>
            <a:ext cx="4314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一、孤立奇点及其分类   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2562088" y="2966035"/>
            <a:ext cx="4232275" cy="457200"/>
            <a:chOff x="852" y="1164"/>
            <a:chExt cx="2666" cy="288"/>
          </a:xfrm>
        </p:grpSpPr>
        <p:sp>
          <p:nvSpPr>
            <p:cNvPr id="7" name="Rectangle 35"/>
            <p:cNvSpPr>
              <a:spLocks noChangeArrowheads="1"/>
            </p:cNvSpPr>
            <p:nvPr/>
          </p:nvSpPr>
          <p:spPr bwMode="auto">
            <a:xfrm>
              <a:off x="852" y="1164"/>
              <a:ext cx="26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邻域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  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内解析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   </a:t>
              </a:r>
            </a:p>
          </p:txBody>
        </p: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1336" y="1200"/>
              <a:ext cx="1132" cy="240"/>
              <a:chOff x="3016" y="648"/>
              <a:chExt cx="1132" cy="240"/>
            </a:xfrm>
          </p:grpSpPr>
          <p:graphicFrame>
            <p:nvGraphicFramePr>
              <p:cNvPr id="9" name="Object 10"/>
              <p:cNvGraphicFramePr>
                <a:graphicFrameLocks/>
              </p:cNvGraphicFramePr>
              <p:nvPr/>
            </p:nvGraphicFramePr>
            <p:xfrm>
              <a:off x="3016" y="648"/>
              <a:ext cx="95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1523880" imgH="380880" progId="Equation.3">
                      <p:embed/>
                    </p:oleObj>
                  </mc:Choice>
                  <mc:Fallback>
                    <p:oleObj name="公式" r:id="rId3" imgW="1523880" imgH="380880" progId="Equation.3">
                      <p:embed/>
                      <p:pic>
                        <p:nvPicPr>
                          <p:cNvPr id="9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6" y="648"/>
                            <a:ext cx="959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24"/>
              <p:cNvGraphicFramePr>
                <a:graphicFrameLocks/>
              </p:cNvGraphicFramePr>
              <p:nvPr/>
            </p:nvGraphicFramePr>
            <p:xfrm>
              <a:off x="4004" y="679"/>
              <a:ext cx="14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28600" imgH="279360" progId="Equation.3">
                      <p:embed/>
                    </p:oleObj>
                  </mc:Choice>
                  <mc:Fallback>
                    <p:oleObj name="公式" r:id="rId5" imgW="228600" imgH="279360" progId="Equation.3">
                      <p:embed/>
                      <p:pic>
                        <p:nvPicPr>
                          <p:cNvPr id="10" name="Object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4" y="679"/>
                            <a:ext cx="144" cy="1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" name="Group 49"/>
          <p:cNvGrpSpPr>
            <a:grpSpLocks/>
          </p:cNvGrpSpPr>
          <p:nvPr/>
        </p:nvGrpSpPr>
        <p:grpSpPr bwMode="auto">
          <a:xfrm>
            <a:off x="6321287" y="2969212"/>
            <a:ext cx="4000500" cy="461963"/>
            <a:chOff x="3220" y="1166"/>
            <a:chExt cx="2520" cy="291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3220" y="1166"/>
              <a:ext cx="25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则称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孤立奇点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13" name="Object 1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33165710"/>
                </p:ext>
              </p:extLst>
            </p:nvPr>
          </p:nvGraphicFramePr>
          <p:xfrm>
            <a:off x="4081" y="1218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34680" imgH="342720" progId="Equation.DSMT4">
                    <p:embed/>
                  </p:oleObj>
                </mc:Choice>
                <mc:Fallback>
                  <p:oleObj name="Equation" r:id="rId7" imgW="634680" imgH="342720" progId="Equation.DSMT4">
                    <p:embed/>
                    <p:pic>
                      <p:nvPicPr>
                        <p:cNvPr id="13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" y="1218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1"/>
            <p:cNvGraphicFramePr>
              <a:graphicFrameLocks/>
            </p:cNvGraphicFramePr>
            <p:nvPr/>
          </p:nvGraphicFramePr>
          <p:xfrm>
            <a:off x="3687" y="1188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14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1188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5460863" y="2354849"/>
            <a:ext cx="4652963" cy="460375"/>
            <a:chOff x="2678" y="779"/>
            <a:chExt cx="2931" cy="290"/>
          </a:xfrm>
        </p:grpSpPr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904" y="779"/>
              <a:ext cx="17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使得         在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去心    </a:t>
              </a:r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2678" y="781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若存在   </a:t>
              </a:r>
            </a:p>
          </p:txBody>
        </p:sp>
        <p:graphicFrame>
          <p:nvGraphicFramePr>
            <p:cNvPr id="18" name="Object 30"/>
            <p:cNvGraphicFramePr>
              <a:graphicFrameLocks/>
            </p:cNvGraphicFramePr>
            <p:nvPr/>
          </p:nvGraphicFramePr>
          <p:xfrm>
            <a:off x="3349" y="838"/>
            <a:ext cx="50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799920" imgH="342720" progId="Equation.3">
                    <p:embed/>
                  </p:oleObj>
                </mc:Choice>
                <mc:Fallback>
                  <p:oleObj name="公式" r:id="rId11" imgW="799920" imgH="342720" progId="Equation.3">
                    <p:embed/>
                    <p:pic>
                      <p:nvPicPr>
                        <p:cNvPr id="18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9" y="838"/>
                          <a:ext cx="50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3"/>
            <p:cNvGraphicFramePr>
              <a:graphicFrameLocks/>
            </p:cNvGraphicFramePr>
            <p:nvPr/>
          </p:nvGraphicFramePr>
          <p:xfrm>
            <a:off x="4362" y="821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0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2" y="821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46"/>
          <p:cNvGrpSpPr>
            <a:grpSpLocks/>
          </p:cNvGrpSpPr>
          <p:nvPr/>
        </p:nvGrpSpPr>
        <p:grpSpPr bwMode="auto">
          <a:xfrm>
            <a:off x="1738175" y="2358024"/>
            <a:ext cx="4144962" cy="465137"/>
            <a:chOff x="333" y="781"/>
            <a:chExt cx="2611" cy="293"/>
          </a:xfrm>
        </p:grpSpPr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33" y="782"/>
              <a:ext cx="65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854" y="781"/>
              <a:ext cx="20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为         的奇点，   </a:t>
              </a:r>
            </a:p>
          </p:txBody>
        </p:sp>
        <p:graphicFrame>
          <p:nvGraphicFramePr>
            <p:cNvPr id="24" name="Object 32"/>
            <p:cNvGraphicFramePr>
              <a:graphicFrameLocks/>
            </p:cNvGraphicFramePr>
            <p:nvPr/>
          </p:nvGraphicFramePr>
          <p:xfrm>
            <a:off x="1148" y="791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79360" imgH="380880" progId="Equation.3">
                    <p:embed/>
                  </p:oleObj>
                </mc:Choice>
                <mc:Fallback>
                  <p:oleObj name="公式" r:id="rId13" imgW="279360" imgH="380880" progId="Equation.3">
                    <p:embed/>
                    <p:pic>
                      <p:nvPicPr>
                        <p:cNvPr id="24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8" y="791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4"/>
            <p:cNvGraphicFramePr>
              <a:graphicFrameLocks/>
            </p:cNvGraphicFramePr>
            <p:nvPr/>
          </p:nvGraphicFramePr>
          <p:xfrm>
            <a:off x="1553" y="826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5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826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50"/>
          <p:cNvGrpSpPr>
            <a:grpSpLocks/>
          </p:cNvGrpSpPr>
          <p:nvPr/>
        </p:nvGrpSpPr>
        <p:grpSpPr bwMode="auto">
          <a:xfrm>
            <a:off x="1738175" y="3876586"/>
            <a:ext cx="2549526" cy="736600"/>
            <a:chOff x="234" y="1712"/>
            <a:chExt cx="1606" cy="464"/>
          </a:xfrm>
        </p:grpSpPr>
        <p:sp>
          <p:nvSpPr>
            <p:cNvPr id="27" name="Rectangle 36"/>
            <p:cNvSpPr>
              <a:spLocks noChangeArrowheads="1"/>
            </p:cNvSpPr>
            <p:nvPr/>
          </p:nvSpPr>
          <p:spPr bwMode="auto">
            <a:xfrm>
              <a:off x="234" y="1806"/>
              <a:ext cx="6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28" name="Object 38"/>
            <p:cNvGraphicFramePr>
              <a:graphicFrameLocks/>
            </p:cNvGraphicFramePr>
            <p:nvPr/>
          </p:nvGraphicFramePr>
          <p:xfrm>
            <a:off x="743" y="1712"/>
            <a:ext cx="1097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739880" imgH="736560" progId="Equation.3">
                    <p:embed/>
                  </p:oleObj>
                </mc:Choice>
                <mc:Fallback>
                  <p:oleObj name="公式" r:id="rId15" imgW="1739880" imgH="736560" progId="Equation.3">
                    <p:embed/>
                    <p:pic>
                      <p:nvPicPr>
                        <p:cNvPr id="28" name="Object 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3" y="1712"/>
                          <a:ext cx="1097" cy="4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51"/>
          <p:cNvGrpSpPr>
            <a:grpSpLocks/>
          </p:cNvGrpSpPr>
          <p:nvPr/>
        </p:nvGrpSpPr>
        <p:grpSpPr bwMode="auto">
          <a:xfrm>
            <a:off x="4509949" y="3984539"/>
            <a:ext cx="2560638" cy="461963"/>
            <a:chOff x="1980" y="1780"/>
            <a:chExt cx="1613" cy="291"/>
          </a:xfrm>
        </p:grpSpPr>
        <p:sp>
          <p:nvSpPr>
            <p:cNvPr id="30" name="Rectangle 39"/>
            <p:cNvSpPr>
              <a:spLocks noChangeArrowheads="1"/>
            </p:cNvSpPr>
            <p:nvPr/>
          </p:nvSpPr>
          <p:spPr bwMode="auto">
            <a:xfrm>
              <a:off x="2362" y="1780"/>
              <a:ext cx="1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为孤立奇点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32" name="Object 40"/>
            <p:cNvGraphicFramePr>
              <a:graphicFrameLocks/>
            </p:cNvGraphicFramePr>
            <p:nvPr/>
          </p:nvGraphicFramePr>
          <p:xfrm>
            <a:off x="1980" y="1845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47640" imgH="291960" progId="Equation.3">
                    <p:embed/>
                  </p:oleObj>
                </mc:Choice>
                <mc:Fallback>
                  <p:oleObj name="公式" r:id="rId17" imgW="647640" imgH="291960" progId="Equation.3">
                    <p:embed/>
                    <p:pic>
                      <p:nvPicPr>
                        <p:cNvPr id="32" name="Object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0" y="1845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52"/>
          <p:cNvGrpSpPr>
            <a:grpSpLocks/>
          </p:cNvGrpSpPr>
          <p:nvPr/>
        </p:nvGrpSpPr>
        <p:grpSpPr bwMode="auto">
          <a:xfrm>
            <a:off x="1738175" y="4989884"/>
            <a:ext cx="2225676" cy="461963"/>
            <a:chOff x="279" y="2387"/>
            <a:chExt cx="1402" cy="291"/>
          </a:xfrm>
        </p:grpSpPr>
        <p:sp>
          <p:nvSpPr>
            <p:cNvPr id="34" name="Rectangle 41"/>
            <p:cNvSpPr>
              <a:spLocks noChangeArrowheads="1"/>
            </p:cNvSpPr>
            <p:nvPr/>
          </p:nvSpPr>
          <p:spPr bwMode="auto">
            <a:xfrm>
              <a:off x="279" y="2387"/>
              <a:ext cx="6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35" name="Object 42"/>
            <p:cNvGraphicFramePr>
              <a:graphicFrameLocks/>
            </p:cNvGraphicFramePr>
            <p:nvPr/>
          </p:nvGraphicFramePr>
          <p:xfrm>
            <a:off x="744" y="2417"/>
            <a:ext cx="93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485720" imgH="342720" progId="Equation.3">
                    <p:embed/>
                  </p:oleObj>
                </mc:Choice>
                <mc:Fallback>
                  <p:oleObj name="公式" r:id="rId19" imgW="1485720" imgH="342720" progId="Equation.3">
                    <p:embed/>
                    <p:pic>
                      <p:nvPicPr>
                        <p:cNvPr id="35" name="Object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" y="2417"/>
                          <a:ext cx="937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Rectangle 43"/>
          <p:cNvSpPr>
            <a:spLocks noChangeArrowheads="1"/>
          </p:cNvSpPr>
          <p:nvPr/>
        </p:nvSpPr>
        <p:spPr bwMode="auto">
          <a:xfrm>
            <a:off x="4109900" y="4967655"/>
            <a:ext cx="4625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原点及负实轴上的点均为奇点，  </a:t>
            </a:r>
          </a:p>
        </p:txBody>
      </p:sp>
      <p:sp>
        <p:nvSpPr>
          <p:cNvPr id="37" name="Rectangle 45"/>
          <p:cNvSpPr>
            <a:spLocks noChangeArrowheads="1"/>
          </p:cNvSpPr>
          <p:nvPr/>
        </p:nvSpPr>
        <p:spPr bwMode="auto">
          <a:xfrm>
            <a:off x="8253273" y="4975595"/>
            <a:ext cx="25699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但不是孤立奇点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1186294" y="1572401"/>
            <a:ext cx="36913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孤立奇点的定义</a:t>
            </a:r>
          </a:p>
        </p:txBody>
      </p:sp>
      <p:sp>
        <p:nvSpPr>
          <p:cNvPr id="3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48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6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862013" y="912342"/>
            <a:ext cx="2805113" cy="1168400"/>
            <a:chOff x="213" y="1708"/>
            <a:chExt cx="1767" cy="736"/>
          </a:xfrm>
        </p:grpSpPr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213" y="1806"/>
              <a:ext cx="6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747" y="1708"/>
              <a:ext cx="1233" cy="736"/>
              <a:chOff x="675" y="1576"/>
              <a:chExt cx="1233" cy="736"/>
            </a:xfrm>
          </p:grpSpPr>
          <p:graphicFrame>
            <p:nvGraphicFramePr>
              <p:cNvPr id="8" name="Object 19"/>
              <p:cNvGraphicFramePr>
                <a:graphicFrameLocks/>
              </p:cNvGraphicFramePr>
              <p:nvPr/>
            </p:nvGraphicFramePr>
            <p:xfrm>
              <a:off x="675" y="1576"/>
              <a:ext cx="1233" cy="7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1955520" imgH="1168200" progId="Equation.3">
                      <p:embed/>
                    </p:oleObj>
                  </mc:Choice>
                  <mc:Fallback>
                    <p:oleObj name="公式" r:id="rId3" imgW="1955520" imgH="1168200" progId="Equation.3">
                      <p:embed/>
                      <p:pic>
                        <p:nvPicPr>
                          <p:cNvPr id="8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5" y="1576"/>
                            <a:ext cx="1233" cy="7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26"/>
              <p:cNvGraphicFramePr>
                <a:graphicFrameLocks/>
              </p:cNvGraphicFramePr>
              <p:nvPr/>
            </p:nvGraphicFramePr>
            <p:xfrm>
              <a:off x="1611" y="2084"/>
              <a:ext cx="11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77480" imgH="215640" progId="Equation.3">
                      <p:embed/>
                    </p:oleObj>
                  </mc:Choice>
                  <mc:Fallback>
                    <p:oleObj name="公式" r:id="rId5" imgW="177480" imgH="215640" progId="Equation.3">
                      <p:embed/>
                      <p:pic>
                        <p:nvPicPr>
                          <p:cNvPr id="9" name="Object 2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1" y="2084"/>
                            <a:ext cx="112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27"/>
              <p:cNvGraphicFramePr>
                <a:graphicFrameLocks/>
              </p:cNvGraphicFramePr>
              <p:nvPr/>
            </p:nvGraphicFramePr>
            <p:xfrm>
              <a:off x="1615" y="1858"/>
              <a:ext cx="104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164880" imgH="266400" progId="Equation.3">
                      <p:embed/>
                    </p:oleObj>
                  </mc:Choice>
                  <mc:Fallback>
                    <p:oleObj name="公式" r:id="rId7" imgW="164880" imgH="266400" progId="Equation.3">
                      <p:embed/>
                      <p:pic>
                        <p:nvPicPr>
                          <p:cNvPr id="10" name="Object 2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5" y="1858"/>
                            <a:ext cx="104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" name="Group 57"/>
          <p:cNvGrpSpPr>
            <a:grpSpLocks/>
          </p:cNvGrpSpPr>
          <p:nvPr/>
        </p:nvGrpSpPr>
        <p:grpSpPr bwMode="auto">
          <a:xfrm>
            <a:off x="1415480" y="2139480"/>
            <a:ext cx="2320925" cy="787400"/>
            <a:chOff x="662" y="2481"/>
            <a:chExt cx="1462" cy="496"/>
          </a:xfrm>
        </p:grpSpPr>
        <p:grpSp>
          <p:nvGrpSpPr>
            <p:cNvPr id="12" name="Group 33"/>
            <p:cNvGrpSpPr>
              <a:grpSpLocks/>
            </p:cNvGrpSpPr>
            <p:nvPr/>
          </p:nvGrpSpPr>
          <p:grpSpPr bwMode="auto">
            <a:xfrm>
              <a:off x="1260" y="2481"/>
              <a:ext cx="864" cy="496"/>
              <a:chOff x="948" y="3009"/>
              <a:chExt cx="864" cy="496"/>
            </a:xfrm>
          </p:grpSpPr>
          <p:graphicFrame>
            <p:nvGraphicFramePr>
              <p:cNvPr id="14" name="Object 30"/>
              <p:cNvGraphicFramePr>
                <a:graphicFrameLocks/>
              </p:cNvGraphicFramePr>
              <p:nvPr/>
            </p:nvGraphicFramePr>
            <p:xfrm>
              <a:off x="948" y="3009"/>
              <a:ext cx="864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371600" imgH="787320" progId="Equation.3">
                      <p:embed/>
                    </p:oleObj>
                  </mc:Choice>
                  <mc:Fallback>
                    <p:oleObj name="公式" r:id="rId9" imgW="1371600" imgH="787320" progId="Equation.3">
                      <p:embed/>
                      <p:pic>
                        <p:nvPicPr>
                          <p:cNvPr id="14" name="Object 3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8" y="3009"/>
                            <a:ext cx="864" cy="4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31"/>
              <p:cNvGraphicFramePr>
                <a:graphicFrameLocks/>
              </p:cNvGraphicFramePr>
              <p:nvPr/>
            </p:nvGraphicFramePr>
            <p:xfrm>
              <a:off x="1268" y="3283"/>
              <a:ext cx="11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77480" imgH="215640" progId="Equation.3">
                      <p:embed/>
                    </p:oleObj>
                  </mc:Choice>
                  <mc:Fallback>
                    <p:oleObj name="公式" r:id="rId11" imgW="177480" imgH="215640" progId="Equation.3">
                      <p:embed/>
                      <p:pic>
                        <p:nvPicPr>
                          <p:cNvPr id="15" name="Object 3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68" y="3283"/>
                            <a:ext cx="112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32"/>
              <p:cNvGraphicFramePr>
                <a:graphicFrameLocks/>
              </p:cNvGraphicFramePr>
              <p:nvPr/>
            </p:nvGraphicFramePr>
            <p:xfrm>
              <a:off x="1272" y="3057"/>
              <a:ext cx="104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64880" imgH="266400" progId="Equation.3">
                      <p:embed/>
                    </p:oleObj>
                  </mc:Choice>
                  <mc:Fallback>
                    <p:oleObj name="公式" r:id="rId12" imgW="164880" imgH="266400" progId="Equation.3">
                      <p:embed/>
                      <p:pic>
                        <p:nvPicPr>
                          <p:cNvPr id="16" name="Object 3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2" y="3057"/>
                            <a:ext cx="104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662" y="2569"/>
              <a:ext cx="7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令    </a:t>
              </a:r>
            </a:p>
          </p:txBody>
        </p:sp>
      </p:grp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3935760" y="2869730"/>
            <a:ext cx="3822700" cy="787400"/>
            <a:chOff x="2254" y="2941"/>
            <a:chExt cx="2408" cy="496"/>
          </a:xfrm>
        </p:grpSpPr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3292" y="3040"/>
              <a:ext cx="13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孤立奇点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  </a:t>
              </a:r>
            </a:p>
          </p:txBody>
        </p:sp>
        <p:grpSp>
          <p:nvGrpSpPr>
            <p:cNvPr id="20" name="Group 47"/>
            <p:cNvGrpSpPr>
              <a:grpSpLocks/>
            </p:cNvGrpSpPr>
            <p:nvPr/>
          </p:nvGrpSpPr>
          <p:grpSpPr bwMode="auto">
            <a:xfrm>
              <a:off x="2596" y="2941"/>
              <a:ext cx="696" cy="496"/>
              <a:chOff x="1246" y="3373"/>
              <a:chExt cx="696" cy="496"/>
            </a:xfrm>
          </p:grpSpPr>
          <p:graphicFrame>
            <p:nvGraphicFramePr>
              <p:cNvPr id="22" name="Object 42"/>
              <p:cNvGraphicFramePr>
                <a:graphicFrameLocks/>
              </p:cNvGraphicFramePr>
              <p:nvPr/>
            </p:nvGraphicFramePr>
            <p:xfrm>
              <a:off x="1246" y="3373"/>
              <a:ext cx="696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104840" imgH="787320" progId="Equation.3">
                      <p:embed/>
                    </p:oleObj>
                  </mc:Choice>
                  <mc:Fallback>
                    <p:oleObj name="公式" r:id="rId13" imgW="1104840" imgH="787320" progId="Equation.3">
                      <p:embed/>
                      <p:pic>
                        <p:nvPicPr>
                          <p:cNvPr id="22" name="Object 4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6" y="3373"/>
                            <a:ext cx="696" cy="4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4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29231937"/>
                  </p:ext>
                </p:extLst>
              </p:nvPr>
            </p:nvGraphicFramePr>
            <p:xfrm>
              <a:off x="1668" y="3607"/>
              <a:ext cx="254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03040" imgH="177480" progId="Equation.DSMT4">
                      <p:embed/>
                    </p:oleObj>
                  </mc:Choice>
                  <mc:Fallback>
                    <p:oleObj name="Equation" r:id="rId15" imgW="203040" imgH="177480" progId="Equation.DSMT4">
                      <p:embed/>
                      <p:pic>
                        <p:nvPicPr>
                          <p:cNvPr id="23" name="Object 4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8" y="3607"/>
                            <a:ext cx="254" cy="219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44"/>
              <p:cNvGraphicFramePr>
                <a:graphicFrameLocks/>
              </p:cNvGraphicFramePr>
              <p:nvPr/>
            </p:nvGraphicFramePr>
            <p:xfrm>
              <a:off x="1750" y="3433"/>
              <a:ext cx="104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64880" imgH="266400" progId="Equation.3">
                      <p:embed/>
                    </p:oleObj>
                  </mc:Choice>
                  <mc:Fallback>
                    <p:oleObj name="公式" r:id="rId17" imgW="164880" imgH="266400" progId="Equation.3">
                      <p:embed/>
                      <p:pic>
                        <p:nvPicPr>
                          <p:cNvPr id="24" name="Object 4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0" y="3433"/>
                            <a:ext cx="104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" name="Object 45"/>
            <p:cNvGraphicFramePr>
              <a:graphicFrameLocks/>
            </p:cNvGraphicFramePr>
            <p:nvPr/>
          </p:nvGraphicFramePr>
          <p:xfrm>
            <a:off x="2254" y="3127"/>
            <a:ext cx="21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42720" imgH="215640" progId="Equation.3">
                    <p:embed/>
                  </p:oleObj>
                </mc:Choice>
                <mc:Fallback>
                  <p:oleObj name="公式" r:id="rId18" imgW="342720" imgH="215640" progId="Equation.3">
                    <p:embed/>
                    <p:pic>
                      <p:nvPicPr>
                        <p:cNvPr id="21" name="Object 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" y="3127"/>
                          <a:ext cx="216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60"/>
          <p:cNvGrpSpPr>
            <a:grpSpLocks/>
          </p:cNvGrpSpPr>
          <p:nvPr/>
        </p:nvGrpSpPr>
        <p:grpSpPr bwMode="auto">
          <a:xfrm>
            <a:off x="1415480" y="3792068"/>
            <a:ext cx="3024187" cy="481013"/>
            <a:chOff x="667" y="3522"/>
            <a:chExt cx="1905" cy="303"/>
          </a:xfrm>
        </p:grpSpPr>
        <p:sp>
          <p:nvSpPr>
            <p:cNvPr id="34" name="Rectangle 49"/>
            <p:cNvSpPr>
              <a:spLocks noChangeArrowheads="1"/>
            </p:cNvSpPr>
            <p:nvPr/>
          </p:nvSpPr>
          <p:spPr bwMode="auto">
            <a:xfrm>
              <a:off x="667" y="3522"/>
              <a:ext cx="4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 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50"/>
            <p:cNvGraphicFramePr>
              <a:graphicFrameLocks/>
            </p:cNvGraphicFramePr>
            <p:nvPr/>
          </p:nvGraphicFramePr>
          <p:xfrm>
            <a:off x="1017" y="3579"/>
            <a:ext cx="408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47640" imgH="291960" progId="Equation.3">
                    <p:embed/>
                  </p:oleObj>
                </mc:Choice>
                <mc:Fallback>
                  <p:oleObj name="公式" r:id="rId20" imgW="647640" imgH="291960" progId="Equation.3">
                    <p:embed/>
                    <p:pic>
                      <p:nvPicPr>
                        <p:cNvPr id="35" name="Object 5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7" y="3579"/>
                          <a:ext cx="408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Rectangle 51"/>
            <p:cNvSpPr>
              <a:spLocks noChangeArrowheads="1"/>
            </p:cNvSpPr>
            <p:nvPr/>
          </p:nvSpPr>
          <p:spPr bwMode="auto">
            <a:xfrm>
              <a:off x="1395" y="3537"/>
              <a:ext cx="11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也是奇点，  </a:t>
              </a:r>
            </a:p>
          </p:txBody>
        </p:sp>
      </p:grpSp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4123754" y="3815880"/>
            <a:ext cx="25699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不是孤立奇点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5" name="Oval 2"/>
          <p:cNvSpPr>
            <a:spLocks noChangeArrowheads="1"/>
          </p:cNvSpPr>
          <p:nvPr/>
        </p:nvSpPr>
        <p:spPr bwMode="auto">
          <a:xfrm>
            <a:off x="9153128" y="4242917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grpSp>
        <p:nvGrpSpPr>
          <p:cNvPr id="56" name="Group 3"/>
          <p:cNvGrpSpPr>
            <a:grpSpLocks/>
          </p:cNvGrpSpPr>
          <p:nvPr/>
        </p:nvGrpSpPr>
        <p:grpSpPr bwMode="auto">
          <a:xfrm>
            <a:off x="8848328" y="4014317"/>
            <a:ext cx="990600" cy="914400"/>
            <a:chOff x="3600" y="2160"/>
            <a:chExt cx="624" cy="576"/>
          </a:xfrm>
        </p:grpSpPr>
        <p:sp>
          <p:nvSpPr>
            <p:cNvPr id="58" name="Oval 4"/>
            <p:cNvSpPr>
              <a:spLocks noChangeArrowheads="1"/>
            </p:cNvSpPr>
            <p:nvPr/>
          </p:nvSpPr>
          <p:spPr bwMode="auto">
            <a:xfrm>
              <a:off x="3600" y="2160"/>
              <a:ext cx="624" cy="576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59" name="Line 5"/>
            <p:cNvSpPr>
              <a:spLocks noChangeShapeType="1"/>
            </p:cNvSpPr>
            <p:nvPr/>
          </p:nvSpPr>
          <p:spPr bwMode="auto">
            <a:xfrm flipH="1" flipV="1">
              <a:off x="3744" y="2208"/>
              <a:ext cx="19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</p:grpSp>
      <p:grpSp>
        <p:nvGrpSpPr>
          <p:cNvPr id="60" name="Group 6"/>
          <p:cNvGrpSpPr>
            <a:grpSpLocks/>
          </p:cNvGrpSpPr>
          <p:nvPr/>
        </p:nvGrpSpPr>
        <p:grpSpPr bwMode="auto">
          <a:xfrm>
            <a:off x="8162528" y="3404717"/>
            <a:ext cx="2133600" cy="2133600"/>
            <a:chOff x="3168" y="1776"/>
            <a:chExt cx="1344" cy="1344"/>
          </a:xfrm>
        </p:grpSpPr>
        <p:sp>
          <p:nvSpPr>
            <p:cNvPr id="61" name="Oval 7"/>
            <p:cNvSpPr>
              <a:spLocks noChangeArrowheads="1"/>
            </p:cNvSpPr>
            <p:nvPr/>
          </p:nvSpPr>
          <p:spPr bwMode="auto">
            <a:xfrm>
              <a:off x="3168" y="1776"/>
              <a:ext cx="1344" cy="1344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62" name="Line 8"/>
            <p:cNvSpPr>
              <a:spLocks noChangeShapeType="1"/>
            </p:cNvSpPr>
            <p:nvPr/>
          </p:nvSpPr>
          <p:spPr bwMode="auto">
            <a:xfrm flipH="1" flipV="1">
              <a:off x="3312" y="2064"/>
              <a:ext cx="62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</p:grpSp>
      <p:grpSp>
        <p:nvGrpSpPr>
          <p:cNvPr id="63" name="Group 9"/>
          <p:cNvGrpSpPr>
            <a:grpSpLocks/>
          </p:cNvGrpSpPr>
          <p:nvPr/>
        </p:nvGrpSpPr>
        <p:grpSpPr bwMode="auto">
          <a:xfrm>
            <a:off x="7705328" y="2947517"/>
            <a:ext cx="3124200" cy="3048000"/>
            <a:chOff x="2880" y="1488"/>
            <a:chExt cx="1968" cy="1920"/>
          </a:xfrm>
        </p:grpSpPr>
        <p:sp>
          <p:nvSpPr>
            <p:cNvPr id="64" name="Oval 10"/>
            <p:cNvSpPr>
              <a:spLocks noChangeArrowheads="1"/>
            </p:cNvSpPr>
            <p:nvPr/>
          </p:nvSpPr>
          <p:spPr bwMode="auto">
            <a:xfrm>
              <a:off x="2880" y="1488"/>
              <a:ext cx="1968" cy="1920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65" name="Line 11"/>
            <p:cNvSpPr>
              <a:spLocks noChangeShapeType="1"/>
            </p:cNvSpPr>
            <p:nvPr/>
          </p:nvSpPr>
          <p:spPr bwMode="auto">
            <a:xfrm flipH="1" flipV="1">
              <a:off x="2880" y="2256"/>
              <a:ext cx="105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</p:grpSp>
      <p:grpSp>
        <p:nvGrpSpPr>
          <p:cNvPr id="66" name="Group 12"/>
          <p:cNvGrpSpPr>
            <a:grpSpLocks/>
          </p:cNvGrpSpPr>
          <p:nvPr/>
        </p:nvGrpSpPr>
        <p:grpSpPr bwMode="auto">
          <a:xfrm>
            <a:off x="7248128" y="2414117"/>
            <a:ext cx="4038600" cy="4038600"/>
            <a:chOff x="2592" y="1152"/>
            <a:chExt cx="2544" cy="2544"/>
          </a:xfrm>
        </p:grpSpPr>
        <p:sp>
          <p:nvSpPr>
            <p:cNvPr id="67" name="Oval 13"/>
            <p:cNvSpPr>
              <a:spLocks noChangeArrowheads="1"/>
            </p:cNvSpPr>
            <p:nvPr/>
          </p:nvSpPr>
          <p:spPr bwMode="auto">
            <a:xfrm>
              <a:off x="2592" y="1152"/>
              <a:ext cx="2544" cy="2544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  <p:sp>
          <p:nvSpPr>
            <p:cNvPr id="68" name="Line 14"/>
            <p:cNvSpPr>
              <a:spLocks noChangeShapeType="1"/>
            </p:cNvSpPr>
            <p:nvPr/>
          </p:nvSpPr>
          <p:spPr bwMode="auto">
            <a:xfrm flipH="1" flipV="1">
              <a:off x="2592" y="2352"/>
              <a:ext cx="1344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ct val="60000"/>
                <a:buFont typeface="Wingdings" panose="05000000000000000000" pitchFamily="2" charset="2"/>
                <a:buChar char="&amp;"/>
                <a:tabLst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方正舒体" panose="02010601030101010101" pitchFamily="2" charset="-122"/>
                <a:cs typeface="+mn-cs"/>
              </a:endParaRPr>
            </a:p>
          </p:txBody>
        </p:sp>
      </p:grpSp>
      <p:grpSp>
        <p:nvGrpSpPr>
          <p:cNvPr id="69" name="Group 15"/>
          <p:cNvGrpSpPr>
            <a:grpSpLocks/>
          </p:cNvGrpSpPr>
          <p:nvPr/>
        </p:nvGrpSpPr>
        <p:grpSpPr bwMode="auto">
          <a:xfrm>
            <a:off x="9076928" y="1693392"/>
            <a:ext cx="2911475" cy="3429000"/>
            <a:chOff x="3744" y="698"/>
            <a:chExt cx="1834" cy="2160"/>
          </a:xfrm>
        </p:grpSpPr>
        <p:grpSp>
          <p:nvGrpSpPr>
            <p:cNvPr id="70" name="Group 16"/>
            <p:cNvGrpSpPr>
              <a:grpSpLocks/>
            </p:cNvGrpSpPr>
            <p:nvPr/>
          </p:nvGrpSpPr>
          <p:grpSpPr bwMode="auto">
            <a:xfrm>
              <a:off x="3936" y="698"/>
              <a:ext cx="1642" cy="2160"/>
              <a:chOff x="3936" y="1034"/>
              <a:chExt cx="1642" cy="2160"/>
            </a:xfrm>
          </p:grpSpPr>
          <p:grpSp>
            <p:nvGrpSpPr>
              <p:cNvPr id="72" name="Group 17"/>
              <p:cNvGrpSpPr>
                <a:grpSpLocks/>
              </p:cNvGrpSpPr>
              <p:nvPr/>
            </p:nvGrpSpPr>
            <p:grpSpPr bwMode="auto">
              <a:xfrm>
                <a:off x="3936" y="1200"/>
                <a:ext cx="1488" cy="1584"/>
                <a:chOff x="3936" y="1200"/>
                <a:chExt cx="1488" cy="1584"/>
              </a:xfrm>
            </p:grpSpPr>
            <p:sp>
              <p:nvSpPr>
                <p:cNvPr id="75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936" y="1200"/>
                  <a:ext cx="0" cy="15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9900"/>
                    </a:buClr>
                    <a:buSzPct val="60000"/>
                    <a:buFont typeface="Wingdings" panose="05000000000000000000" pitchFamily="2" charset="2"/>
                    <a:buChar char="&amp;"/>
                    <a:tabLst/>
                    <a:defRPr/>
                  </a:pPr>
                  <a:endParaRPr kumimoji="1" lang="zh-CN" altLang="en-US" sz="3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舒体" panose="02010601030101010101" pitchFamily="2" charset="-122"/>
                    <a:cs typeface="+mn-cs"/>
                  </a:endParaRPr>
                </a:p>
              </p:txBody>
            </p:sp>
            <p:sp>
              <p:nvSpPr>
                <p:cNvPr id="76" name="Line 19"/>
                <p:cNvSpPr>
                  <a:spLocks noChangeShapeType="1"/>
                </p:cNvSpPr>
                <p:nvPr/>
              </p:nvSpPr>
              <p:spPr bwMode="auto">
                <a:xfrm>
                  <a:off x="3936" y="278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oval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9900"/>
                    </a:buClr>
                    <a:buSzPct val="60000"/>
                    <a:buFont typeface="Wingdings" panose="05000000000000000000" pitchFamily="2" charset="2"/>
                    <a:buChar char="&amp;"/>
                    <a:tabLst/>
                    <a:defRPr/>
                  </a:pPr>
                  <a:endParaRPr kumimoji="1" lang="zh-CN" altLang="en-US" sz="3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舒体" panose="02010601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5366" y="290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74" name="Text Box 21"/>
              <p:cNvSpPr txBox="1">
                <a:spLocks noChangeArrowheads="1"/>
              </p:cNvSpPr>
              <p:nvPr/>
            </p:nvSpPr>
            <p:spPr bwMode="auto">
              <a:xfrm>
                <a:off x="4166" y="103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</a:p>
            </p:txBody>
          </p:sp>
        </p:grpSp>
        <p:sp>
          <p:nvSpPr>
            <p:cNvPr id="71" name="Text Box 22"/>
            <p:cNvSpPr txBox="1">
              <a:spLocks noChangeArrowheads="1"/>
            </p:cNvSpPr>
            <p:nvPr/>
          </p:nvSpPr>
          <p:spPr bwMode="auto">
            <a:xfrm>
              <a:off x="3744" y="24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</a:p>
          </p:txBody>
        </p:sp>
      </p:grpSp>
      <p:sp>
        <p:nvSpPr>
          <p:cNvPr id="77" name="Oval 23"/>
          <p:cNvSpPr>
            <a:spLocks noChangeArrowheads="1"/>
          </p:cNvSpPr>
          <p:nvPr/>
        </p:nvSpPr>
        <p:spPr bwMode="auto">
          <a:xfrm>
            <a:off x="9686528" y="4395317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78" name="Oval 24"/>
          <p:cNvSpPr>
            <a:spLocks noChangeArrowheads="1"/>
          </p:cNvSpPr>
          <p:nvPr/>
        </p:nvSpPr>
        <p:spPr bwMode="auto">
          <a:xfrm>
            <a:off x="9457928" y="4395317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79" name="Oval 25"/>
          <p:cNvSpPr>
            <a:spLocks noChangeArrowheads="1"/>
          </p:cNvSpPr>
          <p:nvPr/>
        </p:nvSpPr>
        <p:spPr bwMode="auto">
          <a:xfrm>
            <a:off x="9991328" y="4395317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80" name="Oval 26"/>
          <p:cNvSpPr>
            <a:spLocks noChangeArrowheads="1"/>
          </p:cNvSpPr>
          <p:nvPr/>
        </p:nvSpPr>
        <p:spPr bwMode="auto">
          <a:xfrm>
            <a:off x="10448528" y="4395317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81" name="Oval 27"/>
          <p:cNvSpPr>
            <a:spLocks noChangeArrowheads="1"/>
          </p:cNvSpPr>
          <p:nvPr/>
        </p:nvSpPr>
        <p:spPr bwMode="auto">
          <a:xfrm>
            <a:off x="11058128" y="4395317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&amp;"/>
              <a:tabLst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82" name="Rectangle 29"/>
          <p:cNvSpPr>
            <a:spLocks noChangeArrowheads="1"/>
          </p:cNvSpPr>
          <p:nvPr/>
        </p:nvSpPr>
        <p:spPr bwMode="auto">
          <a:xfrm>
            <a:off x="1094941" y="4727397"/>
            <a:ext cx="4280980" cy="1200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孤立奇点一定是奇点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奇点不一定是孤立奇点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3" name="Group 58"/>
          <p:cNvGrpSpPr>
            <a:grpSpLocks/>
          </p:cNvGrpSpPr>
          <p:nvPr/>
        </p:nvGrpSpPr>
        <p:grpSpPr bwMode="auto">
          <a:xfrm>
            <a:off x="3937348" y="2095032"/>
            <a:ext cx="4060823" cy="874713"/>
            <a:chOff x="2255" y="2453"/>
            <a:chExt cx="2558" cy="551"/>
          </a:xfrm>
        </p:grpSpPr>
        <p:grpSp>
          <p:nvGrpSpPr>
            <p:cNvPr id="84" name="Group 46"/>
            <p:cNvGrpSpPr>
              <a:grpSpLocks/>
            </p:cNvGrpSpPr>
            <p:nvPr/>
          </p:nvGrpSpPr>
          <p:grpSpPr bwMode="auto">
            <a:xfrm>
              <a:off x="2531" y="2453"/>
              <a:ext cx="747" cy="551"/>
              <a:chOff x="2345" y="2447"/>
              <a:chExt cx="747" cy="551"/>
            </a:xfrm>
          </p:grpSpPr>
          <p:graphicFrame>
            <p:nvGraphicFramePr>
              <p:cNvPr id="87" name="Object 3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24132868"/>
                  </p:ext>
                </p:extLst>
              </p:nvPr>
            </p:nvGraphicFramePr>
            <p:xfrm>
              <a:off x="2345" y="2447"/>
              <a:ext cx="747" cy="5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609480" imgH="431640" progId="Equation.DSMT4">
                      <p:embed/>
                    </p:oleObj>
                  </mc:Choice>
                  <mc:Fallback>
                    <p:oleObj name="Equation" r:id="rId22" imgW="609480" imgH="431640" progId="Equation.DSMT4">
                      <p:embed/>
                      <p:pic>
                        <p:nvPicPr>
                          <p:cNvPr id="87" name="Object 3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45" y="2447"/>
                            <a:ext cx="747" cy="55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Object 36"/>
              <p:cNvGraphicFramePr>
                <a:graphicFrameLocks/>
              </p:cNvGraphicFramePr>
              <p:nvPr/>
            </p:nvGraphicFramePr>
            <p:xfrm>
              <a:off x="2425" y="2742"/>
              <a:ext cx="11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177480" imgH="215640" progId="Equation.3">
                      <p:embed/>
                    </p:oleObj>
                  </mc:Choice>
                  <mc:Fallback>
                    <p:oleObj name="公式" r:id="rId24" imgW="177480" imgH="215640" progId="Equation.3">
                      <p:embed/>
                      <p:pic>
                        <p:nvPicPr>
                          <p:cNvPr id="88" name="Object 3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5" y="2742"/>
                            <a:ext cx="112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" name="Object 37"/>
              <p:cNvGraphicFramePr>
                <a:graphicFrameLocks/>
              </p:cNvGraphicFramePr>
              <p:nvPr/>
            </p:nvGraphicFramePr>
            <p:xfrm>
              <a:off x="2429" y="2516"/>
              <a:ext cx="104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5" imgW="164880" imgH="266400" progId="Equation.3">
                      <p:embed/>
                    </p:oleObj>
                  </mc:Choice>
                  <mc:Fallback>
                    <p:oleObj name="公式" r:id="rId25" imgW="164880" imgH="266400" progId="Equation.3">
                      <p:embed/>
                      <p:pic>
                        <p:nvPicPr>
                          <p:cNvPr id="89" name="Object 3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9" y="2516"/>
                            <a:ext cx="104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5" name="Object 39"/>
            <p:cNvGraphicFramePr>
              <a:graphicFrameLocks/>
            </p:cNvGraphicFramePr>
            <p:nvPr/>
          </p:nvGraphicFramePr>
          <p:xfrm>
            <a:off x="2255" y="2654"/>
            <a:ext cx="21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42720" imgH="215640" progId="Equation.3">
                    <p:embed/>
                  </p:oleObj>
                </mc:Choice>
                <mc:Fallback>
                  <p:oleObj name="公式" r:id="rId26" imgW="342720" imgH="215640" progId="Equation.3">
                    <p:embed/>
                    <p:pic>
                      <p:nvPicPr>
                        <p:cNvPr id="85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5" y="2654"/>
                          <a:ext cx="216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48"/>
            <p:cNvGraphicFramePr>
              <a:graphicFrameLocks noChangeAspect="1"/>
            </p:cNvGraphicFramePr>
            <p:nvPr/>
          </p:nvGraphicFramePr>
          <p:xfrm>
            <a:off x="3416" y="2581"/>
            <a:ext cx="139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028520" imgH="203040" progId="Equation.DSMT4">
                    <p:embed/>
                  </p:oleObj>
                </mc:Choice>
                <mc:Fallback>
                  <p:oleObj name="Equation" r:id="rId27" imgW="1028520" imgH="203040" progId="Equation.DSMT4">
                    <p:embed/>
                    <p:pic>
                      <p:nvPicPr>
                        <p:cNvPr id="86" name="Object 4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6" y="2581"/>
                          <a:ext cx="1397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05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5231238" y="980728"/>
            <a:ext cx="6494463" cy="461963"/>
            <a:chOff x="3070" y="1091"/>
            <a:chExt cx="4091" cy="291"/>
          </a:xfrm>
        </p:grpSpPr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3070" y="1091"/>
              <a:ext cx="40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                内展开为洛朗级数：   </a:t>
              </a:r>
            </a:p>
          </p:txBody>
        </p:sp>
        <p:grpSp>
          <p:nvGrpSpPr>
            <p:cNvPr id="9" name="Group 21"/>
            <p:cNvGrpSpPr>
              <a:grpSpLocks/>
            </p:cNvGrpSpPr>
            <p:nvPr/>
          </p:nvGrpSpPr>
          <p:grpSpPr bwMode="auto">
            <a:xfrm>
              <a:off x="4000" y="1128"/>
              <a:ext cx="1132" cy="240"/>
              <a:chOff x="3016" y="648"/>
              <a:chExt cx="1132" cy="240"/>
            </a:xfrm>
          </p:grpSpPr>
          <p:graphicFrame>
            <p:nvGraphicFramePr>
              <p:cNvPr id="11" name="Object 22"/>
              <p:cNvGraphicFramePr>
                <a:graphicFrameLocks/>
              </p:cNvGraphicFramePr>
              <p:nvPr/>
            </p:nvGraphicFramePr>
            <p:xfrm>
              <a:off x="3016" y="648"/>
              <a:ext cx="95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1523880" imgH="380880" progId="Equation.3">
                      <p:embed/>
                    </p:oleObj>
                  </mc:Choice>
                  <mc:Fallback>
                    <p:oleObj name="公式" r:id="rId3" imgW="1523880" imgH="380880" progId="Equation.3">
                      <p:embed/>
                      <p:pic>
                        <p:nvPicPr>
                          <p:cNvPr id="11" name="Object 2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6" y="648"/>
                            <a:ext cx="959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23"/>
              <p:cNvGraphicFramePr>
                <a:graphicFrameLocks/>
              </p:cNvGraphicFramePr>
              <p:nvPr/>
            </p:nvGraphicFramePr>
            <p:xfrm>
              <a:off x="4004" y="679"/>
              <a:ext cx="14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28600" imgH="279360" progId="Equation.3">
                      <p:embed/>
                    </p:oleObj>
                  </mc:Choice>
                  <mc:Fallback>
                    <p:oleObj name="公式" r:id="rId5" imgW="228600" imgH="279360" progId="Equation.3">
                      <p:embed/>
                      <p:pic>
                        <p:nvPicPr>
                          <p:cNvPr id="12" name="Object 2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4" y="679"/>
                            <a:ext cx="144" cy="1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" name="Object 29"/>
            <p:cNvGraphicFramePr>
              <a:graphicFrameLocks/>
            </p:cNvGraphicFramePr>
            <p:nvPr/>
          </p:nvGraphicFramePr>
          <p:xfrm>
            <a:off x="3330" y="1133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10" name="Object 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0" y="1133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65"/>
          <p:cNvGrpSpPr>
            <a:grpSpLocks/>
          </p:cNvGrpSpPr>
          <p:nvPr/>
        </p:nvGrpSpPr>
        <p:grpSpPr bwMode="auto">
          <a:xfrm>
            <a:off x="892601" y="983901"/>
            <a:ext cx="4522787" cy="457200"/>
            <a:chOff x="337" y="1093"/>
            <a:chExt cx="2849" cy="288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337" y="1093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  <p:sp>
          <p:nvSpPr>
            <p:cNvPr id="15" name="Rectangle 24"/>
            <p:cNvSpPr>
              <a:spLocks noChangeArrowheads="1"/>
            </p:cNvSpPr>
            <p:nvPr/>
          </p:nvSpPr>
          <p:spPr bwMode="auto">
            <a:xfrm>
              <a:off x="854" y="1093"/>
              <a:ext cx="23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为         的孤立奇点，</a:t>
              </a:r>
            </a:p>
          </p:txBody>
        </p:sp>
        <p:graphicFrame>
          <p:nvGraphicFramePr>
            <p:cNvPr id="16" name="Object 28"/>
            <p:cNvGraphicFramePr>
              <a:graphicFrameLocks/>
            </p:cNvGraphicFramePr>
            <p:nvPr/>
          </p:nvGraphicFramePr>
          <p:xfrm>
            <a:off x="1148" y="1103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16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8" y="1103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0"/>
            <p:cNvGraphicFramePr>
              <a:graphicFrameLocks/>
            </p:cNvGraphicFramePr>
            <p:nvPr/>
          </p:nvGraphicFramePr>
          <p:xfrm>
            <a:off x="1553" y="1138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17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1138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32"/>
          <p:cNvGraphicFramePr>
            <a:graphicFrameLocks/>
          </p:cNvGraphicFramePr>
          <p:nvPr/>
        </p:nvGraphicFramePr>
        <p:xfrm>
          <a:off x="1723605" y="1524983"/>
          <a:ext cx="2895601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895480" imgH="825480" progId="Equation.3">
                  <p:embed/>
                </p:oleObj>
              </mc:Choice>
              <mc:Fallback>
                <p:oleObj name="公式" r:id="rId11" imgW="2895480" imgH="825480" progId="Equation.3">
                  <p:embed/>
                  <p:pic>
                    <p:nvPicPr>
                      <p:cNvPr id="21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605" y="1524983"/>
                        <a:ext cx="2895601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68"/>
          <p:cNvGrpSpPr>
            <a:grpSpLocks/>
          </p:cNvGrpSpPr>
          <p:nvPr/>
        </p:nvGrpSpPr>
        <p:grpSpPr bwMode="auto">
          <a:xfrm>
            <a:off x="1677922" y="2580975"/>
            <a:ext cx="3190875" cy="474663"/>
            <a:chOff x="854" y="2075"/>
            <a:chExt cx="2010" cy="299"/>
          </a:xfrm>
        </p:grpSpPr>
        <p:sp>
          <p:nvSpPr>
            <p:cNvPr id="23" name="Rectangle 33"/>
            <p:cNvSpPr>
              <a:spLocks noChangeArrowheads="1"/>
            </p:cNvSpPr>
            <p:nvPr/>
          </p:nvSpPr>
          <p:spPr bwMode="auto">
            <a:xfrm>
              <a:off x="854" y="2077"/>
              <a:ext cx="7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</a:t>
              </a:r>
            </a:p>
          </p:txBody>
        </p:sp>
        <p:graphicFrame>
          <p:nvGraphicFramePr>
            <p:cNvPr id="24" name="Object 3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84043921"/>
                </p:ext>
              </p:extLst>
            </p:nvPr>
          </p:nvGraphicFramePr>
          <p:xfrm>
            <a:off x="2251" y="2086"/>
            <a:ext cx="61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33160" imgH="228600" progId="Equation.DSMT4">
                    <p:embed/>
                  </p:oleObj>
                </mc:Choice>
                <mc:Fallback>
                  <p:oleObj name="Equation" r:id="rId13" imgW="533160" imgH="228600" progId="Equation.DSMT4">
                    <p:embed/>
                    <p:pic>
                      <p:nvPicPr>
                        <p:cNvPr id="24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1" y="2086"/>
                          <a:ext cx="613" cy="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92835476"/>
                </p:ext>
              </p:extLst>
            </p:nvPr>
          </p:nvGraphicFramePr>
          <p:xfrm>
            <a:off x="1438" y="2121"/>
            <a:ext cx="53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95000" imgH="203040" progId="Equation.DSMT4">
                    <p:embed/>
                  </p:oleObj>
                </mc:Choice>
                <mc:Fallback>
                  <p:oleObj name="Equation" r:id="rId15" imgW="495000" imgH="203040" progId="Equation.DSMT4">
                    <p:embed/>
                    <p:pic>
                      <p:nvPicPr>
                        <p:cNvPr id="25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2121"/>
                          <a:ext cx="537" cy="2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37"/>
            <p:cNvSpPr>
              <a:spLocks noChangeArrowheads="1"/>
            </p:cNvSpPr>
            <p:nvPr/>
          </p:nvSpPr>
          <p:spPr bwMode="auto">
            <a:xfrm>
              <a:off x="1959" y="207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   </a:t>
              </a:r>
            </a:p>
          </p:txBody>
        </p:sp>
      </p:grpSp>
      <p:grpSp>
        <p:nvGrpSpPr>
          <p:cNvPr id="27" name="Group 69"/>
          <p:cNvGrpSpPr>
            <a:grpSpLocks/>
          </p:cNvGrpSpPr>
          <p:nvPr/>
        </p:nvGrpSpPr>
        <p:grpSpPr bwMode="auto">
          <a:xfrm>
            <a:off x="7586666" y="2603314"/>
            <a:ext cx="4108451" cy="461963"/>
            <a:chOff x="1124" y="2509"/>
            <a:chExt cx="2588" cy="291"/>
          </a:xfrm>
        </p:grpSpPr>
        <p:sp>
          <p:nvSpPr>
            <p:cNvPr id="28" name="Rectangle 38"/>
            <p:cNvSpPr>
              <a:spLocks noChangeArrowheads="1"/>
            </p:cNvSpPr>
            <p:nvPr/>
          </p:nvSpPr>
          <p:spPr bwMode="auto">
            <a:xfrm>
              <a:off x="1124" y="2509"/>
              <a:ext cx="25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则称     为         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29" name="Object 39"/>
            <p:cNvGraphicFramePr>
              <a:graphicFrameLocks/>
            </p:cNvGraphicFramePr>
            <p:nvPr/>
          </p:nvGraphicFramePr>
          <p:xfrm>
            <a:off x="1609" y="2524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29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2524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40"/>
            <p:cNvGraphicFramePr>
              <a:graphicFrameLocks/>
            </p:cNvGraphicFramePr>
            <p:nvPr/>
          </p:nvGraphicFramePr>
          <p:xfrm>
            <a:off x="2008" y="2553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30" name="Object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2553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64"/>
          <p:cNvSpPr>
            <a:spLocks noChangeArrowheads="1"/>
          </p:cNvSpPr>
          <p:nvPr/>
        </p:nvSpPr>
        <p:spPr bwMode="auto">
          <a:xfrm>
            <a:off x="5040247" y="2596850"/>
            <a:ext cx="28520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即不含负幂次项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 </a:t>
            </a:r>
          </a:p>
        </p:txBody>
      </p:sp>
      <p:grpSp>
        <p:nvGrpSpPr>
          <p:cNvPr id="33" name="Group 42"/>
          <p:cNvGrpSpPr>
            <a:grpSpLocks/>
          </p:cNvGrpSpPr>
          <p:nvPr/>
        </p:nvGrpSpPr>
        <p:grpSpPr bwMode="auto">
          <a:xfrm>
            <a:off x="2115326" y="4007157"/>
            <a:ext cx="4346576" cy="461963"/>
            <a:chOff x="1124" y="2893"/>
            <a:chExt cx="2738" cy="291"/>
          </a:xfrm>
        </p:grpSpPr>
        <p:sp>
          <p:nvSpPr>
            <p:cNvPr id="34" name="Rectangle 37"/>
            <p:cNvSpPr>
              <a:spLocks noChangeArrowheads="1"/>
            </p:cNvSpPr>
            <p:nvPr/>
          </p:nvSpPr>
          <p:spPr bwMode="auto">
            <a:xfrm>
              <a:off x="1124" y="2893"/>
              <a:ext cx="273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则称     为         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5264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   </a:t>
              </a:r>
            </a:p>
          </p:txBody>
        </p:sp>
        <p:graphicFrame>
          <p:nvGraphicFramePr>
            <p:cNvPr id="35" name="Object 20"/>
            <p:cNvGraphicFramePr>
              <a:graphicFrameLocks/>
            </p:cNvGraphicFramePr>
            <p:nvPr/>
          </p:nvGraphicFramePr>
          <p:xfrm>
            <a:off x="1609" y="2914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35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2914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21"/>
            <p:cNvGraphicFramePr>
              <a:graphicFrameLocks/>
            </p:cNvGraphicFramePr>
            <p:nvPr/>
          </p:nvGraphicFramePr>
          <p:xfrm>
            <a:off x="2008" y="2943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36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2943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Rectangle 22"/>
          <p:cNvSpPr>
            <a:spLocks noChangeArrowheads="1"/>
          </p:cNvSpPr>
          <p:nvPr/>
        </p:nvSpPr>
        <p:spPr bwMode="auto">
          <a:xfrm>
            <a:off x="8451482" y="3302946"/>
            <a:ext cx="3390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即含有限个负幂次项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pSp>
        <p:nvGrpSpPr>
          <p:cNvPr id="38" name="Group 41"/>
          <p:cNvGrpSpPr>
            <a:grpSpLocks/>
          </p:cNvGrpSpPr>
          <p:nvPr/>
        </p:nvGrpSpPr>
        <p:grpSpPr bwMode="auto">
          <a:xfrm>
            <a:off x="1677922" y="3305179"/>
            <a:ext cx="6686551" cy="492125"/>
            <a:chOff x="854" y="2077"/>
            <a:chExt cx="4212" cy="310"/>
          </a:xfrm>
        </p:grpSpPr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854" y="2077"/>
              <a:ext cx="7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</a:t>
              </a:r>
            </a:p>
          </p:txBody>
        </p:sp>
        <p:graphicFrame>
          <p:nvGraphicFramePr>
            <p:cNvPr id="40" name="Object 2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63564674"/>
                </p:ext>
              </p:extLst>
            </p:nvPr>
          </p:nvGraphicFramePr>
          <p:xfrm>
            <a:off x="2635" y="2110"/>
            <a:ext cx="61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71320" imgH="228600" progId="Equation.DSMT4">
                    <p:embed/>
                  </p:oleObj>
                </mc:Choice>
                <mc:Fallback>
                  <p:oleObj name="Equation" r:id="rId17" imgW="571320" imgH="228600" progId="Equation.DSMT4">
                    <p:embed/>
                    <p:pic>
                      <p:nvPicPr>
                        <p:cNvPr id="4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5" y="2110"/>
                          <a:ext cx="613" cy="2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2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04379249"/>
                </p:ext>
              </p:extLst>
            </p:nvPr>
          </p:nvGraphicFramePr>
          <p:xfrm>
            <a:off x="1384" y="2110"/>
            <a:ext cx="106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87320" imgH="215640" progId="Equation.DSMT4">
                    <p:embed/>
                  </p:oleObj>
                </mc:Choice>
                <mc:Fallback>
                  <p:oleObj name="Equation" r:id="rId19" imgW="787320" imgH="215640" progId="Equation.DSMT4">
                    <p:embed/>
                    <p:pic>
                      <p:nvPicPr>
                        <p:cNvPr id="41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110"/>
                          <a:ext cx="1062" cy="2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Rectangle 26"/>
            <p:cNvSpPr>
              <a:spLocks noChangeArrowheads="1"/>
            </p:cNvSpPr>
            <p:nvPr/>
          </p:nvSpPr>
          <p:spPr bwMode="auto">
            <a:xfrm>
              <a:off x="2375" y="2087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</a:t>
              </a:r>
            </a:p>
          </p:txBody>
        </p:sp>
        <p:sp>
          <p:nvSpPr>
            <p:cNvPr id="43" name="Rectangle 30"/>
            <p:cNvSpPr>
              <a:spLocks noChangeArrowheads="1"/>
            </p:cNvSpPr>
            <p:nvPr/>
          </p:nvSpPr>
          <p:spPr bwMode="auto">
            <a:xfrm>
              <a:off x="3248" y="2087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  </a:t>
              </a:r>
            </a:p>
          </p:txBody>
        </p:sp>
        <p:graphicFrame>
          <p:nvGraphicFramePr>
            <p:cNvPr id="44" name="Object 3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58241987"/>
                </p:ext>
              </p:extLst>
            </p:nvPr>
          </p:nvGraphicFramePr>
          <p:xfrm>
            <a:off x="4394" y="2099"/>
            <a:ext cx="6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533160" imgH="228600" progId="Equation.DSMT4">
                    <p:embed/>
                  </p:oleObj>
                </mc:Choice>
                <mc:Fallback>
                  <p:oleObj name="Equation" r:id="rId21" imgW="533160" imgH="228600" progId="Equation.DSMT4">
                    <p:embed/>
                    <p:pic>
                      <p:nvPicPr>
                        <p:cNvPr id="44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4" y="2099"/>
                          <a:ext cx="672" cy="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3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75668924"/>
                </p:ext>
              </p:extLst>
            </p:nvPr>
          </p:nvGraphicFramePr>
          <p:xfrm>
            <a:off x="3551" y="2114"/>
            <a:ext cx="573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58720" imgH="203040" progId="Equation.DSMT4">
                    <p:embed/>
                  </p:oleObj>
                </mc:Choice>
                <mc:Fallback>
                  <p:oleObj name="Equation" r:id="rId23" imgW="558720" imgH="203040" progId="Equation.DSMT4">
                    <p:embed/>
                    <p:pic>
                      <p:nvPicPr>
                        <p:cNvPr id="45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1" y="2114"/>
                          <a:ext cx="573" cy="2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Rectangle 33"/>
            <p:cNvSpPr>
              <a:spLocks noChangeArrowheads="1"/>
            </p:cNvSpPr>
            <p:nvPr/>
          </p:nvSpPr>
          <p:spPr bwMode="auto">
            <a:xfrm>
              <a:off x="4124" y="207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  </a:t>
              </a:r>
            </a:p>
          </p:txBody>
        </p:sp>
      </p:grpSp>
      <p:grpSp>
        <p:nvGrpSpPr>
          <p:cNvPr id="47" name="Group 43"/>
          <p:cNvGrpSpPr>
            <a:grpSpLocks/>
          </p:cNvGrpSpPr>
          <p:nvPr/>
        </p:nvGrpSpPr>
        <p:grpSpPr bwMode="auto">
          <a:xfrm>
            <a:off x="5960694" y="4026206"/>
            <a:ext cx="5108576" cy="461963"/>
            <a:chOff x="1913" y="3313"/>
            <a:chExt cx="3218" cy="291"/>
          </a:xfrm>
        </p:grpSpPr>
        <p:sp>
          <p:nvSpPr>
            <p:cNvPr id="48" name="Rectangle 35"/>
            <p:cNvSpPr>
              <a:spLocks noChangeArrowheads="1"/>
            </p:cNvSpPr>
            <p:nvPr/>
          </p:nvSpPr>
          <p:spPr bwMode="auto">
            <a:xfrm>
              <a:off x="1913" y="3313"/>
              <a:ext cx="32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时，称     为         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单极点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49" name="Object 36"/>
            <p:cNvGraphicFramePr>
              <a:graphicFrameLocks/>
            </p:cNvGraphicFramePr>
            <p:nvPr/>
          </p:nvGraphicFramePr>
          <p:xfrm>
            <a:off x="2199" y="3366"/>
            <a:ext cx="44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711000" imgH="342720" progId="Equation.3">
                    <p:embed/>
                  </p:oleObj>
                </mc:Choice>
                <mc:Fallback>
                  <p:oleObj name="公式" r:id="rId25" imgW="711000" imgH="342720" progId="Equation.3">
                    <p:embed/>
                    <p:pic>
                      <p:nvPicPr>
                        <p:cNvPr id="49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3366"/>
                          <a:ext cx="44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38"/>
            <p:cNvGraphicFramePr>
              <a:graphicFrameLocks/>
            </p:cNvGraphicFramePr>
            <p:nvPr/>
          </p:nvGraphicFramePr>
          <p:xfrm>
            <a:off x="3306" y="3333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50" name="Object 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3333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39"/>
            <p:cNvGraphicFramePr>
              <a:graphicFrameLocks/>
            </p:cNvGraphicFramePr>
            <p:nvPr/>
          </p:nvGraphicFramePr>
          <p:xfrm>
            <a:off x="3687" y="3362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51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3362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6351687" y="4709134"/>
            <a:ext cx="3390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即含无限个负幂次项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pSp>
        <p:nvGrpSpPr>
          <p:cNvPr id="53" name="Group 64"/>
          <p:cNvGrpSpPr>
            <a:grpSpLocks/>
          </p:cNvGrpSpPr>
          <p:nvPr/>
        </p:nvGrpSpPr>
        <p:grpSpPr bwMode="auto">
          <a:xfrm>
            <a:off x="1677922" y="4697924"/>
            <a:ext cx="4592638" cy="506413"/>
            <a:chOff x="854" y="2077"/>
            <a:chExt cx="2893" cy="319"/>
          </a:xfrm>
        </p:grpSpPr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854" y="2077"/>
              <a:ext cx="7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</a:t>
              </a:r>
            </a:p>
          </p:txBody>
        </p:sp>
        <p:graphicFrame>
          <p:nvGraphicFramePr>
            <p:cNvPr id="55" name="Object 3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19402959"/>
                </p:ext>
              </p:extLst>
            </p:nvPr>
          </p:nvGraphicFramePr>
          <p:xfrm>
            <a:off x="1404" y="2119"/>
            <a:ext cx="77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09480" imgH="203040" progId="Equation.DSMT4">
                    <p:embed/>
                  </p:oleObj>
                </mc:Choice>
                <mc:Fallback>
                  <p:oleObj name="Equation" r:id="rId27" imgW="609480" imgH="203040" progId="Equation.DSMT4">
                    <p:embed/>
                    <p:pic>
                      <p:nvPicPr>
                        <p:cNvPr id="55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" y="2119"/>
                          <a:ext cx="773" cy="25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3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61676628"/>
                </p:ext>
              </p:extLst>
            </p:nvPr>
          </p:nvGraphicFramePr>
          <p:xfrm>
            <a:off x="2210" y="2119"/>
            <a:ext cx="67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533160" imgH="203040" progId="Equation.DSMT4">
                    <p:embed/>
                  </p:oleObj>
                </mc:Choice>
                <mc:Fallback>
                  <p:oleObj name="Equation" r:id="rId29" imgW="533160" imgH="203040" progId="Equation.DSMT4">
                    <p:embed/>
                    <p:pic>
                      <p:nvPicPr>
                        <p:cNvPr id="56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" y="2119"/>
                          <a:ext cx="678" cy="25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ectangle 34"/>
            <p:cNvSpPr>
              <a:spLocks noChangeArrowheads="1"/>
            </p:cNvSpPr>
            <p:nvPr/>
          </p:nvSpPr>
          <p:spPr bwMode="auto">
            <a:xfrm>
              <a:off x="2810" y="2091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  </a:t>
              </a:r>
            </a:p>
          </p:txBody>
        </p:sp>
        <p:graphicFrame>
          <p:nvGraphicFramePr>
            <p:cNvPr id="59" name="Object 3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57342503"/>
                </p:ext>
              </p:extLst>
            </p:nvPr>
          </p:nvGraphicFramePr>
          <p:xfrm>
            <a:off x="3069" y="2108"/>
            <a:ext cx="6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533160" imgH="228600" progId="Equation.DSMT4">
                    <p:embed/>
                  </p:oleObj>
                </mc:Choice>
                <mc:Fallback>
                  <p:oleObj name="Equation" r:id="rId31" imgW="533160" imgH="228600" progId="Equation.DSMT4">
                    <p:embed/>
                    <p:pic>
                      <p:nvPicPr>
                        <p:cNvPr id="59" name="Object 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9" y="2108"/>
                          <a:ext cx="678" cy="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65"/>
          <p:cNvGrpSpPr>
            <a:grpSpLocks/>
          </p:cNvGrpSpPr>
          <p:nvPr/>
        </p:nvGrpSpPr>
        <p:grpSpPr bwMode="auto">
          <a:xfrm>
            <a:off x="2168950" y="5414290"/>
            <a:ext cx="4108451" cy="461963"/>
            <a:chOff x="1124" y="2509"/>
            <a:chExt cx="2588" cy="291"/>
          </a:xfrm>
        </p:grpSpPr>
        <p:sp>
          <p:nvSpPr>
            <p:cNvPr id="61" name="Rectangle 40"/>
            <p:cNvSpPr>
              <a:spLocks noChangeArrowheads="1"/>
            </p:cNvSpPr>
            <p:nvPr/>
          </p:nvSpPr>
          <p:spPr bwMode="auto">
            <a:xfrm>
              <a:off x="1124" y="2509"/>
              <a:ext cx="25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则称     为         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本质奇点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62" name="Object 41"/>
            <p:cNvGraphicFramePr>
              <a:graphicFrameLocks/>
            </p:cNvGraphicFramePr>
            <p:nvPr/>
          </p:nvGraphicFramePr>
          <p:xfrm>
            <a:off x="1609" y="2524"/>
            <a:ext cx="17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9360" imgH="380880" progId="Equation.3">
                    <p:embed/>
                  </p:oleObj>
                </mc:Choice>
                <mc:Fallback>
                  <p:oleObj name="公式" r:id="rId9" imgW="279360" imgH="380880" progId="Equation.3">
                    <p:embed/>
                    <p:pic>
                      <p:nvPicPr>
                        <p:cNvPr id="62" name="Object 4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2524"/>
                          <a:ext cx="176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2"/>
            <p:cNvGraphicFramePr>
              <a:graphicFrameLocks/>
            </p:cNvGraphicFramePr>
            <p:nvPr/>
          </p:nvGraphicFramePr>
          <p:xfrm>
            <a:off x="2008" y="2553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63" name="Object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2553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925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60A0-DA1D-C667-711B-47DA162B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00BA35-87DA-53C3-3816-5026B4878BC6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71EBF717-E56A-E274-A17F-AF1D61ED5C61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ECC7B249-16F0-88F6-67DD-41AF8704346E}"/>
              </a:ext>
            </a:extLst>
          </p:cNvPr>
          <p:cNvGraphicFramePr>
            <a:graphicFrameLocks/>
          </p:cNvGraphicFramePr>
          <p:nvPr/>
        </p:nvGraphicFramePr>
        <p:xfrm>
          <a:off x="2537966" y="1096492"/>
          <a:ext cx="746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467480" imgH="838080" progId="Equation.3">
                  <p:embed/>
                </p:oleObj>
              </mc:Choice>
              <mc:Fallback>
                <p:oleObj name="公式" r:id="rId3" imgW="7467480" imgH="838080" progId="Equation.3">
                  <p:embed/>
                  <p:pic>
                    <p:nvPicPr>
                      <p:cNvPr id="20" name="Object 2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966" y="1096492"/>
                        <a:ext cx="7467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52">
            <a:extLst>
              <a:ext uri="{FF2B5EF4-FFF2-40B4-BE49-F238E27FC236}">
                <a16:creationId xmlns:a16="http://schemas.microsoft.com/office/drawing/2014/main" id="{0A3C19BD-231B-9948-0BCA-A8380ED505D7}"/>
              </a:ext>
            </a:extLst>
          </p:cNvPr>
          <p:cNvGrpSpPr>
            <a:grpSpLocks/>
          </p:cNvGrpSpPr>
          <p:nvPr/>
        </p:nvGrpSpPr>
        <p:grpSpPr bwMode="auto">
          <a:xfrm>
            <a:off x="2198241" y="2615727"/>
            <a:ext cx="4468813" cy="457200"/>
            <a:chOff x="854" y="2874"/>
            <a:chExt cx="2815" cy="288"/>
          </a:xfrm>
        </p:grpSpPr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0E5C5C28-D9EA-48E7-4E55-67E86A7C4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874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5264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D8D4F42-87AE-8219-EB6A-56EEBD5D1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" y="2874"/>
              <a:ext cx="16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不含负幂次项；    </a:t>
              </a:r>
            </a:p>
          </p:txBody>
        </p:sp>
      </p:grpSp>
      <p:grpSp>
        <p:nvGrpSpPr>
          <p:cNvPr id="25" name="Group 53">
            <a:extLst>
              <a:ext uri="{FF2B5EF4-FFF2-40B4-BE49-F238E27FC236}">
                <a16:creationId xmlns:a16="http://schemas.microsoft.com/office/drawing/2014/main" id="{E9DC7080-15DA-C8BB-A4CF-12F9E8B985FD}"/>
              </a:ext>
            </a:extLst>
          </p:cNvPr>
          <p:cNvGrpSpPr>
            <a:grpSpLocks/>
          </p:cNvGrpSpPr>
          <p:nvPr/>
        </p:nvGrpSpPr>
        <p:grpSpPr bwMode="auto">
          <a:xfrm>
            <a:off x="2198241" y="3303207"/>
            <a:ext cx="7802563" cy="461963"/>
            <a:chOff x="852" y="3246"/>
            <a:chExt cx="4915" cy="291"/>
          </a:xfrm>
        </p:grpSpPr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3527DCD5-7AA5-2A84-60B0-3EE50CE9B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246"/>
              <a:ext cx="1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400" b="1" i="1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 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39">
              <a:extLst>
                <a:ext uri="{FF2B5EF4-FFF2-40B4-BE49-F238E27FC236}">
                  <a16:creationId xmlns:a16="http://schemas.microsoft.com/office/drawing/2014/main" id="{B47E370A-17FB-794C-27AD-7F561562C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3246"/>
              <a:ext cx="37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含有限多个负幂次项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且最高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负幂次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grpSp>
        <p:nvGrpSpPr>
          <p:cNvPr id="28" name="Group 54">
            <a:extLst>
              <a:ext uri="{FF2B5EF4-FFF2-40B4-BE49-F238E27FC236}">
                <a16:creationId xmlns:a16="http://schemas.microsoft.com/office/drawing/2014/main" id="{70E48ABC-D456-2C3C-3E67-3F1F3F6F8873}"/>
              </a:ext>
            </a:extLst>
          </p:cNvPr>
          <p:cNvGrpSpPr>
            <a:grpSpLocks/>
          </p:cNvGrpSpPr>
          <p:nvPr/>
        </p:nvGrpSpPr>
        <p:grpSpPr bwMode="auto">
          <a:xfrm>
            <a:off x="2198241" y="4008496"/>
            <a:ext cx="5487988" cy="461963"/>
            <a:chOff x="850" y="3618"/>
            <a:chExt cx="3457" cy="291"/>
          </a:xfrm>
        </p:grpSpPr>
        <p:sp>
          <p:nvSpPr>
            <p:cNvPr id="29" name="Rectangle 37">
              <a:extLst>
                <a:ext uri="{FF2B5EF4-FFF2-40B4-BE49-F238E27FC236}">
                  <a16:creationId xmlns:a16="http://schemas.microsoft.com/office/drawing/2014/main" id="{BDE97BAB-A0BF-96F4-857C-808A55CC0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" y="3618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本质奇点 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40">
              <a:extLst>
                <a:ext uri="{FF2B5EF4-FFF2-40B4-BE49-F238E27FC236}">
                  <a16:creationId xmlns:a16="http://schemas.microsoft.com/office/drawing/2014/main" id="{41EABD63-1724-00CE-C799-8811A5910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" y="3618"/>
              <a:ext cx="22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含有无穷多个负幂次项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32" name="Group 48">
            <a:extLst>
              <a:ext uri="{FF2B5EF4-FFF2-40B4-BE49-F238E27FC236}">
                <a16:creationId xmlns:a16="http://schemas.microsoft.com/office/drawing/2014/main" id="{00762919-4B39-D23C-E198-7AB38BB6F29D}"/>
              </a:ext>
            </a:extLst>
          </p:cNvPr>
          <p:cNvGrpSpPr>
            <a:grpSpLocks/>
          </p:cNvGrpSpPr>
          <p:nvPr/>
        </p:nvGrpSpPr>
        <p:grpSpPr bwMode="auto">
          <a:xfrm>
            <a:off x="7546528" y="1161579"/>
            <a:ext cx="1155700" cy="895350"/>
            <a:chOff x="4062" y="2076"/>
            <a:chExt cx="728" cy="564"/>
          </a:xfrm>
        </p:grpSpPr>
        <p:grpSp>
          <p:nvGrpSpPr>
            <p:cNvPr id="33" name="Group 25">
              <a:extLst>
                <a:ext uri="{FF2B5EF4-FFF2-40B4-BE49-F238E27FC236}">
                  <a16:creationId xmlns:a16="http://schemas.microsoft.com/office/drawing/2014/main" id="{87C7BE66-45D9-0176-D178-ACB4F9E72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" y="2076"/>
              <a:ext cx="606" cy="564"/>
              <a:chOff x="3402" y="1086"/>
              <a:chExt cx="168" cy="372"/>
            </a:xfrm>
          </p:grpSpPr>
          <p:sp>
            <p:nvSpPr>
              <p:cNvPr id="35" name="Line 26">
                <a:extLst>
                  <a:ext uri="{FF2B5EF4-FFF2-40B4-BE49-F238E27FC236}">
                    <a16:creationId xmlns:a16="http://schemas.microsoft.com/office/drawing/2014/main" id="{868F0E6B-C1F9-DB02-230F-A2DDC08BB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27">
                <a:extLst>
                  <a:ext uri="{FF2B5EF4-FFF2-40B4-BE49-F238E27FC236}">
                    <a16:creationId xmlns:a16="http://schemas.microsoft.com/office/drawing/2014/main" id="{6A46BF51-B6AA-ECE0-2715-153BFEF16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Rectangle 44">
              <a:extLst>
                <a:ext uri="{FF2B5EF4-FFF2-40B4-BE49-F238E27FC236}">
                  <a16:creationId xmlns:a16="http://schemas.microsoft.com/office/drawing/2014/main" id="{94BB47E1-67EE-A66B-8617-3CC6EC8D8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426"/>
              <a:ext cx="7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  </a:t>
              </a:r>
            </a:p>
          </p:txBody>
        </p:sp>
      </p:grpSp>
      <p:grpSp>
        <p:nvGrpSpPr>
          <p:cNvPr id="37" name="Group 50">
            <a:extLst>
              <a:ext uri="{FF2B5EF4-FFF2-40B4-BE49-F238E27FC236}">
                <a16:creationId xmlns:a16="http://schemas.microsoft.com/office/drawing/2014/main" id="{4EC20E8A-3697-0324-F2AB-A408FA20ABEC}"/>
              </a:ext>
            </a:extLst>
          </p:cNvPr>
          <p:cNvGrpSpPr>
            <a:grpSpLocks/>
          </p:cNvGrpSpPr>
          <p:nvPr/>
        </p:nvGrpSpPr>
        <p:grpSpPr bwMode="auto">
          <a:xfrm>
            <a:off x="3442841" y="1158404"/>
            <a:ext cx="1155700" cy="895350"/>
            <a:chOff x="1477" y="2074"/>
            <a:chExt cx="728" cy="564"/>
          </a:xfrm>
        </p:grpSpPr>
        <p:grpSp>
          <p:nvGrpSpPr>
            <p:cNvPr id="38" name="Group 28">
              <a:extLst>
                <a:ext uri="{FF2B5EF4-FFF2-40B4-BE49-F238E27FC236}">
                  <a16:creationId xmlns:a16="http://schemas.microsoft.com/office/drawing/2014/main" id="{2180B64E-54D8-017D-2CF8-105B0ADE7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0" y="2074"/>
              <a:ext cx="606" cy="564"/>
              <a:chOff x="3402" y="1086"/>
              <a:chExt cx="168" cy="372"/>
            </a:xfrm>
          </p:grpSpPr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50B5E3DD-5113-50BA-8B14-A4CF02855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30">
                <a:extLst>
                  <a:ext uri="{FF2B5EF4-FFF2-40B4-BE49-F238E27FC236}">
                    <a16:creationId xmlns:a16="http://schemas.microsoft.com/office/drawing/2014/main" id="{C7E66B68-F00D-E480-BBE5-78BA22DB6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F36A9782-7941-8B13-F29A-3C8E171EE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" y="2426"/>
              <a:ext cx="7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本性奇点   </a:t>
              </a:r>
            </a:p>
          </p:txBody>
        </p:sp>
      </p:grpSp>
      <p:grpSp>
        <p:nvGrpSpPr>
          <p:cNvPr id="42" name="Group 49">
            <a:extLst>
              <a:ext uri="{FF2B5EF4-FFF2-40B4-BE49-F238E27FC236}">
                <a16:creationId xmlns:a16="http://schemas.microsoft.com/office/drawing/2014/main" id="{3F55CFF2-00BE-4B3C-5F5C-E7797A22391C}"/>
              </a:ext>
            </a:extLst>
          </p:cNvPr>
          <p:cNvGrpSpPr>
            <a:grpSpLocks/>
          </p:cNvGrpSpPr>
          <p:nvPr/>
        </p:nvGrpSpPr>
        <p:grpSpPr bwMode="auto">
          <a:xfrm>
            <a:off x="4549328" y="1155231"/>
            <a:ext cx="2117725" cy="1031876"/>
            <a:chOff x="2174" y="2072"/>
            <a:chExt cx="1334" cy="650"/>
          </a:xfrm>
        </p:grpSpPr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F1518BD3-FDD4-20A2-B33A-F3DB3F068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4" y="2072"/>
              <a:ext cx="606" cy="564"/>
              <a:chOff x="3402" y="1086"/>
              <a:chExt cx="168" cy="372"/>
            </a:xfrm>
          </p:grpSpPr>
          <p:sp>
            <p:nvSpPr>
              <p:cNvPr id="45" name="Line 32">
                <a:extLst>
                  <a:ext uri="{FF2B5EF4-FFF2-40B4-BE49-F238E27FC236}">
                    <a16:creationId xmlns:a16="http://schemas.microsoft.com/office/drawing/2014/main" id="{1E9EF3F8-5625-EEED-5470-0029A3E4B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33">
                <a:extLst>
                  <a:ext uri="{FF2B5EF4-FFF2-40B4-BE49-F238E27FC236}">
                    <a16:creationId xmlns:a16="http://schemas.microsoft.com/office/drawing/2014/main" id="{28D82291-4508-6C8A-10F0-C41F73DE9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CBCF6F74-2BC2-03DB-89D1-490F95DCF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509"/>
              <a:ext cx="73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   </a:t>
              </a:r>
            </a:p>
          </p:txBody>
        </p:sp>
      </p:grpSp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E0D9FDC9-4C02-B5D8-9549-BE4F3E76E479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46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8595610" y="3415426"/>
            <a:ext cx="20313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不含负幂次项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aphicFrame>
        <p:nvGraphicFramePr>
          <p:cNvPr id="6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2115303"/>
              </p:ext>
            </p:extLst>
          </p:nvPr>
        </p:nvGraphicFramePr>
        <p:xfrm>
          <a:off x="3264221" y="2355973"/>
          <a:ext cx="48847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89160" imgH="787320" progId="Equation.3">
                  <p:embed/>
                </p:oleObj>
              </mc:Choice>
              <mc:Fallback>
                <p:oleObj name="公式" r:id="rId3" imgW="4889160" imgH="787320" progId="Equation.3">
                  <p:embed/>
                  <p:pic>
                    <p:nvPicPr>
                      <p:cNvPr id="6" name="Object 1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221" y="2355973"/>
                        <a:ext cx="488473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2444552" y="1725439"/>
            <a:ext cx="6608763" cy="457200"/>
            <a:chOff x="660" y="1723"/>
            <a:chExt cx="4163" cy="288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660" y="1723"/>
              <a:ext cx="41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的去心邻域内的洛朗级数，有     </a:t>
              </a:r>
            </a:p>
          </p:txBody>
        </p:sp>
        <p:graphicFrame>
          <p:nvGraphicFramePr>
            <p:cNvPr id="25" name="Object 26"/>
            <p:cNvGraphicFramePr>
              <a:graphicFrameLocks/>
            </p:cNvGraphicFramePr>
            <p:nvPr/>
          </p:nvGraphicFramePr>
          <p:xfrm>
            <a:off x="1565" y="1766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47640" imgH="291960" progId="Equation.3">
                    <p:embed/>
                  </p:oleObj>
                </mc:Choice>
                <mc:Fallback>
                  <p:oleObj name="公式" r:id="rId5" imgW="647640" imgH="291960" progId="Equation.3">
                    <p:embed/>
                    <p:pic>
                      <p:nvPicPr>
                        <p:cNvPr id="25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766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7"/>
            <p:cNvGraphicFramePr>
              <a:graphicFrameLocks/>
            </p:cNvGraphicFramePr>
            <p:nvPr/>
          </p:nvGraphicFramePr>
          <p:xfrm>
            <a:off x="931" y="1766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6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" y="1766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42"/>
          <p:cNvGrpSpPr>
            <a:grpSpLocks/>
          </p:cNvGrpSpPr>
          <p:nvPr/>
        </p:nvGrpSpPr>
        <p:grpSpPr bwMode="auto">
          <a:xfrm>
            <a:off x="3879149" y="3247150"/>
            <a:ext cx="4687888" cy="723900"/>
            <a:chOff x="1341" y="2663"/>
            <a:chExt cx="2953" cy="456"/>
          </a:xfrm>
        </p:grpSpPr>
        <p:graphicFrame>
          <p:nvGraphicFramePr>
            <p:cNvPr id="28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55211225"/>
                </p:ext>
              </p:extLst>
            </p:nvPr>
          </p:nvGraphicFramePr>
          <p:xfrm>
            <a:off x="1341" y="2663"/>
            <a:ext cx="1736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755800" imgH="723600" progId="Equation.3">
                    <p:embed/>
                  </p:oleObj>
                </mc:Choice>
                <mc:Fallback>
                  <p:oleObj name="公式" r:id="rId9" imgW="2755800" imgH="723600" progId="Equation.3">
                    <p:embed/>
                    <p:pic>
                      <p:nvPicPr>
                        <p:cNvPr id="28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" y="2663"/>
                          <a:ext cx="1736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8"/>
            <p:cNvGraphicFramePr>
              <a:graphicFrameLocks/>
            </p:cNvGraphicFramePr>
            <p:nvPr/>
          </p:nvGraphicFramePr>
          <p:xfrm>
            <a:off x="3142" y="2805"/>
            <a:ext cx="115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828800" imgH="342720" progId="Equation.3">
                    <p:embed/>
                  </p:oleObj>
                </mc:Choice>
                <mc:Fallback>
                  <p:oleObj name="公式" r:id="rId11" imgW="1828800" imgH="342720" progId="Equation.3">
                    <p:embed/>
                    <p:pic>
                      <p:nvPicPr>
                        <p:cNvPr id="29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2" y="2805"/>
                          <a:ext cx="115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1768823" y="953111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00" imgH="190440" progId="Equation.DSMT4">
                  <p:embed/>
                </p:oleObj>
              </mc:Choice>
              <mc:Fallback>
                <p:oleObj name="Equation" r:id="rId13" imgW="266400" imgH="19044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823" y="953111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2444552" y="728487"/>
          <a:ext cx="4011613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79560" imgH="419040" progId="Equation.DSMT4">
                  <p:embed/>
                </p:oleObj>
              </mc:Choice>
              <mc:Fallback>
                <p:oleObj name="Equation" r:id="rId15" imgW="1879560" imgH="419040" progId="Equation.DSMT4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552" y="728487"/>
                        <a:ext cx="4011613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1846857" y="1720676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DD8B21E-05D4-D0DC-AD78-FCE816E55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111098"/>
              </p:ext>
            </p:extLst>
          </p:nvPr>
        </p:nvGraphicFramePr>
        <p:xfrm>
          <a:off x="2549619" y="4148085"/>
          <a:ext cx="3777538" cy="437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66600" imgH="215640" progId="Equation.DSMT4">
                  <p:embed/>
                </p:oleObj>
              </mc:Choice>
              <mc:Fallback>
                <p:oleObj name="Equation" r:id="rId17" imgW="1866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49619" y="4148085"/>
                        <a:ext cx="3777538" cy="437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721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2435225" y="1577367"/>
            <a:ext cx="3171825" cy="457200"/>
            <a:chOff x="738" y="840"/>
            <a:chExt cx="1998" cy="288"/>
          </a:xfrm>
        </p:grpSpPr>
        <p:graphicFrame>
          <p:nvGraphicFramePr>
            <p:cNvPr id="6" name="Object 1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25617730"/>
                </p:ext>
              </p:extLst>
            </p:nvPr>
          </p:nvGraphicFramePr>
          <p:xfrm>
            <a:off x="738" y="885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6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" y="885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1127" y="840"/>
              <a:ext cx="16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的奇点， </a:t>
              </a:r>
            </a:p>
          </p:txBody>
        </p:sp>
        <p:graphicFrame>
          <p:nvGraphicFramePr>
            <p:cNvPr id="9" name="Object 15"/>
            <p:cNvGraphicFramePr>
              <a:graphicFrameLocks/>
            </p:cNvGraphicFramePr>
            <p:nvPr/>
          </p:nvGraphicFramePr>
          <p:xfrm>
            <a:off x="1430" y="88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9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" y="885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74"/>
          <p:cNvGrpSpPr>
            <a:grpSpLocks/>
          </p:cNvGrpSpPr>
          <p:nvPr/>
        </p:nvGrpSpPr>
        <p:grpSpPr bwMode="auto">
          <a:xfrm>
            <a:off x="2252061" y="2253088"/>
            <a:ext cx="6532563" cy="457200"/>
            <a:chOff x="660" y="2923"/>
            <a:chExt cx="4115" cy="288"/>
          </a:xfrm>
        </p:grpSpPr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660" y="2923"/>
              <a:ext cx="41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的去心邻域内的洛朗级数，有    </a:t>
              </a:r>
            </a:p>
          </p:txBody>
        </p:sp>
        <p:graphicFrame>
          <p:nvGraphicFramePr>
            <p:cNvPr id="22" name="Object 23"/>
            <p:cNvGraphicFramePr>
              <a:graphicFrameLocks/>
            </p:cNvGraphicFramePr>
            <p:nvPr/>
          </p:nvGraphicFramePr>
          <p:xfrm>
            <a:off x="1565" y="2966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22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966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4"/>
            <p:cNvGraphicFramePr>
              <a:graphicFrameLocks/>
            </p:cNvGraphicFramePr>
            <p:nvPr/>
          </p:nvGraphicFramePr>
          <p:xfrm>
            <a:off x="931" y="2966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23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" y="2966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36"/>
          <p:cNvSpPr>
            <a:spLocks noChangeArrowheads="1"/>
          </p:cNvSpPr>
          <p:nvPr/>
        </p:nvSpPr>
        <p:spPr bwMode="auto">
          <a:xfrm>
            <a:off x="9568768" y="3006039"/>
            <a:ext cx="2771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含无穷多个负幂次项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pSp>
        <p:nvGrpSpPr>
          <p:cNvPr id="25" name="Group 75"/>
          <p:cNvGrpSpPr>
            <a:grpSpLocks/>
          </p:cNvGrpSpPr>
          <p:nvPr/>
        </p:nvGrpSpPr>
        <p:grpSpPr bwMode="auto">
          <a:xfrm>
            <a:off x="2329857" y="2802363"/>
            <a:ext cx="7242175" cy="809625"/>
            <a:chOff x="932" y="3232"/>
            <a:chExt cx="4562" cy="510"/>
          </a:xfrm>
        </p:grpSpPr>
        <p:graphicFrame>
          <p:nvGraphicFramePr>
            <p:cNvPr id="26" name="Object 25"/>
            <p:cNvGraphicFramePr>
              <a:graphicFrameLocks/>
            </p:cNvGraphicFramePr>
            <p:nvPr/>
          </p:nvGraphicFramePr>
          <p:xfrm>
            <a:off x="4342" y="3405"/>
            <a:ext cx="115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828800" imgH="342720" progId="Equation.3">
                    <p:embed/>
                  </p:oleObj>
                </mc:Choice>
                <mc:Fallback>
                  <p:oleObj name="公式" r:id="rId9" imgW="1828800" imgH="342720" progId="Equation.3">
                    <p:embed/>
                    <p:pic>
                      <p:nvPicPr>
                        <p:cNvPr id="26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2" y="3405"/>
                          <a:ext cx="115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5"/>
            <p:cNvGraphicFramePr>
              <a:graphicFrameLocks/>
            </p:cNvGraphicFramePr>
            <p:nvPr/>
          </p:nvGraphicFramePr>
          <p:xfrm>
            <a:off x="1768" y="3246"/>
            <a:ext cx="2463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911400" imgH="787320" progId="Equation.3">
                    <p:embed/>
                  </p:oleObj>
                </mc:Choice>
                <mc:Fallback>
                  <p:oleObj name="公式" r:id="rId11" imgW="3911400" imgH="787320" progId="Equation.3">
                    <p:embed/>
                    <p:pic>
                      <p:nvPicPr>
                        <p:cNvPr id="27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3246"/>
                          <a:ext cx="2463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Group 42"/>
            <p:cNvGrpSpPr>
              <a:grpSpLocks/>
            </p:cNvGrpSpPr>
            <p:nvPr/>
          </p:nvGrpSpPr>
          <p:grpSpPr bwMode="auto">
            <a:xfrm>
              <a:off x="932" y="3232"/>
              <a:ext cx="771" cy="368"/>
              <a:chOff x="4221" y="299"/>
              <a:chExt cx="771" cy="368"/>
            </a:xfrm>
          </p:grpSpPr>
          <p:graphicFrame>
            <p:nvGraphicFramePr>
              <p:cNvPr id="29" name="Object 43"/>
              <p:cNvGraphicFramePr>
                <a:graphicFrameLocks/>
              </p:cNvGraphicFramePr>
              <p:nvPr/>
            </p:nvGraphicFramePr>
            <p:xfrm>
              <a:off x="4221" y="451"/>
              <a:ext cx="68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091880" imgH="342720" progId="Equation.3">
                      <p:embed/>
                    </p:oleObj>
                  </mc:Choice>
                  <mc:Fallback>
                    <p:oleObj name="公式" r:id="rId13" imgW="1091880" imgH="342720" progId="Equation.3">
                      <p:embed/>
                      <p:pic>
                        <p:nvPicPr>
                          <p:cNvPr id="29" name="Object 4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1" y="451"/>
                            <a:ext cx="688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44"/>
              <p:cNvGraphicFramePr>
                <a:graphicFrameLocks/>
              </p:cNvGraphicFramePr>
              <p:nvPr/>
            </p:nvGraphicFramePr>
            <p:xfrm>
              <a:off x="4898" y="407"/>
              <a:ext cx="88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39680" imgH="355320" progId="Equation.3">
                      <p:embed/>
                    </p:oleObj>
                  </mc:Choice>
                  <mc:Fallback>
                    <p:oleObj name="公式" r:id="rId15" imgW="139680" imgH="355320" progId="Equation.3">
                      <p:embed/>
                      <p:pic>
                        <p:nvPicPr>
                          <p:cNvPr id="30" name="Object 44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8" y="407"/>
                            <a:ext cx="88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45"/>
              <p:cNvGraphicFramePr>
                <a:graphicFrameLocks/>
              </p:cNvGraphicFramePr>
              <p:nvPr/>
            </p:nvGraphicFramePr>
            <p:xfrm>
              <a:off x="4898" y="299"/>
              <a:ext cx="8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26720" imgH="355320" progId="Equation.3">
                      <p:embed/>
                    </p:oleObj>
                  </mc:Choice>
                  <mc:Fallback>
                    <p:oleObj name="公式" r:id="rId17" imgW="126720" imgH="355320" progId="Equation.3">
                      <p:embed/>
                      <p:pic>
                        <p:nvPicPr>
                          <p:cNvPr id="32" name="Object 45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8" y="299"/>
                            <a:ext cx="8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Line 46"/>
              <p:cNvSpPr>
                <a:spLocks noChangeShapeType="1"/>
              </p:cNvSpPr>
              <p:nvPr/>
            </p:nvSpPr>
            <p:spPr bwMode="auto">
              <a:xfrm>
                <a:off x="4878" y="444"/>
                <a:ext cx="1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1706341" y="973587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190440" progId="Equation.DSMT4">
                  <p:embed/>
                </p:oleObj>
              </mc:Choice>
              <mc:Fallback>
                <p:oleObj name="Equation" r:id="rId19" imgW="266400" imgH="190440" progId="Equation.DSMT4">
                  <p:embed/>
                  <p:pic>
                    <p:nvPicPr>
                      <p:cNvPr id="59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341" y="973587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646702"/>
              </p:ext>
            </p:extLst>
          </p:nvPr>
        </p:nvGraphicFramePr>
        <p:xfrm>
          <a:off x="2435225" y="715963"/>
          <a:ext cx="37401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52480" imgH="342720" progId="Equation.DSMT4">
                  <p:embed/>
                </p:oleObj>
              </mc:Choice>
              <mc:Fallback>
                <p:oleObj name="Equation" r:id="rId21" imgW="1752480" imgH="342720" progId="Equation.DSMT4">
                  <p:embed/>
                  <p:pic>
                    <p:nvPicPr>
                      <p:cNvPr id="60" name="对象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715963"/>
                        <a:ext cx="37401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15"/>
          <p:cNvSpPr txBox="1">
            <a:spLocks noChangeArrowheads="1"/>
          </p:cNvSpPr>
          <p:nvPr/>
        </p:nvSpPr>
        <p:spPr bwMode="auto">
          <a:xfrm>
            <a:off x="1704299" y="1544029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pSp>
        <p:nvGrpSpPr>
          <p:cNvPr id="63" name="Group 73"/>
          <p:cNvGrpSpPr>
            <a:grpSpLocks/>
          </p:cNvGrpSpPr>
          <p:nvPr/>
        </p:nvGrpSpPr>
        <p:grpSpPr bwMode="auto">
          <a:xfrm>
            <a:off x="2261617" y="3845240"/>
            <a:ext cx="4589463" cy="461962"/>
            <a:chOff x="661" y="2405"/>
            <a:chExt cx="2891" cy="291"/>
          </a:xfrm>
        </p:grpSpPr>
        <p:sp>
          <p:nvSpPr>
            <p:cNvPr id="64" name="Rectangle 2"/>
            <p:cNvSpPr>
              <a:spLocks noChangeArrowheads="1"/>
            </p:cNvSpPr>
            <p:nvPr/>
          </p:nvSpPr>
          <p:spPr bwMode="auto">
            <a:xfrm>
              <a:off x="1594" y="2405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本性奇点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65" name="Object 19"/>
            <p:cNvGraphicFramePr>
              <a:graphicFrameLocks/>
            </p:cNvGraphicFramePr>
            <p:nvPr/>
          </p:nvGraphicFramePr>
          <p:xfrm>
            <a:off x="1241" y="2450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65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1" y="2450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20"/>
            <p:cNvGraphicFramePr>
              <a:graphicFrameLocks/>
            </p:cNvGraphicFramePr>
            <p:nvPr/>
          </p:nvGraphicFramePr>
          <p:xfrm>
            <a:off x="1867" y="245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66" name="Object 2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" y="2450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661" y="2406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因此，   </a:t>
              </a:r>
            </a:p>
          </p:txBody>
        </p:sp>
      </p:grpSp>
      <p:sp>
        <p:nvSpPr>
          <p:cNvPr id="6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98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340046" y="3131847"/>
            <a:ext cx="47580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含有限个负幂次项，且最高负幂次为</a:t>
            </a:r>
            <a:r>
              <a:rPr lang="zh-CN" altLang="en-US" sz="1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aphicFrame>
        <p:nvGraphicFramePr>
          <p:cNvPr id="7" name="Objec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482481"/>
              </p:ext>
            </p:extLst>
          </p:nvPr>
        </p:nvGraphicFramePr>
        <p:xfrm>
          <a:off x="3488190" y="2427482"/>
          <a:ext cx="47466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749480" imgH="799920" progId="Equation.3">
                  <p:embed/>
                </p:oleObj>
              </mc:Choice>
              <mc:Fallback>
                <p:oleObj name="公式" r:id="rId3" imgW="4749480" imgH="799920" progId="Equation.3">
                  <p:embed/>
                  <p:pic>
                    <p:nvPicPr>
                      <p:cNvPr id="7" name="Object 1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190" y="2427482"/>
                        <a:ext cx="47466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40"/>
          <p:cNvGrpSpPr>
            <a:grpSpLocks/>
          </p:cNvGrpSpPr>
          <p:nvPr/>
        </p:nvGrpSpPr>
        <p:grpSpPr bwMode="auto">
          <a:xfrm>
            <a:off x="1340709" y="1822276"/>
            <a:ext cx="6878638" cy="461963"/>
            <a:chOff x="660" y="1819"/>
            <a:chExt cx="4333" cy="291"/>
          </a:xfrm>
        </p:grpSpPr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660" y="1819"/>
              <a:ext cx="433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的去心邻域内展成洛朗级数，有    </a:t>
              </a:r>
            </a:p>
          </p:txBody>
        </p:sp>
        <p:graphicFrame>
          <p:nvGraphicFramePr>
            <p:cNvPr id="26" name="Object 23"/>
            <p:cNvGraphicFramePr>
              <a:graphicFrameLocks/>
            </p:cNvGraphicFramePr>
            <p:nvPr/>
          </p:nvGraphicFramePr>
          <p:xfrm>
            <a:off x="1573" y="1862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22080" imgH="291960" progId="Equation.3">
                    <p:embed/>
                  </p:oleObj>
                </mc:Choice>
                <mc:Fallback>
                  <p:oleObj name="公式" r:id="rId5" imgW="622080" imgH="291960" progId="Equation.3">
                    <p:embed/>
                    <p:pic>
                      <p:nvPicPr>
                        <p:cNvPr id="26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3" y="1862"/>
                          <a:ext cx="3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4"/>
            <p:cNvGraphicFramePr>
              <a:graphicFrameLocks/>
            </p:cNvGraphicFramePr>
            <p:nvPr/>
          </p:nvGraphicFramePr>
          <p:xfrm>
            <a:off x="931" y="186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7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" y="186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42"/>
          <p:cNvGrpSpPr>
            <a:grpSpLocks/>
          </p:cNvGrpSpPr>
          <p:nvPr/>
        </p:nvGrpSpPr>
        <p:grpSpPr bwMode="auto">
          <a:xfrm>
            <a:off x="1444524" y="4610062"/>
            <a:ext cx="3521076" cy="461963"/>
            <a:chOff x="337" y="3791"/>
            <a:chExt cx="2218" cy="291"/>
          </a:xfrm>
        </p:grpSpPr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694" y="3791"/>
              <a:ext cx="18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30" name="Object 2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98499678"/>
                </p:ext>
              </p:extLst>
            </p:nvPr>
          </p:nvGraphicFramePr>
          <p:xfrm>
            <a:off x="337" y="3845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22080" imgH="291960" progId="Equation.3">
                    <p:embed/>
                  </p:oleObj>
                </mc:Choice>
                <mc:Fallback>
                  <p:oleObj name="公式" r:id="rId9" imgW="622080" imgH="291960" progId="Equation.3">
                    <p:embed/>
                    <p:pic>
                      <p:nvPicPr>
                        <p:cNvPr id="30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" y="3845"/>
                          <a:ext cx="3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86025711"/>
                </p:ext>
              </p:extLst>
            </p:nvPr>
          </p:nvGraphicFramePr>
          <p:xfrm>
            <a:off x="943" y="384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32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3" y="3845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94104"/>
              </p:ext>
            </p:extLst>
          </p:nvPr>
        </p:nvGraphicFramePr>
        <p:xfrm>
          <a:off x="1414914" y="2365570"/>
          <a:ext cx="1968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68480" imgH="863280" progId="Equation.3">
                  <p:embed/>
                </p:oleObj>
              </mc:Choice>
              <mc:Fallback>
                <p:oleObj name="公式" r:id="rId12" imgW="1968480" imgH="863280" progId="Equation.3">
                  <p:embed/>
                  <p:pic>
                    <p:nvPicPr>
                      <p:cNvPr id="33" name="Object 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914" y="2365570"/>
                        <a:ext cx="1968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41"/>
          <p:cNvGrpSpPr>
            <a:grpSpLocks/>
          </p:cNvGrpSpPr>
          <p:nvPr/>
        </p:nvGrpSpPr>
        <p:grpSpPr bwMode="auto">
          <a:xfrm>
            <a:off x="3529964" y="3506072"/>
            <a:ext cx="6834186" cy="800100"/>
            <a:chOff x="1290" y="2717"/>
            <a:chExt cx="4305" cy="504"/>
          </a:xfrm>
        </p:grpSpPr>
        <p:graphicFrame>
          <p:nvGraphicFramePr>
            <p:cNvPr id="35" name="Object 25"/>
            <p:cNvGraphicFramePr>
              <a:graphicFrameLocks/>
            </p:cNvGraphicFramePr>
            <p:nvPr/>
          </p:nvGraphicFramePr>
          <p:xfrm>
            <a:off x="4443" y="2861"/>
            <a:ext cx="115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828800" imgH="342720" progId="Equation.3">
                    <p:embed/>
                  </p:oleObj>
                </mc:Choice>
                <mc:Fallback>
                  <p:oleObj name="公式" r:id="rId14" imgW="1828800" imgH="342720" progId="Equation.3">
                    <p:embed/>
                    <p:pic>
                      <p:nvPicPr>
                        <p:cNvPr id="35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3" y="2861"/>
                          <a:ext cx="115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/>
            </p:cNvGraphicFramePr>
            <p:nvPr/>
          </p:nvGraphicFramePr>
          <p:xfrm>
            <a:off x="1290" y="2717"/>
            <a:ext cx="3078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041800" imgH="799920" progId="Equation.3">
                    <p:embed/>
                  </p:oleObj>
                </mc:Choice>
                <mc:Fallback>
                  <p:oleObj name="公式" r:id="rId16" imgW="5041800" imgH="799920" progId="Equation.3">
                    <p:embed/>
                    <p:pic>
                      <p:nvPicPr>
                        <p:cNvPr id="36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" y="2717"/>
                          <a:ext cx="3078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838599" y="942853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190440" progId="Equation.DSMT4">
                  <p:embed/>
                </p:oleObj>
              </mc:Choice>
              <mc:Fallback>
                <p:oleObj name="Equation" r:id="rId18" imgW="266400" imgH="1904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599" y="942853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035167"/>
              </p:ext>
            </p:extLst>
          </p:nvPr>
        </p:nvGraphicFramePr>
        <p:xfrm>
          <a:off x="1471270" y="726533"/>
          <a:ext cx="455453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33360" imgH="444240" progId="Equation.DSMT4">
                  <p:embed/>
                </p:oleObj>
              </mc:Choice>
              <mc:Fallback>
                <p:oleObj name="Equation" r:id="rId20" imgW="2133360" imgH="4442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270" y="726533"/>
                        <a:ext cx="455453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833251" y="181547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09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8" name="Group 2"/>
          <p:cNvGrpSpPr>
            <a:grpSpLocks/>
          </p:cNvGrpSpPr>
          <p:nvPr/>
        </p:nvGrpSpPr>
        <p:grpSpPr bwMode="auto">
          <a:xfrm>
            <a:off x="773836" y="3138516"/>
            <a:ext cx="4689475" cy="481013"/>
            <a:chOff x="516" y="1785"/>
            <a:chExt cx="2954" cy="303"/>
          </a:xfrm>
        </p:grpSpPr>
        <p:sp>
          <p:nvSpPr>
            <p:cNvPr id="49" name="Text Box 3"/>
            <p:cNvSpPr txBox="1">
              <a:spLocks noChangeArrowheads="1"/>
            </p:cNvSpPr>
            <p:nvPr/>
          </p:nvSpPr>
          <p:spPr bwMode="auto">
            <a:xfrm>
              <a:off x="516" y="1785"/>
              <a:ext cx="8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其和函数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0" name="Object 4"/>
            <p:cNvGraphicFramePr>
              <a:graphicFrameLocks noChangeAspect="1"/>
            </p:cNvGraphicFramePr>
            <p:nvPr/>
          </p:nvGraphicFramePr>
          <p:xfrm>
            <a:off x="1355" y="1828"/>
            <a:ext cx="42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736560" imgH="393480" progId="Equation.3">
                    <p:embed/>
                  </p:oleObj>
                </mc:Choice>
                <mc:Fallback>
                  <p:oleObj name="公式" r:id="rId3" imgW="736560" imgH="393480" progId="Equation.3">
                    <p:embed/>
                    <p:pic>
                      <p:nvPicPr>
                        <p:cNvPr id="5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5" y="1828"/>
                          <a:ext cx="42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Text Box 5"/>
            <p:cNvSpPr txBox="1">
              <a:spLocks noChangeArrowheads="1"/>
            </p:cNvSpPr>
            <p:nvPr/>
          </p:nvSpPr>
          <p:spPr bwMode="auto">
            <a:xfrm>
              <a:off x="1747" y="1785"/>
              <a:ext cx="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为在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2" name="Object 6"/>
            <p:cNvGraphicFramePr>
              <a:graphicFrameLocks noChangeAspect="1"/>
            </p:cNvGraphicFramePr>
            <p:nvPr/>
          </p:nvGraphicFramePr>
          <p:xfrm>
            <a:off x="2200" y="1797"/>
            <a:ext cx="17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04560" imgH="431640" progId="Equation.3">
                    <p:embed/>
                  </p:oleObj>
                </mc:Choice>
                <mc:Fallback>
                  <p:oleObj name="Equation" r:id="rId5" imgW="304560" imgH="431640" progId="Equation.3">
                    <p:embed/>
                    <p:pic>
                      <p:nvPicPr>
                        <p:cNvPr id="5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797"/>
                          <a:ext cx="17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Text Box 7"/>
            <p:cNvSpPr txBox="1">
              <a:spLocks noChangeArrowheads="1"/>
            </p:cNvSpPr>
            <p:nvPr/>
          </p:nvSpPr>
          <p:spPr bwMode="auto">
            <a:xfrm>
              <a:off x="2336" y="1797"/>
              <a:ext cx="1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解析的函数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58844"/>
              </p:ext>
            </p:extLst>
          </p:nvPr>
        </p:nvGraphicFramePr>
        <p:xfrm>
          <a:off x="7266787" y="3637909"/>
          <a:ext cx="2914346" cy="93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482400" progId="Equation.DSMT4">
                  <p:embed/>
                </p:oleObj>
              </mc:Choice>
              <mc:Fallback>
                <p:oleObj name="Equation" r:id="rId7" imgW="1498320" imgH="482400" progId="Equation.DSMT4">
                  <p:embed/>
                  <p:pic>
                    <p:nvPicPr>
                      <p:cNvPr id="5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6787" y="3637909"/>
                        <a:ext cx="2914346" cy="937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00797"/>
              </p:ext>
            </p:extLst>
          </p:nvPr>
        </p:nvGraphicFramePr>
        <p:xfrm>
          <a:off x="942992" y="1503963"/>
          <a:ext cx="3120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880" imgH="228600" progId="Equation.DSMT4">
                  <p:embed/>
                </p:oleObj>
              </mc:Choice>
              <mc:Fallback>
                <p:oleObj name="Equation" r:id="rId9" imgW="1523880" imgH="228600" progId="Equation.DSMT4">
                  <p:embed/>
                  <p:pic>
                    <p:nvPicPr>
                      <p:cNvPr id="5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92" y="1503963"/>
                        <a:ext cx="3120000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448550"/>
              </p:ext>
            </p:extLst>
          </p:nvPr>
        </p:nvGraphicFramePr>
        <p:xfrm>
          <a:off x="875831" y="2066333"/>
          <a:ext cx="6130869" cy="54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05040" imgH="241200" progId="Equation.DSMT4">
                  <p:embed/>
                </p:oleObj>
              </mc:Choice>
              <mc:Fallback>
                <p:oleObj name="Equation" r:id="rId11" imgW="2705040" imgH="241200" progId="Equation.DSMT4">
                  <p:embed/>
                  <p:pic>
                    <p:nvPicPr>
                      <p:cNvPr id="5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831" y="2066333"/>
                        <a:ext cx="6130869" cy="546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067583"/>
              </p:ext>
            </p:extLst>
          </p:nvPr>
        </p:nvGraphicFramePr>
        <p:xfrm>
          <a:off x="7042994" y="2198601"/>
          <a:ext cx="2022811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00120" imgH="469800" progId="Equation.3">
                  <p:embed/>
                </p:oleObj>
              </mc:Choice>
              <mc:Fallback>
                <p:oleObj name="公式" r:id="rId13" imgW="2400120" imgH="469800" progId="Equation.3">
                  <p:embed/>
                  <p:pic>
                    <p:nvPicPr>
                      <p:cNvPr id="5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994" y="2198601"/>
                        <a:ext cx="2022811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1923531" y="2129901"/>
            <a:ext cx="5034141" cy="533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1" name="AutoShape 14"/>
          <p:cNvCxnSpPr>
            <a:cxnSpLocks noChangeShapeType="1"/>
          </p:cNvCxnSpPr>
          <p:nvPr/>
        </p:nvCxnSpPr>
        <p:spPr bwMode="auto">
          <a:xfrm>
            <a:off x="2455344" y="2663301"/>
            <a:ext cx="0" cy="39186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2" name="Group 36"/>
          <p:cNvGrpSpPr>
            <a:grpSpLocks/>
          </p:cNvGrpSpPr>
          <p:nvPr/>
        </p:nvGrpSpPr>
        <p:grpSpPr bwMode="auto">
          <a:xfrm>
            <a:off x="4677507" y="4572197"/>
            <a:ext cx="2473325" cy="914400"/>
            <a:chOff x="1008" y="3240"/>
            <a:chExt cx="1558" cy="576"/>
          </a:xfrm>
        </p:grpSpPr>
        <p:sp>
          <p:nvSpPr>
            <p:cNvPr id="63" name="Rectangle 16"/>
            <p:cNvSpPr>
              <a:spLocks noChangeArrowheads="1"/>
            </p:cNvSpPr>
            <p:nvPr/>
          </p:nvSpPr>
          <p:spPr bwMode="auto">
            <a:xfrm>
              <a:off x="1008" y="3240"/>
              <a:ext cx="1558" cy="576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9274237"/>
                </p:ext>
              </p:extLst>
            </p:nvPr>
          </p:nvGraphicFramePr>
          <p:xfrm>
            <a:off x="1096" y="3384"/>
            <a:ext cx="1388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489040" imgH="609480" progId="Equation.DSMT4">
                    <p:embed/>
                  </p:oleObj>
                </mc:Choice>
                <mc:Fallback>
                  <p:oleObj name="Equation" r:id="rId15" imgW="2489040" imgH="609480" progId="Equation.DSMT4">
                    <p:embed/>
                    <p:pic>
                      <p:nvPicPr>
                        <p:cNvPr id="6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6" y="3384"/>
                          <a:ext cx="1388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323225"/>
              </p:ext>
            </p:extLst>
          </p:nvPr>
        </p:nvGraphicFramePr>
        <p:xfrm>
          <a:off x="5817379" y="3923419"/>
          <a:ext cx="137092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638000" imgH="431640" progId="Equation.3">
                  <p:embed/>
                </p:oleObj>
              </mc:Choice>
              <mc:Fallback>
                <p:oleObj name="公式" r:id="rId17" imgW="1638000" imgH="431640" progId="Equation.3">
                  <p:embed/>
                  <p:pic>
                    <p:nvPicPr>
                      <p:cNvPr id="6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379" y="3923419"/>
                        <a:ext cx="1370925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Group 33"/>
          <p:cNvGrpSpPr>
            <a:grpSpLocks/>
          </p:cNvGrpSpPr>
          <p:nvPr/>
        </p:nvGrpSpPr>
        <p:grpSpPr bwMode="auto">
          <a:xfrm>
            <a:off x="786904" y="3863762"/>
            <a:ext cx="3749675" cy="461963"/>
            <a:chOff x="886" y="2272"/>
            <a:chExt cx="2362" cy="291"/>
          </a:xfrm>
        </p:grpSpPr>
        <p:sp>
          <p:nvSpPr>
            <p:cNvPr id="68" name="Text Box 21"/>
            <p:cNvSpPr txBox="1">
              <a:spLocks noChangeArrowheads="1"/>
            </p:cNvSpPr>
            <p:nvPr/>
          </p:nvSpPr>
          <p:spPr bwMode="auto">
            <a:xfrm>
              <a:off x="886" y="2272"/>
              <a:ext cx="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无论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Text Box 22"/>
            <p:cNvSpPr txBox="1">
              <a:spLocks noChangeArrowheads="1"/>
            </p:cNvSpPr>
            <p:nvPr/>
          </p:nvSpPr>
          <p:spPr bwMode="auto">
            <a:xfrm>
              <a:off x="1657" y="2272"/>
              <a:ext cx="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23"/>
            <p:cNvSpPr txBox="1">
              <a:spLocks noChangeArrowheads="1"/>
            </p:cNvSpPr>
            <p:nvPr/>
          </p:nvSpPr>
          <p:spPr bwMode="auto">
            <a:xfrm>
              <a:off x="2065" y="2272"/>
              <a:ext cx="11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是否有定义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 </a:t>
              </a:r>
            </a:p>
          </p:txBody>
        </p:sp>
        <p:graphicFrame>
          <p:nvGraphicFramePr>
            <p:cNvPr id="71" name="Object 30"/>
            <p:cNvGraphicFramePr>
              <a:graphicFrameLocks noChangeAspect="1"/>
            </p:cNvGraphicFramePr>
            <p:nvPr/>
          </p:nvGraphicFramePr>
          <p:xfrm>
            <a:off x="1340" y="2323"/>
            <a:ext cx="37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723600" imgH="393480" progId="Equation.3">
                    <p:embed/>
                  </p:oleObj>
                </mc:Choice>
                <mc:Fallback>
                  <p:oleObj name="公式" r:id="rId19" imgW="723600" imgH="393480" progId="Equation.3">
                    <p:embed/>
                    <p:pic>
                      <p:nvPicPr>
                        <p:cNvPr id="7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0" y="2323"/>
                          <a:ext cx="37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31"/>
            <p:cNvGraphicFramePr>
              <a:graphicFrameLocks noChangeAspect="1"/>
            </p:cNvGraphicFramePr>
            <p:nvPr/>
          </p:nvGraphicFramePr>
          <p:xfrm>
            <a:off x="1929" y="2296"/>
            <a:ext cx="17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04560" imgH="431640" progId="Equation.3">
                    <p:embed/>
                  </p:oleObj>
                </mc:Choice>
                <mc:Fallback>
                  <p:oleObj name="公式" r:id="rId21" imgW="304560" imgH="431640" progId="Equation.3">
                    <p:embed/>
                    <p:pic>
                      <p:nvPicPr>
                        <p:cNvPr id="7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9" y="2296"/>
                          <a:ext cx="17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Text Box 32"/>
          <p:cNvSpPr txBox="1">
            <a:spLocks noChangeArrowheads="1"/>
          </p:cNvSpPr>
          <p:nvPr/>
        </p:nvSpPr>
        <p:spPr bwMode="auto">
          <a:xfrm>
            <a:off x="4411165" y="386080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补充定义</a:t>
            </a:r>
          </a:p>
        </p:txBody>
      </p:sp>
      <p:grpSp>
        <p:nvGrpSpPr>
          <p:cNvPr id="74" name="Group 35"/>
          <p:cNvGrpSpPr>
            <a:grpSpLocks/>
          </p:cNvGrpSpPr>
          <p:nvPr/>
        </p:nvGrpSpPr>
        <p:grpSpPr bwMode="auto">
          <a:xfrm>
            <a:off x="786904" y="4719708"/>
            <a:ext cx="3146426" cy="461962"/>
            <a:chOff x="1632" y="2724"/>
            <a:chExt cx="1982" cy="291"/>
          </a:xfrm>
        </p:grpSpPr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1632" y="2724"/>
              <a:ext cx="69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则函数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27"/>
            <p:cNvSpPr txBox="1">
              <a:spLocks noChangeArrowheads="1"/>
            </p:cNvSpPr>
            <p:nvPr/>
          </p:nvSpPr>
          <p:spPr bwMode="auto">
            <a:xfrm>
              <a:off x="2612" y="2724"/>
              <a:ext cx="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</a:t>
              </a:r>
              <a:endPara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7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0198143"/>
                </p:ext>
              </p:extLst>
            </p:nvPr>
          </p:nvGraphicFramePr>
          <p:xfrm>
            <a:off x="2903" y="2765"/>
            <a:ext cx="16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04560" imgH="431640" progId="Equation.3">
                    <p:embed/>
                  </p:oleObj>
                </mc:Choice>
                <mc:Fallback>
                  <p:oleObj name="Equation" r:id="rId23" imgW="304560" imgH="431640" progId="Equation.3">
                    <p:embed/>
                    <p:pic>
                      <p:nvPicPr>
                        <p:cNvPr id="77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2765"/>
                          <a:ext cx="16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Text Box 29"/>
            <p:cNvSpPr txBox="1">
              <a:spLocks noChangeArrowheads="1"/>
            </p:cNvSpPr>
            <p:nvPr/>
          </p:nvSpPr>
          <p:spPr bwMode="auto">
            <a:xfrm>
              <a:off x="3061" y="2724"/>
              <a:ext cx="5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b="1" kern="0" dirty="0">
                  <a:solidFill>
                    <a:srgbClr val="000000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9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9880175"/>
                </p:ext>
              </p:extLst>
            </p:nvPr>
          </p:nvGraphicFramePr>
          <p:xfrm>
            <a:off x="2286" y="2777"/>
            <a:ext cx="37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23600" imgH="393480" progId="Equation.3">
                    <p:embed/>
                  </p:oleObj>
                </mc:Choice>
                <mc:Fallback>
                  <p:oleObj name="Equation" r:id="rId24" imgW="723600" imgH="393480" progId="Equation.3">
                    <p:embed/>
                    <p:pic>
                      <p:nvPicPr>
                        <p:cNvPr id="79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" y="2777"/>
                          <a:ext cx="375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BAAC05-186F-2D24-C211-97F71F0676EE}"/>
              </a:ext>
            </a:extLst>
          </p:cNvPr>
          <p:cNvSpPr txBox="1"/>
          <p:nvPr/>
        </p:nvSpPr>
        <p:spPr>
          <a:xfrm>
            <a:off x="570734" y="851279"/>
            <a:ext cx="1650829" cy="5622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可去奇点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9AC4C5-0B4A-15C1-2F41-6C4911C87154}"/>
              </a:ext>
            </a:extLst>
          </p:cNvPr>
          <p:cNvSpPr txBox="1"/>
          <p:nvPr/>
        </p:nvSpPr>
        <p:spPr>
          <a:xfrm>
            <a:off x="3836750" y="4713500"/>
            <a:ext cx="840757" cy="46026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且有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C54137-4E92-1623-F35A-B493697E176B}"/>
              </a:ext>
            </a:extLst>
          </p:cNvPr>
          <p:cNvSpPr txBox="1"/>
          <p:nvPr/>
        </p:nvSpPr>
        <p:spPr>
          <a:xfrm>
            <a:off x="659381" y="5771932"/>
            <a:ext cx="5976768" cy="58288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6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可去奇点可以完全当作解析点来看待</a:t>
            </a:r>
            <a:r>
              <a:rPr lang="en-US" altLang="zh-CN" sz="26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</a:t>
            </a:r>
            <a:endParaRPr lang="zh-CN" altLang="en-US" sz="2600" b="1" kern="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EC7960-8A56-FC46-CF19-2A70F125D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59603"/>
              </p:ext>
            </p:extLst>
          </p:nvPr>
        </p:nvGraphicFramePr>
        <p:xfrm>
          <a:off x="6578796" y="5885592"/>
          <a:ext cx="5129483" cy="65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55720" imgH="457200" progId="Equation.DSMT4">
                  <p:embed/>
                </p:oleObj>
              </mc:Choice>
              <mc:Fallback>
                <p:oleObj name="Equation" r:id="rId26" imgW="3555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578796" y="5885592"/>
                        <a:ext cx="5129483" cy="659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3391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3" grpId="0" autoUpdateAnimBg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F2E0-3122-9A5B-6AE2-9CDBCA22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4C2BCE0-9D02-4892-969F-4A9BE930B57B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83674A5F-6343-EE2A-B9FD-90B272113009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8" name="Object 11">
            <a:extLst>
              <a:ext uri="{FF2B5EF4-FFF2-40B4-BE49-F238E27FC236}">
                <a16:creationId xmlns:a16="http://schemas.microsoft.com/office/drawing/2014/main" id="{26E278E5-2407-5265-AC03-31C925F9F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83724"/>
              </p:ext>
            </p:extLst>
          </p:nvPr>
        </p:nvGraphicFramePr>
        <p:xfrm>
          <a:off x="3214673" y="2763527"/>
          <a:ext cx="6130869" cy="54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05040" imgH="241200" progId="Equation.DSMT4">
                  <p:embed/>
                </p:oleObj>
              </mc:Choice>
              <mc:Fallback>
                <p:oleObj name="Equation" r:id="rId3" imgW="2705040" imgH="241200" progId="Equation.DSMT4">
                  <p:embed/>
                  <p:pic>
                    <p:nvPicPr>
                      <p:cNvPr id="5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3" y="2763527"/>
                        <a:ext cx="6130869" cy="546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2">
            <a:extLst>
              <a:ext uri="{FF2B5EF4-FFF2-40B4-BE49-F238E27FC236}">
                <a16:creationId xmlns:a16="http://schemas.microsoft.com/office/drawing/2014/main" id="{9AC1D9A8-A23D-DBE1-ECF5-FFD6B1151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470875"/>
              </p:ext>
            </p:extLst>
          </p:nvPr>
        </p:nvGraphicFramePr>
        <p:xfrm>
          <a:off x="9414727" y="2804245"/>
          <a:ext cx="2299649" cy="46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253800" progId="Equation.DSMT4">
                  <p:embed/>
                </p:oleObj>
              </mc:Choice>
              <mc:Fallback>
                <p:oleObj name="Equation" r:id="rId5" imgW="1257120" imgH="253800" progId="Equation.DSMT4">
                  <p:embed/>
                  <p:pic>
                    <p:nvPicPr>
                      <p:cNvPr id="5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727" y="2804245"/>
                        <a:ext cx="2299649" cy="465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内容占位符 3">
            <a:extLst>
              <a:ext uri="{FF2B5EF4-FFF2-40B4-BE49-F238E27FC236}">
                <a16:creationId xmlns:a16="http://schemas.microsoft.com/office/drawing/2014/main" id="{FA789D06-ED4C-23DA-7B84-2CF8DEC4EB3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A322A1-5FD9-98E0-9768-7E1722FB7325}"/>
              </a:ext>
            </a:extLst>
          </p:cNvPr>
          <p:cNvSpPr txBox="1"/>
          <p:nvPr/>
        </p:nvSpPr>
        <p:spPr>
          <a:xfrm>
            <a:off x="570734" y="851279"/>
            <a:ext cx="1650829" cy="5622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可去奇点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73D0B1B-533C-7A6E-C74C-F25268BEB3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394865"/>
              </p:ext>
            </p:extLst>
          </p:nvPr>
        </p:nvGraphicFramePr>
        <p:xfrm>
          <a:off x="2221563" y="1642083"/>
          <a:ext cx="6633026" cy="469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13000" imgH="228600" progId="Equation.DSMT4">
                  <p:embed/>
                </p:oleObj>
              </mc:Choice>
              <mc:Fallback>
                <p:oleObj name="Equation" r:id="rId7" imgW="3213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1563" y="1642083"/>
                        <a:ext cx="6633026" cy="469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424F747-E9E6-7876-A595-6C4B91AAAF0C}"/>
              </a:ext>
            </a:extLst>
          </p:cNvPr>
          <p:cNvSpPr txBox="1"/>
          <p:nvPr/>
        </p:nvSpPr>
        <p:spPr>
          <a:xfrm>
            <a:off x="687388" y="1593625"/>
            <a:ext cx="1509681" cy="5032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定理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5.3</a:t>
            </a:r>
            <a:endParaRPr lang="zh-CN" altLang="en-US" sz="2400" b="1" kern="1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417AE5F-FE44-C48C-7CEE-41432CE33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286680"/>
              </p:ext>
            </p:extLst>
          </p:nvPr>
        </p:nvGraphicFramePr>
        <p:xfrm>
          <a:off x="1228724" y="2298080"/>
          <a:ext cx="9636618" cy="46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24280" imgH="228600" progId="Equation.DSMT4">
                  <p:embed/>
                </p:oleObj>
              </mc:Choice>
              <mc:Fallback>
                <p:oleObj name="Equation" r:id="rId9" imgW="4724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8724" y="2298080"/>
                        <a:ext cx="9636618" cy="46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7CC89A9-C591-F968-3ED1-082B22BAE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606070"/>
              </p:ext>
            </p:extLst>
          </p:nvPr>
        </p:nvGraphicFramePr>
        <p:xfrm>
          <a:off x="1228724" y="3520511"/>
          <a:ext cx="3270479" cy="59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2800" imgH="291960" progId="Equation.DSMT4">
                  <p:embed/>
                </p:oleObj>
              </mc:Choice>
              <mc:Fallback>
                <p:oleObj name="Equation" r:id="rId11" imgW="16128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28724" y="3520511"/>
                        <a:ext cx="3270479" cy="592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1369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D9BC-AD2B-6DF9-AE20-26349D46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166A0A6-7EA0-C2B6-2FDB-A2C7A0820626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698C57E6-02C5-EC8A-3156-6BBDEBB2C61F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内容占位符 3">
            <a:extLst>
              <a:ext uri="{FF2B5EF4-FFF2-40B4-BE49-F238E27FC236}">
                <a16:creationId xmlns:a16="http://schemas.microsoft.com/office/drawing/2014/main" id="{AB07E5E7-40BC-2E0A-0130-FDD9DB748130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C4405B-3744-2F92-2F5B-88CD75FF8A66}"/>
              </a:ext>
            </a:extLst>
          </p:cNvPr>
          <p:cNvSpPr txBox="1"/>
          <p:nvPr/>
        </p:nvSpPr>
        <p:spPr>
          <a:xfrm>
            <a:off x="570734" y="851279"/>
            <a:ext cx="936895" cy="5622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BAC1F6-7606-A073-D967-4FC67EA695EF}"/>
              </a:ext>
            </a:extLst>
          </p:cNvPr>
          <p:cNvSpPr txBox="1"/>
          <p:nvPr/>
        </p:nvSpPr>
        <p:spPr>
          <a:xfrm>
            <a:off x="570734" y="1571021"/>
            <a:ext cx="1494561" cy="42958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定理 </a:t>
            </a:r>
            <a:r>
              <a:rPr lang="en-US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</a:t>
            </a:r>
            <a:endParaRPr lang="zh-CN" altLang="en-US" sz="2400" b="1" kern="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90E573F-040A-39BB-BC60-BABA60493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052965"/>
              </p:ext>
            </p:extLst>
          </p:nvPr>
        </p:nvGraphicFramePr>
        <p:xfrm>
          <a:off x="2141538" y="1601788"/>
          <a:ext cx="69643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41600" imgH="228600" progId="Equation.DSMT4">
                  <p:embed/>
                </p:oleObj>
              </mc:Choice>
              <mc:Fallback>
                <p:oleObj name="Equation" r:id="rId4" imgW="344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1538" y="1601788"/>
                        <a:ext cx="6964362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11468F1-8871-F80B-FED0-C9769DE60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697712"/>
              </p:ext>
            </p:extLst>
          </p:nvPr>
        </p:nvGraphicFramePr>
        <p:xfrm>
          <a:off x="2065338" y="2100263"/>
          <a:ext cx="36242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228600" progId="Equation.DSMT4">
                  <p:embed/>
                </p:oleObj>
              </mc:Choice>
              <mc:Fallback>
                <p:oleObj name="Equation" r:id="rId6" imgW="1815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5338" y="2100263"/>
                        <a:ext cx="362426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0F3A1D5-3869-D480-24A5-EE5CBBE19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665460"/>
              </p:ext>
            </p:extLst>
          </p:nvPr>
        </p:nvGraphicFramePr>
        <p:xfrm>
          <a:off x="2065295" y="2610675"/>
          <a:ext cx="5299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6880" imgH="228600" progId="Equation.DSMT4">
                  <p:embed/>
                </p:oleObj>
              </mc:Choice>
              <mc:Fallback>
                <p:oleObj name="Equation" r:id="rId8" imgW="2666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65295" y="2610675"/>
                        <a:ext cx="529907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4A77D0F-8A26-96E1-EC42-009A00F7D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4700"/>
              </p:ext>
            </p:extLst>
          </p:nvPr>
        </p:nvGraphicFramePr>
        <p:xfrm>
          <a:off x="4530725" y="2982913"/>
          <a:ext cx="22447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440" imgH="444240" progId="Equation.DSMT4">
                  <p:embed/>
                </p:oleObj>
              </mc:Choice>
              <mc:Fallback>
                <p:oleObj name="Equation" r:id="rId10" imgW="1117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30725" y="2982913"/>
                        <a:ext cx="224472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959794B-213C-DF5A-DB02-A92A2396D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273658"/>
              </p:ext>
            </p:extLst>
          </p:nvPr>
        </p:nvGraphicFramePr>
        <p:xfrm>
          <a:off x="2512299" y="3902901"/>
          <a:ext cx="61198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11480" imgH="228600" progId="Equation.DSMT4">
                  <p:embed/>
                </p:oleObj>
              </mc:Choice>
              <mc:Fallback>
                <p:oleObj name="Equation" r:id="rId12" imgW="3111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12299" y="3902901"/>
                        <a:ext cx="6119813" cy="44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6E19F98-09E9-6985-2E63-8F89F078A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440002"/>
              </p:ext>
            </p:extLst>
          </p:nvPr>
        </p:nvGraphicFramePr>
        <p:xfrm>
          <a:off x="2065295" y="4402137"/>
          <a:ext cx="40338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1840" imgH="431640" progId="Equation.DSMT4">
                  <p:embed/>
                </p:oleObj>
              </mc:Choice>
              <mc:Fallback>
                <p:oleObj name="Equation" r:id="rId14" imgW="2031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65295" y="4402137"/>
                        <a:ext cx="4033838" cy="854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AD90389-2136-4E0C-798E-F3B01D9BF0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082737"/>
              </p:ext>
            </p:extLst>
          </p:nvPr>
        </p:nvGraphicFramePr>
        <p:xfrm>
          <a:off x="6466644" y="4544415"/>
          <a:ext cx="46450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7760" imgH="723600" progId="Equation.DSMT4">
                  <p:embed/>
                </p:oleObj>
              </mc:Choice>
              <mc:Fallback>
                <p:oleObj name="Equation" r:id="rId16" imgW="3047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66644" y="4544415"/>
                        <a:ext cx="4645025" cy="11033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5DA3F8D-2845-7279-886C-14C590967BB0}"/>
              </a:ext>
            </a:extLst>
          </p:cNvPr>
          <p:cNvSpPr txBox="1"/>
          <p:nvPr/>
        </p:nvSpPr>
        <p:spPr>
          <a:xfrm>
            <a:off x="687388" y="5878504"/>
            <a:ext cx="820241" cy="42958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1570C93-95D8-73CB-CA38-FE9C5A565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84960"/>
              </p:ext>
            </p:extLst>
          </p:nvPr>
        </p:nvGraphicFramePr>
        <p:xfrm>
          <a:off x="5883594" y="2042388"/>
          <a:ext cx="4362441" cy="564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41600" imgH="444240" progId="Equation.DSMT4">
                  <p:embed/>
                </p:oleObj>
              </mc:Choice>
              <mc:Fallback>
                <p:oleObj name="Equation" r:id="rId18" imgW="3441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883594" y="2042388"/>
                        <a:ext cx="4362441" cy="564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859023E-DCC6-2429-20CD-FEDF6DBC1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993948"/>
              </p:ext>
            </p:extLst>
          </p:nvPr>
        </p:nvGraphicFramePr>
        <p:xfrm>
          <a:off x="1616927" y="5934690"/>
          <a:ext cx="65468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27120" imgH="291960" progId="Equation.DSMT4">
                  <p:embed/>
                </p:oleObj>
              </mc:Choice>
              <mc:Fallback>
                <p:oleObj name="Equation" r:id="rId20" imgW="33271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16927" y="5934690"/>
                        <a:ext cx="6546850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4F9867C-9FBA-D3C2-754C-93D047507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454205"/>
              </p:ext>
            </p:extLst>
          </p:nvPr>
        </p:nvGraphicFramePr>
        <p:xfrm>
          <a:off x="8216421" y="5934690"/>
          <a:ext cx="3796906" cy="574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42896" imgH="399784" progId="Equation.DSMT4">
                  <p:embed/>
                </p:oleObj>
              </mc:Choice>
              <mc:Fallback>
                <p:oleObj name="Equation" r:id="rId22" imgW="2642896" imgH="3997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216421" y="5934690"/>
                        <a:ext cx="3796906" cy="574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449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24"/>
          <p:cNvGraphicFramePr>
            <a:graphicFrameLocks/>
          </p:cNvGraphicFramePr>
          <p:nvPr/>
        </p:nvGraphicFramePr>
        <p:xfrm>
          <a:off x="2537966" y="1096492"/>
          <a:ext cx="746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467480" imgH="838080" progId="Equation.3">
                  <p:embed/>
                </p:oleObj>
              </mc:Choice>
              <mc:Fallback>
                <p:oleObj name="公式" r:id="rId3" imgW="7467480" imgH="838080" progId="Equation.3">
                  <p:embed/>
                  <p:pic>
                    <p:nvPicPr>
                      <p:cNvPr id="20" name="Object 2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966" y="1096492"/>
                        <a:ext cx="7467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1631504" y="1266354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小结   </a:t>
            </a:r>
          </a:p>
        </p:txBody>
      </p:sp>
      <p:grpSp>
        <p:nvGrpSpPr>
          <p:cNvPr id="22" name="Group 52"/>
          <p:cNvGrpSpPr>
            <a:grpSpLocks/>
          </p:cNvGrpSpPr>
          <p:nvPr/>
        </p:nvGrpSpPr>
        <p:grpSpPr bwMode="auto">
          <a:xfrm>
            <a:off x="862013" y="2870261"/>
            <a:ext cx="4468813" cy="457200"/>
            <a:chOff x="854" y="2874"/>
            <a:chExt cx="2815" cy="288"/>
          </a:xfrm>
        </p:grpSpPr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854" y="2874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5264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2010" y="2874"/>
              <a:ext cx="16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不含负幂次项；    </a:t>
              </a:r>
            </a:p>
          </p:txBody>
        </p:sp>
      </p:grpSp>
      <p:grpSp>
        <p:nvGrpSpPr>
          <p:cNvPr id="25" name="Group 53"/>
          <p:cNvGrpSpPr>
            <a:grpSpLocks/>
          </p:cNvGrpSpPr>
          <p:nvPr/>
        </p:nvGrpSpPr>
        <p:grpSpPr bwMode="auto">
          <a:xfrm>
            <a:off x="862013" y="3557735"/>
            <a:ext cx="7772400" cy="457200"/>
            <a:chOff x="852" y="3246"/>
            <a:chExt cx="4896" cy="288"/>
          </a:xfrm>
        </p:grpSpPr>
        <p:sp>
          <p:nvSpPr>
            <p:cNvPr id="26" name="Rectangle 36"/>
            <p:cNvSpPr>
              <a:spLocks noChangeArrowheads="1"/>
            </p:cNvSpPr>
            <p:nvPr/>
          </p:nvSpPr>
          <p:spPr bwMode="auto">
            <a:xfrm>
              <a:off x="852" y="3246"/>
              <a:ext cx="1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400" b="1" i="1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 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39"/>
            <p:cNvSpPr>
              <a:spLocks noChangeArrowheads="1"/>
            </p:cNvSpPr>
            <p:nvPr/>
          </p:nvSpPr>
          <p:spPr bwMode="auto">
            <a:xfrm>
              <a:off x="2012" y="3246"/>
              <a:ext cx="37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含有限多的负幂次项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且最高负幂次为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grpSp>
        <p:nvGrpSpPr>
          <p:cNvPr id="28" name="Group 54"/>
          <p:cNvGrpSpPr>
            <a:grpSpLocks/>
          </p:cNvGrpSpPr>
          <p:nvPr/>
        </p:nvGrpSpPr>
        <p:grpSpPr bwMode="auto">
          <a:xfrm>
            <a:off x="862013" y="4263030"/>
            <a:ext cx="5487988" cy="461963"/>
            <a:chOff x="850" y="3618"/>
            <a:chExt cx="3457" cy="291"/>
          </a:xfrm>
        </p:grpSpPr>
        <p:sp>
          <p:nvSpPr>
            <p:cNvPr id="29" name="Rectangle 37"/>
            <p:cNvSpPr>
              <a:spLocks noChangeArrowheads="1"/>
            </p:cNvSpPr>
            <p:nvPr/>
          </p:nvSpPr>
          <p:spPr bwMode="auto">
            <a:xfrm>
              <a:off x="850" y="3618"/>
              <a:ext cx="1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本质奇点 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40"/>
            <p:cNvSpPr>
              <a:spLocks noChangeArrowheads="1"/>
            </p:cNvSpPr>
            <p:nvPr/>
          </p:nvSpPr>
          <p:spPr bwMode="auto">
            <a:xfrm>
              <a:off x="2010" y="3618"/>
              <a:ext cx="22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含有无穷多的负幂次项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32" name="Group 48"/>
          <p:cNvGrpSpPr>
            <a:grpSpLocks/>
          </p:cNvGrpSpPr>
          <p:nvPr/>
        </p:nvGrpSpPr>
        <p:grpSpPr bwMode="auto">
          <a:xfrm>
            <a:off x="7546528" y="1161579"/>
            <a:ext cx="1155700" cy="895350"/>
            <a:chOff x="4062" y="2076"/>
            <a:chExt cx="728" cy="564"/>
          </a:xfrm>
        </p:grpSpPr>
        <p:grpSp>
          <p:nvGrpSpPr>
            <p:cNvPr id="33" name="Group 25"/>
            <p:cNvGrpSpPr>
              <a:grpSpLocks/>
            </p:cNvGrpSpPr>
            <p:nvPr/>
          </p:nvGrpSpPr>
          <p:grpSpPr bwMode="auto">
            <a:xfrm>
              <a:off x="4062" y="2076"/>
              <a:ext cx="606" cy="564"/>
              <a:chOff x="3402" y="1086"/>
              <a:chExt cx="168" cy="372"/>
            </a:xfrm>
          </p:grpSpPr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Rectangle 44"/>
            <p:cNvSpPr>
              <a:spLocks noChangeArrowheads="1"/>
            </p:cNvSpPr>
            <p:nvPr/>
          </p:nvSpPr>
          <p:spPr bwMode="auto">
            <a:xfrm>
              <a:off x="4062" y="2426"/>
              <a:ext cx="7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  </a:t>
              </a:r>
            </a:p>
          </p:txBody>
        </p:sp>
      </p:grpSp>
      <p:grpSp>
        <p:nvGrpSpPr>
          <p:cNvPr id="37" name="Group 50"/>
          <p:cNvGrpSpPr>
            <a:grpSpLocks/>
          </p:cNvGrpSpPr>
          <p:nvPr/>
        </p:nvGrpSpPr>
        <p:grpSpPr bwMode="auto">
          <a:xfrm>
            <a:off x="3442841" y="1158404"/>
            <a:ext cx="1155700" cy="895350"/>
            <a:chOff x="1477" y="2074"/>
            <a:chExt cx="728" cy="564"/>
          </a:xfrm>
        </p:grpSpPr>
        <p:grpSp>
          <p:nvGrpSpPr>
            <p:cNvPr id="38" name="Group 28"/>
            <p:cNvGrpSpPr>
              <a:grpSpLocks/>
            </p:cNvGrpSpPr>
            <p:nvPr/>
          </p:nvGrpSpPr>
          <p:grpSpPr bwMode="auto">
            <a:xfrm>
              <a:off x="1480" y="2074"/>
              <a:ext cx="606" cy="564"/>
              <a:chOff x="3402" y="1086"/>
              <a:chExt cx="168" cy="372"/>
            </a:xfrm>
          </p:grpSpPr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Line 30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77" y="2426"/>
              <a:ext cx="7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本性奇点   </a:t>
              </a:r>
            </a:p>
          </p:txBody>
        </p:sp>
      </p:grpSp>
      <p:grpSp>
        <p:nvGrpSpPr>
          <p:cNvPr id="42" name="Group 49"/>
          <p:cNvGrpSpPr>
            <a:grpSpLocks/>
          </p:cNvGrpSpPr>
          <p:nvPr/>
        </p:nvGrpSpPr>
        <p:grpSpPr bwMode="auto">
          <a:xfrm>
            <a:off x="4549328" y="1155231"/>
            <a:ext cx="2117725" cy="1031876"/>
            <a:chOff x="2174" y="2072"/>
            <a:chExt cx="1334" cy="650"/>
          </a:xfrm>
        </p:grpSpPr>
        <p:grpSp>
          <p:nvGrpSpPr>
            <p:cNvPr id="43" name="Group 31"/>
            <p:cNvGrpSpPr>
              <a:grpSpLocks/>
            </p:cNvGrpSpPr>
            <p:nvPr/>
          </p:nvGrpSpPr>
          <p:grpSpPr bwMode="auto">
            <a:xfrm>
              <a:off x="2174" y="2072"/>
              <a:ext cx="606" cy="564"/>
              <a:chOff x="3402" y="1086"/>
              <a:chExt cx="168" cy="372"/>
            </a:xfrm>
          </p:grpSpPr>
          <p:sp>
            <p:nvSpPr>
              <p:cNvPr id="45" name="Line 32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775" y="2509"/>
              <a:ext cx="73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   </a:t>
              </a:r>
            </a:p>
          </p:txBody>
        </p:sp>
      </p:grpSp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641375-DDDC-D18A-22AD-A707EE307680}"/>
              </a:ext>
            </a:extLst>
          </p:cNvPr>
          <p:cNvSpPr txBox="1"/>
          <p:nvPr/>
        </p:nvSpPr>
        <p:spPr>
          <a:xfrm>
            <a:off x="8919727" y="2342034"/>
            <a:ext cx="1454534" cy="34366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极限情况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FE3C123-F906-549E-AB26-84B78EC6B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8553" y="2870027"/>
          <a:ext cx="2145507" cy="520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291960" progId="Equation.DSMT4">
                  <p:embed/>
                </p:oleObj>
              </mc:Choice>
              <mc:Fallback>
                <p:oleObj name="Equation" r:id="rId5" imgW="1206360" imgH="291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E3C123-F906-549E-AB26-84B78EC6B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08553" y="2870027"/>
                        <a:ext cx="2145507" cy="520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2C31789-BEFB-7F35-4095-CDC39FE54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8553" y="3575347"/>
          <a:ext cx="3335689" cy="52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66600" imgH="291960" progId="Equation.DSMT4">
                  <p:embed/>
                </p:oleObj>
              </mc:Choice>
              <mc:Fallback>
                <p:oleObj name="Equation" r:id="rId7" imgW="1866600" imgH="291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2C31789-BEFB-7F35-4095-CDC39FE54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8553" y="3575347"/>
                        <a:ext cx="3335689" cy="52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88D5E56-0425-8DB2-8E83-776913CE67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8553" y="4263029"/>
          <a:ext cx="2998068" cy="963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77362" imgH="699859" progId="Equation.DSMT4">
                  <p:embed/>
                </p:oleObj>
              </mc:Choice>
              <mc:Fallback>
                <p:oleObj name="Equation" r:id="rId9" imgW="2177362" imgH="699859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88D5E56-0425-8DB2-8E83-776913CE67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08553" y="4263029"/>
                        <a:ext cx="2998068" cy="963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8B5110C-FB23-2236-AA63-2E314F11D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589406"/>
              </p:ext>
            </p:extLst>
          </p:nvPr>
        </p:nvGraphicFramePr>
        <p:xfrm>
          <a:off x="8372211" y="5377481"/>
          <a:ext cx="3608371" cy="52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77470" imgH="300074" progId="Equation.DSMT4">
                  <p:embed/>
                </p:oleObj>
              </mc:Choice>
              <mc:Fallback>
                <p:oleObj name="Equation" r:id="rId11" imgW="2077470" imgH="300074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3ED74FA-86DC-5737-14A3-47CE5802E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72211" y="5377481"/>
                        <a:ext cx="3608371" cy="52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7998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162"/>
          <p:cNvGrpSpPr>
            <a:grpSpLocks/>
          </p:cNvGrpSpPr>
          <p:nvPr/>
        </p:nvGrpSpPr>
        <p:grpSpPr bwMode="auto">
          <a:xfrm>
            <a:off x="2588840" y="1429589"/>
            <a:ext cx="7467600" cy="1090613"/>
            <a:chOff x="907" y="727"/>
            <a:chExt cx="4704" cy="687"/>
          </a:xfrm>
        </p:grpSpPr>
        <p:graphicFrame>
          <p:nvGraphicFramePr>
            <p:cNvPr id="6" name="Object 103"/>
            <p:cNvGraphicFramePr>
              <a:graphicFrameLocks/>
            </p:cNvGraphicFramePr>
            <p:nvPr/>
          </p:nvGraphicFramePr>
          <p:xfrm>
            <a:off x="907" y="727"/>
            <a:ext cx="47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7467480" imgH="838080" progId="Equation.3">
                    <p:embed/>
                  </p:oleObj>
                </mc:Choice>
                <mc:Fallback>
                  <p:oleObj name="公式" r:id="rId3" imgW="7467480" imgH="838080" progId="Equation.3">
                    <p:embed/>
                    <p:pic>
                      <p:nvPicPr>
                        <p:cNvPr id="6" name="Object 10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727"/>
                          <a:ext cx="4704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104"/>
            <p:cNvGrpSpPr>
              <a:grpSpLocks/>
            </p:cNvGrpSpPr>
            <p:nvPr/>
          </p:nvGrpSpPr>
          <p:grpSpPr bwMode="auto">
            <a:xfrm>
              <a:off x="4062" y="768"/>
              <a:ext cx="606" cy="564"/>
              <a:chOff x="3402" y="1086"/>
              <a:chExt cx="168" cy="372"/>
            </a:xfrm>
          </p:grpSpPr>
          <p:sp>
            <p:nvSpPr>
              <p:cNvPr id="17" name="Line 105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Line 106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107"/>
            <p:cNvGrpSpPr>
              <a:grpSpLocks/>
            </p:cNvGrpSpPr>
            <p:nvPr/>
          </p:nvGrpSpPr>
          <p:grpSpPr bwMode="auto">
            <a:xfrm>
              <a:off x="1480" y="766"/>
              <a:ext cx="606" cy="564"/>
              <a:chOff x="3402" y="1086"/>
              <a:chExt cx="168" cy="372"/>
            </a:xfrm>
          </p:grpSpPr>
          <p:sp>
            <p:nvSpPr>
              <p:cNvPr id="15" name="Line 108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Line 109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110"/>
            <p:cNvGrpSpPr>
              <a:grpSpLocks/>
            </p:cNvGrpSpPr>
            <p:nvPr/>
          </p:nvGrpSpPr>
          <p:grpSpPr bwMode="auto">
            <a:xfrm>
              <a:off x="2174" y="764"/>
              <a:ext cx="606" cy="564"/>
              <a:chOff x="3402" y="1086"/>
              <a:chExt cx="168" cy="372"/>
            </a:xfrm>
          </p:grpSpPr>
          <p:sp>
            <p:nvSpPr>
              <p:cNvPr id="13" name="Line 111"/>
              <p:cNvSpPr>
                <a:spLocks noChangeShapeType="1"/>
              </p:cNvSpPr>
              <p:nvPr/>
            </p:nvSpPr>
            <p:spPr bwMode="auto">
              <a:xfrm>
                <a:off x="3402" y="1086"/>
                <a:ext cx="0" cy="372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Line 112"/>
              <p:cNvSpPr>
                <a:spLocks noChangeShapeType="1"/>
              </p:cNvSpPr>
              <p:nvPr/>
            </p:nvSpPr>
            <p:spPr bwMode="auto">
              <a:xfrm>
                <a:off x="3402" y="1452"/>
                <a:ext cx="16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prstDash val="dash"/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Rectangle 113"/>
            <p:cNvSpPr>
              <a:spLocks noChangeArrowheads="1"/>
            </p:cNvSpPr>
            <p:nvPr/>
          </p:nvSpPr>
          <p:spPr bwMode="auto">
            <a:xfrm>
              <a:off x="4062" y="1118"/>
              <a:ext cx="6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 </a:t>
              </a:r>
            </a:p>
          </p:txBody>
        </p:sp>
        <p:sp>
          <p:nvSpPr>
            <p:cNvPr id="11" name="Rectangle 114"/>
            <p:cNvSpPr>
              <a:spLocks noChangeArrowheads="1"/>
            </p:cNvSpPr>
            <p:nvPr/>
          </p:nvSpPr>
          <p:spPr bwMode="auto">
            <a:xfrm>
              <a:off x="1477" y="1118"/>
              <a:ext cx="6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本性奇点  </a:t>
              </a:r>
            </a:p>
          </p:txBody>
        </p:sp>
        <p:sp>
          <p:nvSpPr>
            <p:cNvPr id="12" name="Rectangle 115"/>
            <p:cNvSpPr>
              <a:spLocks noChangeArrowheads="1"/>
            </p:cNvSpPr>
            <p:nvPr/>
          </p:nvSpPr>
          <p:spPr bwMode="auto">
            <a:xfrm>
              <a:off x="2775" y="1201"/>
              <a:ext cx="70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</a:t>
              </a:r>
              <a:r>
                <a:rPr kumimoji="1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  </a:t>
              </a:r>
            </a:p>
          </p:txBody>
        </p:sp>
      </p:grpSp>
      <p:sp>
        <p:nvSpPr>
          <p:cNvPr id="20" name="Rectangle 167"/>
          <p:cNvSpPr>
            <a:spLocks noChangeArrowheads="1"/>
          </p:cNvSpPr>
          <p:nvPr/>
        </p:nvSpPr>
        <p:spPr bwMode="auto">
          <a:xfrm>
            <a:off x="2771697" y="4436667"/>
            <a:ext cx="221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en-US" altLang="zh-CN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阶极点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264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1" name="Rectangle 168"/>
          <p:cNvSpPr>
            <a:spLocks noChangeArrowheads="1"/>
          </p:cNvSpPr>
          <p:nvPr/>
        </p:nvSpPr>
        <p:spPr bwMode="auto">
          <a:xfrm>
            <a:off x="2768521" y="6074967"/>
            <a:ext cx="229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本质奇点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  <p:grpSp>
        <p:nvGrpSpPr>
          <p:cNvPr id="22" name="Group 186"/>
          <p:cNvGrpSpPr>
            <a:grpSpLocks/>
          </p:cNvGrpSpPr>
          <p:nvPr/>
        </p:nvGrpSpPr>
        <p:grpSpPr bwMode="auto">
          <a:xfrm>
            <a:off x="4765597" y="6074967"/>
            <a:ext cx="3567113" cy="571500"/>
            <a:chOff x="2108" y="3120"/>
            <a:chExt cx="2247" cy="360"/>
          </a:xfrm>
        </p:grpSpPr>
        <p:graphicFrame>
          <p:nvGraphicFramePr>
            <p:cNvPr id="23" name="Object 169"/>
            <p:cNvGraphicFramePr>
              <a:graphicFrameLocks/>
            </p:cNvGraphicFramePr>
            <p:nvPr/>
          </p:nvGraphicFramePr>
          <p:xfrm>
            <a:off x="2108" y="3128"/>
            <a:ext cx="73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68200" imgH="558720" progId="Equation.3">
                    <p:embed/>
                  </p:oleObj>
                </mc:Choice>
                <mc:Fallback>
                  <p:oleObj name="公式" r:id="rId5" imgW="1168200" imgH="558720" progId="Equation.3">
                    <p:embed/>
                    <p:pic>
                      <p:nvPicPr>
                        <p:cNvPr id="23" name="Object 16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8" y="3128"/>
                          <a:ext cx="736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170"/>
            <p:cNvSpPr>
              <a:spLocks noChangeArrowheads="1"/>
            </p:cNvSpPr>
            <p:nvPr/>
          </p:nvSpPr>
          <p:spPr bwMode="auto">
            <a:xfrm>
              <a:off x="2841" y="3120"/>
              <a:ext cx="1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不存在且不为     </a:t>
              </a:r>
            </a:p>
          </p:txBody>
        </p:sp>
        <p:graphicFrame>
          <p:nvGraphicFramePr>
            <p:cNvPr id="25" name="Object 171"/>
            <p:cNvGraphicFramePr>
              <a:graphicFrameLocks/>
            </p:cNvGraphicFramePr>
            <p:nvPr/>
          </p:nvGraphicFramePr>
          <p:xfrm>
            <a:off x="4070" y="3208"/>
            <a:ext cx="23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68280" imgH="279360" progId="Equation.3">
                    <p:embed/>
                  </p:oleObj>
                </mc:Choice>
                <mc:Fallback>
                  <p:oleObj name="公式" r:id="rId7" imgW="368280" imgH="279360" progId="Equation.3">
                    <p:embed/>
                    <p:pic>
                      <p:nvPicPr>
                        <p:cNvPr id="25" name="Object 17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" y="3208"/>
                          <a:ext cx="23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184"/>
          <p:cNvGrpSpPr>
            <a:grpSpLocks/>
          </p:cNvGrpSpPr>
          <p:nvPr/>
        </p:nvGrpSpPr>
        <p:grpSpPr bwMode="auto">
          <a:xfrm>
            <a:off x="4771947" y="3655617"/>
            <a:ext cx="3051175" cy="598488"/>
            <a:chOff x="2112" y="1596"/>
            <a:chExt cx="1922" cy="377"/>
          </a:xfrm>
        </p:grpSpPr>
        <p:graphicFrame>
          <p:nvGraphicFramePr>
            <p:cNvPr id="27" name="Object 172"/>
            <p:cNvGraphicFramePr>
              <a:graphicFrameLocks/>
            </p:cNvGraphicFramePr>
            <p:nvPr/>
          </p:nvGraphicFramePr>
          <p:xfrm>
            <a:off x="2112" y="1621"/>
            <a:ext cx="1024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25400" imgH="558720" progId="Equation.DSMT4">
                    <p:embed/>
                  </p:oleObj>
                </mc:Choice>
                <mc:Fallback>
                  <p:oleObj name="Equation" r:id="rId9" imgW="1625400" imgH="558720" progId="Equation.DSMT4">
                    <p:embed/>
                    <p:pic>
                      <p:nvPicPr>
                        <p:cNvPr id="27" name="Object 17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621"/>
                          <a:ext cx="1024" cy="3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173"/>
            <p:cNvSpPr>
              <a:spLocks noChangeArrowheads="1"/>
            </p:cNvSpPr>
            <p:nvPr/>
          </p:nvSpPr>
          <p:spPr bwMode="auto">
            <a:xfrm>
              <a:off x="3110" y="1596"/>
              <a:ext cx="9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常数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  </a:t>
              </a:r>
            </a:p>
          </p:txBody>
        </p:sp>
      </p:grpSp>
      <p:graphicFrame>
        <p:nvGraphicFramePr>
          <p:cNvPr id="29" name="Object 17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0171442"/>
              </p:ext>
            </p:extLst>
          </p:nvPr>
        </p:nvGraphicFramePr>
        <p:xfrm>
          <a:off x="4768771" y="4444605"/>
          <a:ext cx="1816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15840" imgH="558720" progId="Equation.DSMT4">
                  <p:embed/>
                </p:oleObj>
              </mc:Choice>
              <mc:Fallback>
                <p:oleObj name="Equation" r:id="rId11" imgW="1815840" imgH="558720" progId="Equation.DSMT4">
                  <p:embed/>
                  <p:pic>
                    <p:nvPicPr>
                      <p:cNvPr id="29" name="Object 17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771" y="4444605"/>
                        <a:ext cx="18161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183"/>
          <p:cNvGrpSpPr>
            <a:grpSpLocks/>
          </p:cNvGrpSpPr>
          <p:nvPr/>
        </p:nvGrpSpPr>
        <p:grpSpPr bwMode="auto">
          <a:xfrm>
            <a:off x="1398510" y="3684198"/>
            <a:ext cx="3227385" cy="474664"/>
            <a:chOff x="-13" y="1614"/>
            <a:chExt cx="2033" cy="299"/>
          </a:xfrm>
        </p:grpSpPr>
        <p:sp>
          <p:nvSpPr>
            <p:cNvPr id="32" name="Rectangle 166"/>
            <p:cNvSpPr>
              <a:spLocks noChangeArrowheads="1"/>
            </p:cNvSpPr>
            <p:nvPr/>
          </p:nvSpPr>
          <p:spPr bwMode="auto">
            <a:xfrm>
              <a:off x="854" y="1614"/>
              <a:ext cx="11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175"/>
            <p:cNvSpPr>
              <a:spLocks noChangeArrowheads="1"/>
            </p:cNvSpPr>
            <p:nvPr/>
          </p:nvSpPr>
          <p:spPr bwMode="auto">
            <a:xfrm>
              <a:off x="-13" y="1622"/>
              <a:ext cx="73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极限法    </a:t>
              </a:r>
            </a:p>
          </p:txBody>
        </p:sp>
      </p:grpSp>
      <p:sp>
        <p:nvSpPr>
          <p:cNvPr id="38" name="Rectangle 180"/>
          <p:cNvSpPr>
            <a:spLocks noChangeArrowheads="1"/>
          </p:cNvSpPr>
          <p:nvPr/>
        </p:nvSpPr>
        <p:spPr bwMode="auto">
          <a:xfrm>
            <a:off x="6776444" y="4389985"/>
            <a:ext cx="22076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不能判断阶数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Rectangle 181"/>
          <p:cNvSpPr>
            <a:spLocks noChangeArrowheads="1"/>
          </p:cNvSpPr>
          <p:nvPr/>
        </p:nvSpPr>
        <p:spPr bwMode="auto">
          <a:xfrm>
            <a:off x="3208260" y="5244709"/>
            <a:ext cx="19605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阶极点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42" name="Rectangle 188"/>
          <p:cNvSpPr>
            <a:spLocks noChangeArrowheads="1"/>
          </p:cNvSpPr>
          <p:nvPr/>
        </p:nvSpPr>
        <p:spPr bwMode="auto">
          <a:xfrm>
            <a:off x="1055440" y="860315"/>
            <a:ext cx="44037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孤立奇点类型的判别方法</a:t>
            </a:r>
          </a:p>
        </p:txBody>
      </p:sp>
      <p:sp>
        <p:nvSpPr>
          <p:cNvPr id="43" name="Rectangle 175"/>
          <p:cNvSpPr>
            <a:spLocks noChangeArrowheads="1"/>
          </p:cNvSpPr>
          <p:nvPr/>
        </p:nvSpPr>
        <p:spPr bwMode="auto">
          <a:xfrm>
            <a:off x="1398510" y="1607625"/>
            <a:ext cx="11887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定义法    </a:t>
            </a:r>
          </a:p>
        </p:txBody>
      </p:sp>
      <p:graphicFrame>
        <p:nvGraphicFramePr>
          <p:cNvPr id="44" name="Object 17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204155"/>
              </p:ext>
            </p:extLst>
          </p:nvPr>
        </p:nvGraphicFramePr>
        <p:xfrm>
          <a:off x="4792708" y="5214903"/>
          <a:ext cx="301466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304560" progId="Equation.DSMT4">
                  <p:embed/>
                </p:oleObj>
              </mc:Choice>
              <mc:Fallback>
                <p:oleObj name="Equation" r:id="rId13" imgW="1447560" imgH="304560" progId="Equation.DSMT4">
                  <p:embed/>
                  <p:pic>
                    <p:nvPicPr>
                      <p:cNvPr id="44" name="Object 17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708" y="5214903"/>
                        <a:ext cx="3014663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180">
            <a:extLst>
              <a:ext uri="{FF2B5EF4-FFF2-40B4-BE49-F238E27FC236}">
                <a16:creationId xmlns:a16="http://schemas.microsoft.com/office/drawing/2014/main" id="{C2086278-01D7-6A1E-F5E3-EA45CA26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822" y="5265916"/>
            <a:ext cx="361829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可以判断阶数，使用较少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175">
            <a:extLst>
              <a:ext uri="{FF2B5EF4-FFF2-40B4-BE49-F238E27FC236}">
                <a16:creationId xmlns:a16="http://schemas.microsoft.com/office/drawing/2014/main" id="{4D5725A0-6239-ED8A-979B-D206E6D61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510" y="2709603"/>
            <a:ext cx="11887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    </a:t>
            </a: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9155945A-9925-1D63-14FA-877E7C145C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673505"/>
              </p:ext>
            </p:extLst>
          </p:nvPr>
        </p:nvGraphicFramePr>
        <p:xfrm>
          <a:off x="2823606" y="2751824"/>
          <a:ext cx="6143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73320" imgH="215640" progId="Equation.DSMT4">
                  <p:embed/>
                </p:oleObj>
              </mc:Choice>
              <mc:Fallback>
                <p:oleObj name="Equation" r:id="rId15" imgW="3073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23606" y="2751824"/>
                        <a:ext cx="6143625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8721D2B-A33A-EC04-C56F-7D2237AC0E02}"/>
              </a:ext>
            </a:extLst>
          </p:cNvPr>
          <p:cNvSpPr txBox="1"/>
          <p:nvPr/>
        </p:nvSpPr>
        <p:spPr>
          <a:xfrm>
            <a:off x="73185" y="1532275"/>
            <a:ext cx="1433034" cy="66516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易于展开的函数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99F5A5C-675C-0636-5DCB-F90261DF1E0F}"/>
              </a:ext>
            </a:extLst>
          </p:cNvPr>
          <p:cNvSpPr txBox="1"/>
          <p:nvPr/>
        </p:nvSpPr>
        <p:spPr>
          <a:xfrm>
            <a:off x="73185" y="2633555"/>
            <a:ext cx="1433034" cy="66516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极点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分式形式的函数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367D7B-DBDB-2AEA-2694-DF05BC2536E4}"/>
              </a:ext>
            </a:extLst>
          </p:cNvPr>
          <p:cNvSpPr txBox="1"/>
          <p:nvPr/>
        </p:nvSpPr>
        <p:spPr>
          <a:xfrm>
            <a:off x="73185" y="3613081"/>
            <a:ext cx="1433034" cy="128078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可去奇点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本性奇点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zh-CN" altLang="en-US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复合函数等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0F7B9BE-D287-7A6A-D3D3-B028DCE0C676}"/>
              </a:ext>
            </a:extLst>
          </p:cNvPr>
          <p:cNvSpPr/>
          <p:nvPr/>
        </p:nvSpPr>
        <p:spPr>
          <a:xfrm>
            <a:off x="1448311" y="1383535"/>
            <a:ext cx="8855566" cy="1126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AC7D09-D9DA-1630-5E89-2D865CFF58BB}"/>
              </a:ext>
            </a:extLst>
          </p:cNvPr>
          <p:cNvSpPr/>
          <p:nvPr/>
        </p:nvSpPr>
        <p:spPr>
          <a:xfrm>
            <a:off x="1506219" y="2709603"/>
            <a:ext cx="7533453" cy="478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7D7690D-AC32-AAD8-4FE3-0A68A58A8E98}"/>
              </a:ext>
            </a:extLst>
          </p:cNvPr>
          <p:cNvSpPr/>
          <p:nvPr/>
        </p:nvSpPr>
        <p:spPr>
          <a:xfrm>
            <a:off x="1448311" y="3655617"/>
            <a:ext cx="6100092" cy="628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A4D2262-AAAE-A0D1-01F2-1C13D844403B}"/>
              </a:ext>
            </a:extLst>
          </p:cNvPr>
          <p:cNvSpPr/>
          <p:nvPr/>
        </p:nvSpPr>
        <p:spPr>
          <a:xfrm>
            <a:off x="2768521" y="5940532"/>
            <a:ext cx="5700419" cy="811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01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8" grpId="0"/>
      <p:bldP spid="41" grpId="0"/>
      <p:bldP spid="3" grpId="0"/>
      <p:bldP spid="4" grpId="0"/>
      <p:bldP spid="2" grpId="0"/>
      <p:bldP spid="34" grpId="0"/>
      <p:bldP spid="35" grpId="0"/>
      <p:bldP spid="36" grpId="0" animBg="1"/>
      <p:bldP spid="40" grpId="0" animBg="1"/>
      <p:bldP spid="47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2659657" y="1719088"/>
            <a:ext cx="3248024" cy="457201"/>
            <a:chOff x="738" y="864"/>
            <a:chExt cx="2046" cy="288"/>
          </a:xfrm>
        </p:grpSpPr>
        <p:graphicFrame>
          <p:nvGraphicFramePr>
            <p:cNvPr id="8" name="Object 11"/>
            <p:cNvGraphicFramePr>
              <a:graphicFrameLocks/>
            </p:cNvGraphicFramePr>
            <p:nvPr/>
          </p:nvGraphicFramePr>
          <p:xfrm>
            <a:off x="738" y="909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8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" y="909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1127" y="864"/>
              <a:ext cx="16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的奇点，  </a:t>
              </a:r>
            </a:p>
          </p:txBody>
        </p:sp>
        <p:graphicFrame>
          <p:nvGraphicFramePr>
            <p:cNvPr id="11" name="Object 17"/>
            <p:cNvGraphicFramePr>
              <a:graphicFrameLocks/>
            </p:cNvGraphicFramePr>
            <p:nvPr/>
          </p:nvGraphicFramePr>
          <p:xfrm>
            <a:off x="1430" y="909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11" name="Object 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" y="909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9"/>
          <p:cNvGraphicFramePr>
            <a:graphicFrameLocks/>
          </p:cNvGraphicFramePr>
          <p:nvPr/>
        </p:nvGraphicFramePr>
        <p:xfrm>
          <a:off x="8671520" y="1788937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20560" imgH="342720" progId="Equation.3">
                  <p:embed/>
                </p:oleObj>
              </mc:Choice>
              <mc:Fallback>
                <p:oleObj name="公式" r:id="rId7" imgW="520560" imgH="342720" progId="Equation.3">
                  <p:embed/>
                  <p:pic>
                    <p:nvPicPr>
                      <p:cNvPr id="12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1520" y="1788937"/>
                        <a:ext cx="52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5577482" y="1565100"/>
            <a:ext cx="3048000" cy="736600"/>
            <a:chOff x="2576" y="767"/>
            <a:chExt cx="1920" cy="464"/>
          </a:xfrm>
        </p:grpSpPr>
        <p:graphicFrame>
          <p:nvGraphicFramePr>
            <p:cNvPr id="14" name="Object 18"/>
            <p:cNvGraphicFramePr>
              <a:graphicFrameLocks/>
            </p:cNvGraphicFramePr>
            <p:nvPr/>
          </p:nvGraphicFramePr>
          <p:xfrm>
            <a:off x="2880" y="767"/>
            <a:ext cx="161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65360" imgH="736560" progId="Equation.3">
                    <p:embed/>
                  </p:oleObj>
                </mc:Choice>
                <mc:Fallback>
                  <p:oleObj name="公式" r:id="rId9" imgW="2565360" imgH="736560" progId="Equation.3">
                    <p:embed/>
                    <p:pic>
                      <p:nvPicPr>
                        <p:cNvPr id="14" name="Object 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767"/>
                          <a:ext cx="1616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2576" y="865"/>
              <a:ext cx="5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    </a:t>
              </a:r>
            </a:p>
          </p:txBody>
        </p:sp>
      </p:grpSp>
      <p:grpSp>
        <p:nvGrpSpPr>
          <p:cNvPr id="16" name="Group 40"/>
          <p:cNvGrpSpPr>
            <a:grpSpLocks/>
          </p:cNvGrpSpPr>
          <p:nvPr/>
        </p:nvGrpSpPr>
        <p:grpSpPr bwMode="auto">
          <a:xfrm>
            <a:off x="2537420" y="2374726"/>
            <a:ext cx="4589463" cy="461962"/>
            <a:chOff x="661" y="1277"/>
            <a:chExt cx="2891" cy="291"/>
          </a:xfrm>
        </p:grpSpPr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1594" y="1277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的可去奇点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18" name="Object 21"/>
            <p:cNvGraphicFramePr>
              <a:graphicFrameLocks/>
            </p:cNvGraphicFramePr>
            <p:nvPr/>
          </p:nvGraphicFramePr>
          <p:xfrm>
            <a:off x="1241" y="132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18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1" y="1322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3"/>
            <p:cNvGraphicFramePr>
              <a:graphicFrameLocks/>
            </p:cNvGraphicFramePr>
            <p:nvPr/>
          </p:nvGraphicFramePr>
          <p:xfrm>
            <a:off x="1867" y="132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20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" y="132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661" y="1278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可知，   </a:t>
              </a:r>
            </a:p>
          </p:txBody>
        </p:sp>
      </p:grpSp>
      <p:grpSp>
        <p:nvGrpSpPr>
          <p:cNvPr id="30" name="Group 43"/>
          <p:cNvGrpSpPr>
            <a:grpSpLocks/>
          </p:cNvGrpSpPr>
          <p:nvPr/>
        </p:nvGrpSpPr>
        <p:grpSpPr bwMode="auto">
          <a:xfrm>
            <a:off x="1846857" y="3171701"/>
            <a:ext cx="5340350" cy="461963"/>
            <a:chOff x="660" y="3277"/>
            <a:chExt cx="3364" cy="291"/>
          </a:xfrm>
        </p:grpSpPr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660" y="3277"/>
              <a:ext cx="33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Tx/>
                <a:buBlip>
                  <a:blip r:embed="rId13"/>
                </a:buBlip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如果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约定         在          点的值为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 </a:t>
              </a:r>
            </a:p>
          </p:txBody>
        </p:sp>
        <p:graphicFrame>
          <p:nvGraphicFramePr>
            <p:cNvPr id="33" name="Object 29"/>
            <p:cNvGraphicFramePr>
              <a:graphicFrameLocks/>
            </p:cNvGraphicFramePr>
            <p:nvPr/>
          </p:nvGraphicFramePr>
          <p:xfrm>
            <a:off x="2320" y="3325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33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" y="3325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0"/>
            <p:cNvGraphicFramePr>
              <a:graphicFrameLocks/>
            </p:cNvGraphicFramePr>
            <p:nvPr/>
          </p:nvGraphicFramePr>
          <p:xfrm>
            <a:off x="1680" y="332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34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325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44"/>
          <p:cNvGrpSpPr>
            <a:grpSpLocks/>
          </p:cNvGrpSpPr>
          <p:nvPr/>
        </p:nvGrpSpPr>
        <p:grpSpPr bwMode="auto">
          <a:xfrm>
            <a:off x="6683529" y="3173979"/>
            <a:ext cx="3781425" cy="461963"/>
            <a:chOff x="3766" y="3276"/>
            <a:chExt cx="2382" cy="291"/>
          </a:xfrm>
        </p:grpSpPr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3766" y="3276"/>
              <a:ext cx="238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     在          点就解析了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</a:t>
              </a:r>
            </a:p>
          </p:txBody>
        </p:sp>
        <p:graphicFrame>
          <p:nvGraphicFramePr>
            <p:cNvPr id="37" name="Object 31"/>
            <p:cNvGraphicFramePr>
              <a:graphicFrameLocks/>
            </p:cNvGraphicFramePr>
            <p:nvPr/>
          </p:nvGraphicFramePr>
          <p:xfrm>
            <a:off x="4031" y="331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37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1" y="3318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2"/>
            <p:cNvGraphicFramePr>
              <a:graphicFrameLocks/>
            </p:cNvGraphicFramePr>
            <p:nvPr/>
          </p:nvGraphicFramePr>
          <p:xfrm>
            <a:off x="4683" y="331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38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" y="3312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1768823" y="953111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190440" progId="Equation.DSMT4">
                  <p:embed/>
                </p:oleObj>
              </mc:Choice>
              <mc:Fallback>
                <p:oleObj name="Equation" r:id="rId18" imgW="266400" imgH="19044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823" y="953111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2444552" y="728487"/>
          <a:ext cx="4011613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79560" imgH="419040" progId="Equation.DSMT4">
                  <p:embed/>
                </p:oleObj>
              </mc:Choice>
              <mc:Fallback>
                <p:oleObj name="Equation" r:id="rId20" imgW="1879560" imgH="419040" progId="Equation.DSMT4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552" y="728487"/>
                        <a:ext cx="4011613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1846857" y="1720676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4CE05A6-D3C9-102D-0F3B-86B5751E6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708617"/>
              </p:ext>
            </p:extLst>
          </p:nvPr>
        </p:nvGraphicFramePr>
        <p:xfrm>
          <a:off x="1647889" y="3974450"/>
          <a:ext cx="9336018" cy="566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94160" imgH="266400" progId="Equation.DSMT4">
                  <p:embed/>
                </p:oleObj>
              </mc:Choice>
              <mc:Fallback>
                <p:oleObj name="Equation" r:id="rId22" imgW="43941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47889" y="3974450"/>
                        <a:ext cx="9336018" cy="5666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142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2619673" y="1568633"/>
            <a:ext cx="3171825" cy="457200"/>
            <a:chOff x="738" y="840"/>
            <a:chExt cx="1998" cy="288"/>
          </a:xfrm>
        </p:grpSpPr>
        <p:graphicFrame>
          <p:nvGraphicFramePr>
            <p:cNvPr id="6" name="Object 10"/>
            <p:cNvGraphicFramePr>
              <a:graphicFrameLocks/>
            </p:cNvGraphicFramePr>
            <p:nvPr/>
          </p:nvGraphicFramePr>
          <p:xfrm>
            <a:off x="738" y="885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6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" y="885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1127" y="840"/>
              <a:ext cx="16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的奇点， </a:t>
              </a:r>
            </a:p>
          </p:txBody>
        </p:sp>
        <p:graphicFrame>
          <p:nvGraphicFramePr>
            <p:cNvPr id="9" name="Object 15"/>
            <p:cNvGraphicFramePr>
              <a:graphicFrameLocks/>
            </p:cNvGraphicFramePr>
            <p:nvPr/>
          </p:nvGraphicFramePr>
          <p:xfrm>
            <a:off x="1430" y="88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9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" y="885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70"/>
          <p:cNvGrpSpPr>
            <a:grpSpLocks/>
          </p:cNvGrpSpPr>
          <p:nvPr/>
        </p:nvGrpSpPr>
        <p:grpSpPr bwMode="auto">
          <a:xfrm>
            <a:off x="5537498" y="1570222"/>
            <a:ext cx="2568575" cy="539750"/>
            <a:chOff x="2576" y="841"/>
            <a:chExt cx="1618" cy="340"/>
          </a:xfrm>
        </p:grpSpPr>
        <p:graphicFrame>
          <p:nvGraphicFramePr>
            <p:cNvPr id="11" name="Object 16"/>
            <p:cNvGraphicFramePr>
              <a:graphicFrameLocks/>
            </p:cNvGraphicFramePr>
            <p:nvPr/>
          </p:nvGraphicFramePr>
          <p:xfrm>
            <a:off x="3434" y="853"/>
            <a:ext cx="76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206360" imgH="520560" progId="Equation.3">
                    <p:embed/>
                  </p:oleObj>
                </mc:Choice>
                <mc:Fallback>
                  <p:oleObj name="公式" r:id="rId7" imgW="1206360" imgH="520560" progId="Equation.3">
                    <p:embed/>
                    <p:pic>
                      <p:nvPicPr>
                        <p:cNvPr id="11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4" y="853"/>
                          <a:ext cx="76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8"/>
            <p:cNvSpPr>
              <a:spLocks noChangeArrowheads="1"/>
            </p:cNvSpPr>
            <p:nvPr/>
          </p:nvSpPr>
          <p:spPr bwMode="auto">
            <a:xfrm>
              <a:off x="2576" y="841"/>
              <a:ext cx="10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考察极限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13" name="Group 73"/>
          <p:cNvGrpSpPr>
            <a:grpSpLocks/>
          </p:cNvGrpSpPr>
          <p:nvPr/>
        </p:nvGrpSpPr>
        <p:grpSpPr bwMode="auto">
          <a:xfrm>
            <a:off x="6891566" y="3383147"/>
            <a:ext cx="4589463" cy="461962"/>
            <a:chOff x="661" y="2405"/>
            <a:chExt cx="2891" cy="291"/>
          </a:xfrm>
        </p:grpSpPr>
        <p:sp>
          <p:nvSpPr>
            <p:cNvPr id="14" name="Rectangle 2"/>
            <p:cNvSpPr>
              <a:spLocks noChangeArrowheads="1"/>
            </p:cNvSpPr>
            <p:nvPr/>
          </p:nvSpPr>
          <p:spPr bwMode="auto">
            <a:xfrm>
              <a:off x="1594" y="2405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本质奇点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15" name="Object 19"/>
            <p:cNvGraphicFramePr>
              <a:graphicFrameLocks/>
            </p:cNvGraphicFramePr>
            <p:nvPr/>
          </p:nvGraphicFramePr>
          <p:xfrm>
            <a:off x="1241" y="2450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15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1" y="2450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0"/>
            <p:cNvGraphicFramePr>
              <a:graphicFrameLocks/>
            </p:cNvGraphicFramePr>
            <p:nvPr/>
          </p:nvGraphicFramePr>
          <p:xfrm>
            <a:off x="1867" y="245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16" name="Object 2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" y="2450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661" y="2406"/>
              <a:ext cx="8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因此，   </a:t>
              </a:r>
            </a:p>
          </p:txBody>
        </p:sp>
      </p:grpSp>
      <p:grpSp>
        <p:nvGrpSpPr>
          <p:cNvPr id="34" name="Group 76"/>
          <p:cNvGrpSpPr>
            <a:grpSpLocks/>
          </p:cNvGrpSpPr>
          <p:nvPr/>
        </p:nvGrpSpPr>
        <p:grpSpPr bwMode="auto">
          <a:xfrm>
            <a:off x="4254797" y="2175060"/>
            <a:ext cx="1182688" cy="982663"/>
            <a:chOff x="1768" y="1222"/>
            <a:chExt cx="745" cy="619"/>
          </a:xfrm>
        </p:grpSpPr>
        <p:grpSp>
          <p:nvGrpSpPr>
            <p:cNvPr id="35" name="Group 67"/>
            <p:cNvGrpSpPr>
              <a:grpSpLocks/>
            </p:cNvGrpSpPr>
            <p:nvPr/>
          </p:nvGrpSpPr>
          <p:grpSpPr bwMode="auto">
            <a:xfrm>
              <a:off x="2399" y="1222"/>
              <a:ext cx="114" cy="332"/>
              <a:chOff x="2825" y="1168"/>
              <a:chExt cx="114" cy="332"/>
            </a:xfrm>
          </p:grpSpPr>
          <p:graphicFrame>
            <p:nvGraphicFramePr>
              <p:cNvPr id="37" name="Object 50"/>
              <p:cNvGraphicFramePr>
                <a:graphicFrameLocks/>
              </p:cNvGraphicFramePr>
              <p:nvPr/>
            </p:nvGraphicFramePr>
            <p:xfrm>
              <a:off x="2825" y="1276"/>
              <a:ext cx="1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64880" imgH="355320" progId="Equation.3">
                      <p:embed/>
                    </p:oleObj>
                  </mc:Choice>
                  <mc:Fallback>
                    <p:oleObj name="公式" r:id="rId11" imgW="164880" imgH="355320" progId="Equation.3">
                      <p:embed/>
                      <p:pic>
                        <p:nvPicPr>
                          <p:cNvPr id="37" name="Object 50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5" y="1276"/>
                            <a:ext cx="1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51"/>
              <p:cNvGraphicFramePr>
                <a:graphicFrameLocks/>
              </p:cNvGraphicFramePr>
              <p:nvPr/>
            </p:nvGraphicFramePr>
            <p:xfrm>
              <a:off x="2845" y="1168"/>
              <a:ext cx="8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26720" imgH="355320" progId="Equation.3">
                      <p:embed/>
                    </p:oleObj>
                  </mc:Choice>
                  <mc:Fallback>
                    <p:oleObj name="公式" r:id="rId13" imgW="126720" imgH="355320" progId="Equation.3">
                      <p:embed/>
                      <p:pic>
                        <p:nvPicPr>
                          <p:cNvPr id="38" name="Object 51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5" y="1168"/>
                            <a:ext cx="8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Line 52"/>
              <p:cNvSpPr>
                <a:spLocks noChangeShapeType="1"/>
              </p:cNvSpPr>
              <p:nvPr/>
            </p:nvSpPr>
            <p:spPr bwMode="auto">
              <a:xfrm>
                <a:off x="2825" y="1313"/>
                <a:ext cx="1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6" name="Object 53"/>
            <p:cNvGraphicFramePr>
              <a:graphicFrameLocks/>
            </p:cNvGraphicFramePr>
            <p:nvPr/>
          </p:nvGraphicFramePr>
          <p:xfrm>
            <a:off x="1768" y="1353"/>
            <a:ext cx="656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041120" imgH="774360" progId="Equation.3">
                    <p:embed/>
                  </p:oleObj>
                </mc:Choice>
                <mc:Fallback>
                  <p:oleObj name="公式" r:id="rId15" imgW="1041120" imgH="774360" progId="Equation.3">
                    <p:embed/>
                    <p:pic>
                      <p:nvPicPr>
                        <p:cNvPr id="36" name="Object 5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1353"/>
                          <a:ext cx="656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71"/>
          <p:cNvGrpSpPr>
            <a:grpSpLocks/>
          </p:cNvGrpSpPr>
          <p:nvPr/>
        </p:nvGrpSpPr>
        <p:grpSpPr bwMode="auto">
          <a:xfrm>
            <a:off x="2497436" y="2349685"/>
            <a:ext cx="1685925" cy="809625"/>
            <a:chOff x="661" y="1332"/>
            <a:chExt cx="1062" cy="510"/>
          </a:xfrm>
        </p:grpSpPr>
        <p:graphicFrame>
          <p:nvGraphicFramePr>
            <p:cNvPr id="41" name="Object 47"/>
            <p:cNvGraphicFramePr>
              <a:graphicFrameLocks/>
            </p:cNvGraphicFramePr>
            <p:nvPr/>
          </p:nvGraphicFramePr>
          <p:xfrm>
            <a:off x="947" y="1354"/>
            <a:ext cx="776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231560" imgH="774360" progId="Equation.3">
                    <p:embed/>
                  </p:oleObj>
                </mc:Choice>
                <mc:Fallback>
                  <p:oleObj name="公式" r:id="rId17" imgW="1231560" imgH="774360" progId="Equation.3">
                    <p:embed/>
                    <p:pic>
                      <p:nvPicPr>
                        <p:cNvPr id="41" name="Object 4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7" y="1354"/>
                          <a:ext cx="776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Rectangle 54"/>
            <p:cNvSpPr>
              <a:spLocks noChangeArrowheads="1"/>
            </p:cNvSpPr>
            <p:nvPr/>
          </p:nvSpPr>
          <p:spPr bwMode="auto">
            <a:xfrm>
              <a:off x="661" y="1332"/>
              <a:ext cx="5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    </a:t>
              </a:r>
            </a:p>
          </p:txBody>
        </p:sp>
      </p:grpSp>
      <p:graphicFrame>
        <p:nvGraphicFramePr>
          <p:cNvPr id="43" name="Object 55"/>
          <p:cNvGraphicFramePr>
            <a:graphicFrameLocks/>
          </p:cNvGraphicFramePr>
          <p:nvPr/>
        </p:nvGraphicFramePr>
        <p:xfrm>
          <a:off x="5500985" y="2463984"/>
          <a:ext cx="800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799920" imgH="291960" progId="Equation.3">
                  <p:embed/>
                </p:oleObj>
              </mc:Choice>
              <mc:Fallback>
                <p:oleObj name="公式" r:id="rId19" imgW="799920" imgH="291960" progId="Equation.3">
                  <p:embed/>
                  <p:pic>
                    <p:nvPicPr>
                      <p:cNvPr id="43" name="Object 5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985" y="2463984"/>
                        <a:ext cx="800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6"/>
          <p:cNvGraphicFramePr>
            <a:graphicFrameLocks/>
          </p:cNvGraphicFramePr>
          <p:nvPr/>
        </p:nvGraphicFramePr>
        <p:xfrm>
          <a:off x="6559847" y="2383022"/>
          <a:ext cx="1231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231560" imgH="774360" progId="Equation.3">
                  <p:embed/>
                </p:oleObj>
              </mc:Choice>
              <mc:Fallback>
                <p:oleObj name="公式" r:id="rId21" imgW="1231560" imgH="774360" progId="Equation.3">
                  <p:embed/>
                  <p:pic>
                    <p:nvPicPr>
                      <p:cNvPr id="44" name="Object 5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847" y="2383022"/>
                        <a:ext cx="1231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77"/>
          <p:cNvGrpSpPr>
            <a:grpSpLocks/>
          </p:cNvGrpSpPr>
          <p:nvPr/>
        </p:nvGrpSpPr>
        <p:grpSpPr bwMode="auto">
          <a:xfrm>
            <a:off x="7872710" y="2173473"/>
            <a:ext cx="1173162" cy="992187"/>
            <a:chOff x="4047" y="1221"/>
            <a:chExt cx="739" cy="625"/>
          </a:xfrm>
        </p:grpSpPr>
        <p:grpSp>
          <p:nvGrpSpPr>
            <p:cNvPr id="46" name="Group 66"/>
            <p:cNvGrpSpPr>
              <a:grpSpLocks/>
            </p:cNvGrpSpPr>
            <p:nvPr/>
          </p:nvGrpSpPr>
          <p:grpSpPr bwMode="auto">
            <a:xfrm>
              <a:off x="4672" y="1221"/>
              <a:ext cx="114" cy="332"/>
              <a:chOff x="4990" y="1167"/>
              <a:chExt cx="114" cy="332"/>
            </a:xfrm>
          </p:grpSpPr>
          <p:graphicFrame>
            <p:nvGraphicFramePr>
              <p:cNvPr id="48" name="Object 57"/>
              <p:cNvGraphicFramePr>
                <a:graphicFrameLocks/>
              </p:cNvGraphicFramePr>
              <p:nvPr/>
            </p:nvGraphicFramePr>
            <p:xfrm>
              <a:off x="4990" y="1275"/>
              <a:ext cx="1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164880" imgH="355320" progId="Equation.3">
                      <p:embed/>
                    </p:oleObj>
                  </mc:Choice>
                  <mc:Fallback>
                    <p:oleObj name="公式" r:id="rId23" imgW="164880" imgH="355320" progId="Equation.3">
                      <p:embed/>
                      <p:pic>
                        <p:nvPicPr>
                          <p:cNvPr id="48" name="Object 57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0" y="1275"/>
                            <a:ext cx="1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58"/>
              <p:cNvGraphicFramePr>
                <a:graphicFrameLocks/>
              </p:cNvGraphicFramePr>
              <p:nvPr/>
            </p:nvGraphicFramePr>
            <p:xfrm>
              <a:off x="5010" y="1167"/>
              <a:ext cx="8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5" imgW="126720" imgH="355320" progId="Equation.3">
                      <p:embed/>
                    </p:oleObj>
                  </mc:Choice>
                  <mc:Fallback>
                    <p:oleObj name="公式" r:id="rId25" imgW="126720" imgH="355320" progId="Equation.3">
                      <p:embed/>
                      <p:pic>
                        <p:nvPicPr>
                          <p:cNvPr id="49" name="Object 58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0" y="1167"/>
                            <a:ext cx="8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Line 59"/>
              <p:cNvSpPr>
                <a:spLocks noChangeShapeType="1"/>
              </p:cNvSpPr>
              <p:nvPr/>
            </p:nvSpPr>
            <p:spPr bwMode="auto">
              <a:xfrm>
                <a:off x="4990" y="1312"/>
                <a:ext cx="1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47" name="Object 60"/>
            <p:cNvGraphicFramePr>
              <a:graphicFrameLocks/>
            </p:cNvGraphicFramePr>
            <p:nvPr/>
          </p:nvGraphicFramePr>
          <p:xfrm>
            <a:off x="4047" y="1358"/>
            <a:ext cx="656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041120" imgH="774360" progId="Equation.3">
                    <p:embed/>
                  </p:oleObj>
                </mc:Choice>
                <mc:Fallback>
                  <p:oleObj name="公式" r:id="rId27" imgW="1041120" imgH="774360" progId="Equation.3">
                    <p:embed/>
                    <p:pic>
                      <p:nvPicPr>
                        <p:cNvPr id="47" name="Object 6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" y="1358"/>
                          <a:ext cx="656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Object 61"/>
          <p:cNvGraphicFramePr>
            <a:graphicFrameLocks/>
          </p:cNvGraphicFramePr>
          <p:nvPr/>
        </p:nvGraphicFramePr>
        <p:xfrm>
          <a:off x="9131597" y="2417947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545760" imgH="342720" progId="Equation.3">
                  <p:embed/>
                </p:oleObj>
              </mc:Choice>
              <mc:Fallback>
                <p:oleObj name="公式" r:id="rId29" imgW="545760" imgH="342720" progId="Equation.3">
                  <p:embed/>
                  <p:pic>
                    <p:nvPicPr>
                      <p:cNvPr id="51" name="Object 6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1597" y="2417947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72"/>
          <p:cNvGrpSpPr>
            <a:grpSpLocks/>
          </p:cNvGrpSpPr>
          <p:nvPr/>
        </p:nvGrpSpPr>
        <p:grpSpPr bwMode="auto">
          <a:xfrm>
            <a:off x="2495848" y="3357748"/>
            <a:ext cx="4360863" cy="573087"/>
            <a:chOff x="660" y="1967"/>
            <a:chExt cx="2747" cy="361"/>
          </a:xfrm>
        </p:grpSpPr>
        <p:graphicFrame>
          <p:nvGraphicFramePr>
            <p:cNvPr id="53" name="Object 62"/>
            <p:cNvGraphicFramePr>
              <a:graphicFrameLocks/>
            </p:cNvGraphicFramePr>
            <p:nvPr/>
          </p:nvGraphicFramePr>
          <p:xfrm>
            <a:off x="1274" y="2000"/>
            <a:ext cx="68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091880" imgH="520560" progId="Equation.3">
                    <p:embed/>
                  </p:oleObj>
                </mc:Choice>
                <mc:Fallback>
                  <p:oleObj name="公式" r:id="rId31" imgW="1091880" imgH="520560" progId="Equation.3">
                    <p:embed/>
                    <p:pic>
                      <p:nvPicPr>
                        <p:cNvPr id="53" name="Object 6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4" y="2000"/>
                          <a:ext cx="688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63"/>
            <p:cNvSpPr>
              <a:spLocks noChangeArrowheads="1"/>
            </p:cNvSpPr>
            <p:nvPr/>
          </p:nvSpPr>
          <p:spPr bwMode="auto">
            <a:xfrm>
              <a:off x="1941" y="1980"/>
              <a:ext cx="1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不存在且不为    </a:t>
              </a:r>
            </a:p>
          </p:txBody>
        </p:sp>
        <p:graphicFrame>
          <p:nvGraphicFramePr>
            <p:cNvPr id="55" name="Object 64"/>
            <p:cNvGraphicFramePr>
              <a:graphicFrameLocks/>
            </p:cNvGraphicFramePr>
            <p:nvPr/>
          </p:nvGraphicFramePr>
          <p:xfrm>
            <a:off x="3170" y="2068"/>
            <a:ext cx="23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368280" imgH="279360" progId="Equation.3">
                    <p:embed/>
                  </p:oleObj>
                </mc:Choice>
                <mc:Fallback>
                  <p:oleObj name="公式" r:id="rId33" imgW="368280" imgH="279360" progId="Equation.3">
                    <p:embed/>
                    <p:pic>
                      <p:nvPicPr>
                        <p:cNvPr id="55" name="Object 6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0" y="2068"/>
                          <a:ext cx="23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Rectangle 65"/>
            <p:cNvSpPr>
              <a:spLocks noChangeArrowheads="1"/>
            </p:cNvSpPr>
            <p:nvPr/>
          </p:nvSpPr>
          <p:spPr bwMode="auto">
            <a:xfrm>
              <a:off x="660" y="1967"/>
              <a:ext cx="7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可知，  </a:t>
              </a:r>
            </a:p>
          </p:txBody>
        </p:sp>
      </p:grp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1706341" y="973587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66400" imgH="190440" progId="Equation.DSMT4">
                  <p:embed/>
                </p:oleObj>
              </mc:Choice>
              <mc:Fallback>
                <p:oleObj name="Equation" r:id="rId35" imgW="266400" imgH="190440" progId="Equation.DSMT4">
                  <p:embed/>
                  <p:pic>
                    <p:nvPicPr>
                      <p:cNvPr id="59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341" y="973587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45107"/>
              </p:ext>
            </p:extLst>
          </p:nvPr>
        </p:nvGraphicFramePr>
        <p:xfrm>
          <a:off x="2435225" y="715963"/>
          <a:ext cx="37401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752480" imgH="342720" progId="Equation.DSMT4">
                  <p:embed/>
                </p:oleObj>
              </mc:Choice>
              <mc:Fallback>
                <p:oleObj name="Equation" r:id="rId37" imgW="1752480" imgH="342720" progId="Equation.DSMT4">
                  <p:embed/>
                  <p:pic>
                    <p:nvPicPr>
                      <p:cNvPr id="60" name="对象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715963"/>
                        <a:ext cx="37401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15"/>
          <p:cNvSpPr txBox="1">
            <a:spLocks noChangeArrowheads="1"/>
          </p:cNvSpPr>
          <p:nvPr/>
        </p:nvSpPr>
        <p:spPr bwMode="auto">
          <a:xfrm>
            <a:off x="1704299" y="1544029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6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4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838599" y="942853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599" y="942853"/>
                        <a:ext cx="569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382978"/>
              </p:ext>
            </p:extLst>
          </p:nvPr>
        </p:nvGraphicFramePr>
        <p:xfrm>
          <a:off x="1471270" y="712755"/>
          <a:ext cx="455453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360" imgH="444240" progId="Equation.DSMT4">
                  <p:embed/>
                </p:oleObj>
              </mc:Choice>
              <mc:Fallback>
                <p:oleObj name="Equation" r:id="rId5" imgW="2133360" imgH="4442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270" y="712755"/>
                        <a:ext cx="455453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833251" y="181547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8ADD898-360E-8EF2-F2A5-8C5F8BBA6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756918"/>
              </p:ext>
            </p:extLst>
          </p:nvPr>
        </p:nvGraphicFramePr>
        <p:xfrm>
          <a:off x="1471270" y="1836178"/>
          <a:ext cx="272265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28211" imgH="283062" progId="Equation.DSMT4">
                  <p:embed/>
                </p:oleObj>
              </mc:Choice>
              <mc:Fallback>
                <p:oleObj name="Equation" r:id="rId7" imgW="1828211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1270" y="1836178"/>
                        <a:ext cx="2722655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11134D9-D304-0EB3-5C20-A30CF3713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888585"/>
              </p:ext>
            </p:extLst>
          </p:nvPr>
        </p:nvGraphicFramePr>
        <p:xfrm>
          <a:off x="4202069" y="1787009"/>
          <a:ext cx="3998506" cy="582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25933" imgH="383245" progId="Equation.DSMT4">
                  <p:embed/>
                </p:oleObj>
              </mc:Choice>
              <mc:Fallback>
                <p:oleObj name="Equation" r:id="rId9" imgW="2625933" imgH="3832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02069" y="1787009"/>
                        <a:ext cx="3998506" cy="582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6AC546F-05F6-7642-F756-47F9ACCB2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127822"/>
              </p:ext>
            </p:extLst>
          </p:nvPr>
        </p:nvGraphicFramePr>
        <p:xfrm>
          <a:off x="1471270" y="2448363"/>
          <a:ext cx="5570554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44720" imgH="215640" progId="Equation.DSMT4">
                  <p:embed/>
                </p:oleObj>
              </mc:Choice>
              <mc:Fallback>
                <p:oleObj name="Equation" r:id="rId11" imgW="2844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1270" y="2448363"/>
                        <a:ext cx="5570554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6750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2366029" y="2668859"/>
            <a:ext cx="2208216" cy="787400"/>
            <a:chOff x="542" y="751"/>
            <a:chExt cx="1391" cy="496"/>
          </a:xfrm>
        </p:grpSpPr>
        <p:graphicFrame>
          <p:nvGraphicFramePr>
            <p:cNvPr id="8" name="Object 7"/>
            <p:cNvGraphicFramePr>
              <a:graphicFrameLocks/>
            </p:cNvGraphicFramePr>
            <p:nvPr/>
          </p:nvGraphicFramePr>
          <p:xfrm>
            <a:off x="821" y="751"/>
            <a:ext cx="111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765080" imgH="787320" progId="Equation.3">
                    <p:embed/>
                  </p:oleObj>
                </mc:Choice>
                <mc:Fallback>
                  <p:oleObj name="公式" r:id="rId3" imgW="1765080" imgH="787320" progId="Equation.3">
                    <p:embed/>
                    <p:pic>
                      <p:nvPicPr>
                        <p:cNvPr id="8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751"/>
                          <a:ext cx="111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542" y="853"/>
              <a:ext cx="5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</a:t>
              </a:r>
            </a:p>
          </p:txBody>
        </p:sp>
      </p:grp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4642504" y="2821260"/>
            <a:ext cx="6950075" cy="461963"/>
            <a:chOff x="1976" y="847"/>
            <a:chExt cx="4378" cy="291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1976" y="847"/>
              <a:ext cx="43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     为         的</a:t>
              </a:r>
              <a:r>
                <a:rPr kumimoji="1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阶零点，为     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1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阶零点，    </a:t>
              </a:r>
            </a:p>
          </p:txBody>
        </p:sp>
        <p:graphicFrame>
          <p:nvGraphicFramePr>
            <p:cNvPr id="13" name="Object 10"/>
            <p:cNvGraphicFramePr>
              <a:graphicFrameLocks/>
            </p:cNvGraphicFramePr>
            <p:nvPr/>
          </p:nvGraphicFramePr>
          <p:xfrm>
            <a:off x="2680" y="890"/>
            <a:ext cx="39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22080" imgH="342720" progId="Equation.3">
                    <p:embed/>
                  </p:oleObj>
                </mc:Choice>
                <mc:Fallback>
                  <p:oleObj name="公式" r:id="rId5" imgW="622080" imgH="342720" progId="Equation.3">
                    <p:embed/>
                    <p:pic>
                      <p:nvPicPr>
                        <p:cNvPr id="13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0" y="890"/>
                          <a:ext cx="39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1"/>
            <p:cNvGraphicFramePr>
              <a:graphicFrameLocks/>
            </p:cNvGraphicFramePr>
            <p:nvPr/>
          </p:nvGraphicFramePr>
          <p:xfrm>
            <a:off x="2281" y="865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79360" imgH="380880" progId="Equation.3">
                    <p:embed/>
                  </p:oleObj>
                </mc:Choice>
                <mc:Fallback>
                  <p:oleObj name="公式" r:id="rId7" imgW="279360" imgH="380880" progId="Equation.3">
                    <p:embed/>
                    <p:pic>
                      <p:nvPicPr>
                        <p:cNvPr id="14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865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9"/>
            <p:cNvGraphicFramePr>
              <a:graphicFrameLocks/>
            </p:cNvGraphicFramePr>
            <p:nvPr/>
          </p:nvGraphicFramePr>
          <p:xfrm>
            <a:off x="4459" y="889"/>
            <a:ext cx="40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47640" imgH="342720" progId="Equation.3">
                    <p:embed/>
                  </p:oleObj>
                </mc:Choice>
                <mc:Fallback>
                  <p:oleObj name="公式" r:id="rId9" imgW="647640" imgH="342720" progId="Equation.3">
                    <p:embed/>
                    <p:pic>
                      <p:nvPicPr>
                        <p:cNvPr id="15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889"/>
                          <a:ext cx="40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58"/>
          <p:cNvGrpSpPr>
            <a:grpSpLocks/>
          </p:cNvGrpSpPr>
          <p:nvPr/>
        </p:nvGrpSpPr>
        <p:grpSpPr bwMode="auto">
          <a:xfrm>
            <a:off x="2343803" y="4705621"/>
            <a:ext cx="3143250" cy="458788"/>
            <a:chOff x="528" y="2034"/>
            <a:chExt cx="1980" cy="289"/>
          </a:xfrm>
        </p:grpSpPr>
        <p:sp>
          <p:nvSpPr>
            <p:cNvPr id="17" name="Rectangle 33"/>
            <p:cNvSpPr>
              <a:spLocks noChangeArrowheads="1"/>
            </p:cNvSpPr>
            <p:nvPr/>
          </p:nvSpPr>
          <p:spPr bwMode="auto">
            <a:xfrm>
              <a:off x="528" y="2035"/>
              <a:ext cx="5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 </a:t>
              </a:r>
            </a:p>
          </p:txBody>
        </p:sp>
        <p:sp>
          <p:nvSpPr>
            <p:cNvPr id="18" name="Rectangle 34"/>
            <p:cNvSpPr>
              <a:spLocks noChangeArrowheads="1"/>
            </p:cNvSpPr>
            <p:nvPr/>
          </p:nvSpPr>
          <p:spPr bwMode="auto">
            <a:xfrm>
              <a:off x="821" y="2034"/>
              <a:ext cx="16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 时，   </a:t>
              </a:r>
            </a:p>
          </p:txBody>
        </p:sp>
        <p:graphicFrame>
          <p:nvGraphicFramePr>
            <p:cNvPr id="20" name="Object 37"/>
            <p:cNvGraphicFramePr>
              <a:graphicFrameLocks/>
            </p:cNvGraphicFramePr>
            <p:nvPr/>
          </p:nvGraphicFramePr>
          <p:xfrm>
            <a:off x="1387" y="2087"/>
            <a:ext cx="48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774360" imgH="253800" progId="Equation.3">
                    <p:embed/>
                  </p:oleObj>
                </mc:Choice>
                <mc:Fallback>
                  <p:oleObj name="公式" r:id="rId11" imgW="774360" imgH="253800" progId="Equation.3">
                    <p:embed/>
                    <p:pic>
                      <p:nvPicPr>
                        <p:cNvPr id="20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2087"/>
                          <a:ext cx="488" cy="1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60"/>
          <p:cNvGrpSpPr>
            <a:grpSpLocks/>
          </p:cNvGrpSpPr>
          <p:nvPr/>
        </p:nvGrpSpPr>
        <p:grpSpPr bwMode="auto">
          <a:xfrm>
            <a:off x="2810529" y="5361329"/>
            <a:ext cx="2449513" cy="457200"/>
            <a:chOff x="822" y="2413"/>
            <a:chExt cx="1543" cy="288"/>
          </a:xfrm>
        </p:grpSpPr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822" y="2413"/>
              <a:ext cx="15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         时，</a:t>
              </a:r>
            </a:p>
          </p:txBody>
        </p:sp>
        <p:graphicFrame>
          <p:nvGraphicFramePr>
            <p:cNvPr id="23" name="Object 38"/>
            <p:cNvGraphicFramePr>
              <a:graphicFrameLocks/>
            </p:cNvGraphicFramePr>
            <p:nvPr/>
          </p:nvGraphicFramePr>
          <p:xfrm>
            <a:off x="1383" y="2507"/>
            <a:ext cx="488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774360" imgH="215640" progId="Equation.3">
                    <p:embed/>
                  </p:oleObj>
                </mc:Choice>
                <mc:Fallback>
                  <p:oleObj name="公式" r:id="rId13" imgW="774360" imgH="215640" progId="Equation.3">
                    <p:embed/>
                    <p:pic>
                      <p:nvPicPr>
                        <p:cNvPr id="23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507"/>
                          <a:ext cx="488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57"/>
          <p:cNvGrpSpPr>
            <a:grpSpLocks/>
          </p:cNvGrpSpPr>
          <p:nvPr/>
        </p:nvGrpSpPr>
        <p:grpSpPr bwMode="auto">
          <a:xfrm>
            <a:off x="2396192" y="3582834"/>
            <a:ext cx="5651500" cy="877888"/>
            <a:chOff x="1120" y="1308"/>
            <a:chExt cx="3560" cy="553"/>
          </a:xfrm>
        </p:grpSpPr>
        <p:graphicFrame>
          <p:nvGraphicFramePr>
            <p:cNvPr id="25" name="Object 26"/>
            <p:cNvGraphicFramePr>
              <a:graphicFrameLocks/>
            </p:cNvGraphicFramePr>
            <p:nvPr/>
          </p:nvGraphicFramePr>
          <p:xfrm>
            <a:off x="1428" y="148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34680" imgH="342720" progId="Equation.3">
                    <p:embed/>
                  </p:oleObj>
                </mc:Choice>
                <mc:Fallback>
                  <p:oleObj name="公式" r:id="rId15" imgW="634680" imgH="342720" progId="Equation.3">
                    <p:embed/>
                    <p:pic>
                      <p:nvPicPr>
                        <p:cNvPr id="25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148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7"/>
            <p:cNvGraphicFramePr>
              <a:graphicFrameLocks/>
            </p:cNvGraphicFramePr>
            <p:nvPr/>
          </p:nvGraphicFramePr>
          <p:xfrm>
            <a:off x="1891" y="1309"/>
            <a:ext cx="136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171520" imgH="876240" progId="Equation.3">
                    <p:embed/>
                  </p:oleObj>
                </mc:Choice>
                <mc:Fallback>
                  <p:oleObj name="公式" r:id="rId17" imgW="2171520" imgH="876240" progId="Equation.3">
                    <p:embed/>
                    <p:pic>
                      <p:nvPicPr>
                        <p:cNvPr id="26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1309"/>
                          <a:ext cx="1368" cy="5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8"/>
            <p:cNvGraphicFramePr>
              <a:graphicFrameLocks/>
            </p:cNvGraphicFramePr>
            <p:nvPr/>
          </p:nvGraphicFramePr>
          <p:xfrm>
            <a:off x="3288" y="1308"/>
            <a:ext cx="1392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209680" imgH="876240" progId="Equation.3">
                    <p:embed/>
                  </p:oleObj>
                </mc:Choice>
                <mc:Fallback>
                  <p:oleObj name="公式" r:id="rId19" imgW="2209680" imgH="876240" progId="Equation.3">
                    <p:embed/>
                    <p:pic>
                      <p:nvPicPr>
                        <p:cNvPr id="27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1308"/>
                          <a:ext cx="1392" cy="5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52"/>
            <p:cNvSpPr>
              <a:spLocks noChangeArrowheads="1"/>
            </p:cNvSpPr>
            <p:nvPr/>
          </p:nvSpPr>
          <p:spPr bwMode="auto">
            <a:xfrm>
              <a:off x="1120" y="1439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</a:t>
              </a:r>
            </a:p>
          </p:txBody>
        </p:sp>
      </p:grpSp>
      <p:grpSp>
        <p:nvGrpSpPr>
          <p:cNvPr id="29" name="Group 59"/>
          <p:cNvGrpSpPr>
            <a:grpSpLocks/>
          </p:cNvGrpSpPr>
          <p:nvPr/>
        </p:nvGrpSpPr>
        <p:grpSpPr bwMode="auto">
          <a:xfrm>
            <a:off x="5223529" y="4699274"/>
            <a:ext cx="3338513" cy="461963"/>
            <a:chOff x="2342" y="2030"/>
            <a:chExt cx="2103" cy="291"/>
          </a:xfrm>
        </p:grpSpPr>
        <p:graphicFrame>
          <p:nvGraphicFramePr>
            <p:cNvPr id="30" name="Object 31"/>
            <p:cNvGraphicFramePr>
              <a:graphicFrameLocks/>
            </p:cNvGraphicFramePr>
            <p:nvPr/>
          </p:nvGraphicFramePr>
          <p:xfrm>
            <a:off x="2342" y="2042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79360" imgH="380880" progId="Equation.3">
                    <p:embed/>
                  </p:oleObj>
                </mc:Choice>
                <mc:Fallback>
                  <p:oleObj name="公式" r:id="rId21" imgW="279360" imgH="380880" progId="Equation.3">
                    <p:embed/>
                    <p:pic>
                      <p:nvPicPr>
                        <p:cNvPr id="30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2" y="2042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2"/>
            <p:cNvGraphicFramePr>
              <a:graphicFrameLocks/>
            </p:cNvGraphicFramePr>
            <p:nvPr/>
          </p:nvGraphicFramePr>
          <p:xfrm>
            <a:off x="2760" y="207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34680" imgH="342720" progId="Equation.3">
                    <p:embed/>
                  </p:oleObj>
                </mc:Choice>
                <mc:Fallback>
                  <p:oleObj name="公式" r:id="rId23" imgW="634680" imgH="342720" progId="Equation.3">
                    <p:embed/>
                    <p:pic>
                      <p:nvPicPr>
                        <p:cNvPr id="32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0" y="2078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2487" y="2030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的可去奇点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34" name="Group 61"/>
          <p:cNvGrpSpPr>
            <a:grpSpLocks/>
          </p:cNvGrpSpPr>
          <p:nvPr/>
        </p:nvGrpSpPr>
        <p:grpSpPr bwMode="auto">
          <a:xfrm>
            <a:off x="5221942" y="5367683"/>
            <a:ext cx="3817939" cy="461963"/>
            <a:chOff x="2341" y="2417"/>
            <a:chExt cx="2405" cy="291"/>
          </a:xfrm>
        </p:grpSpPr>
        <p:graphicFrame>
          <p:nvGraphicFramePr>
            <p:cNvPr id="35" name="Object 35"/>
            <p:cNvGraphicFramePr>
              <a:graphicFrameLocks/>
            </p:cNvGraphicFramePr>
            <p:nvPr/>
          </p:nvGraphicFramePr>
          <p:xfrm>
            <a:off x="2341" y="2425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79360" imgH="380880" progId="Equation.3">
                    <p:embed/>
                  </p:oleObj>
                </mc:Choice>
                <mc:Fallback>
                  <p:oleObj name="公式" r:id="rId25" imgW="279360" imgH="380880" progId="Equation.3">
                    <p:embed/>
                    <p:pic>
                      <p:nvPicPr>
                        <p:cNvPr id="35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1" y="2425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6"/>
            <p:cNvGraphicFramePr>
              <a:graphicFrameLocks/>
            </p:cNvGraphicFramePr>
            <p:nvPr/>
          </p:nvGraphicFramePr>
          <p:xfrm>
            <a:off x="2759" y="2467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634680" imgH="342720" progId="Equation.3">
                    <p:embed/>
                  </p:oleObj>
                </mc:Choice>
                <mc:Fallback>
                  <p:oleObj name="公式" r:id="rId27" imgW="634680" imgH="342720" progId="Equation.3">
                    <p:embed/>
                    <p:pic>
                      <p:nvPicPr>
                        <p:cNvPr id="36" name="Object 3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9" y="2467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Rectangle 54"/>
            <p:cNvSpPr>
              <a:spLocks noChangeArrowheads="1"/>
            </p:cNvSpPr>
            <p:nvPr/>
          </p:nvSpPr>
          <p:spPr bwMode="auto">
            <a:xfrm>
              <a:off x="2489" y="2417"/>
              <a:ext cx="2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的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 -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</p:grp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1290094" y="1961782"/>
            <a:ext cx="58041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推论（观察零点阶数判断奇点类型）</a:t>
            </a:r>
          </a:p>
        </p:txBody>
      </p:sp>
      <p:sp>
        <p:nvSpPr>
          <p:cNvPr id="3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CBC2473-1C78-4009-DADB-BF15DD7447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876488"/>
              </p:ext>
            </p:extLst>
          </p:nvPr>
        </p:nvGraphicFramePr>
        <p:xfrm>
          <a:off x="8136688" y="3790797"/>
          <a:ext cx="1753082" cy="465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29910" imgH="300074" progId="Equation.DSMT4">
                  <p:embed/>
                </p:oleObj>
              </mc:Choice>
              <mc:Fallback>
                <p:oleObj name="Equation" r:id="rId29" imgW="1129910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36688" y="3790797"/>
                        <a:ext cx="1753082" cy="4653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149F2FC-BFDF-30DD-D64F-D23C4D0FC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77700"/>
              </p:ext>
            </p:extLst>
          </p:nvPr>
        </p:nvGraphicFramePr>
        <p:xfrm>
          <a:off x="1343025" y="1279736"/>
          <a:ext cx="6143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073320" imgH="215640" progId="Equation.DSMT4">
                  <p:embed/>
                </p:oleObj>
              </mc:Choice>
              <mc:Fallback>
                <p:oleObj name="Equation" r:id="rId31" imgW="3073320" imgH="21564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9155945A-9925-1D63-14FA-877E7C145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43025" y="1279736"/>
                        <a:ext cx="6143625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6065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6525891" y="2732589"/>
            <a:ext cx="3579813" cy="461963"/>
            <a:chOff x="3283" y="1487"/>
            <a:chExt cx="2255" cy="291"/>
          </a:xfrm>
        </p:grpSpPr>
        <p:graphicFrame>
          <p:nvGraphicFramePr>
            <p:cNvPr id="6" name="Object 32"/>
            <p:cNvGraphicFramePr>
              <a:graphicFrameLocks/>
            </p:cNvGraphicFramePr>
            <p:nvPr/>
          </p:nvGraphicFramePr>
          <p:xfrm>
            <a:off x="3283" y="1532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22080" imgH="291960" progId="Equation.3">
                    <p:embed/>
                  </p:oleObj>
                </mc:Choice>
                <mc:Fallback>
                  <p:oleObj name="公式" r:id="rId3" imgW="622080" imgH="291960" progId="Equation.3">
                    <p:embed/>
                    <p:pic>
                      <p:nvPicPr>
                        <p:cNvPr id="6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" y="1532"/>
                          <a:ext cx="3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33"/>
            <p:cNvSpPr>
              <a:spLocks noChangeArrowheads="1"/>
            </p:cNvSpPr>
            <p:nvPr/>
          </p:nvSpPr>
          <p:spPr bwMode="auto">
            <a:xfrm>
              <a:off x="3628" y="1487"/>
              <a:ext cx="19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的一阶极点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8" name="Object 34"/>
            <p:cNvGraphicFramePr>
              <a:graphicFrameLocks/>
            </p:cNvGraphicFramePr>
            <p:nvPr/>
          </p:nvGraphicFramePr>
          <p:xfrm>
            <a:off x="3925" y="153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8" name="Object 3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5" y="153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7"/>
          <p:cNvGrpSpPr>
            <a:grpSpLocks/>
          </p:cNvGrpSpPr>
          <p:nvPr/>
        </p:nvGrpSpPr>
        <p:grpSpPr bwMode="auto">
          <a:xfrm>
            <a:off x="1213278" y="3516018"/>
            <a:ext cx="6835773" cy="800100"/>
            <a:chOff x="155" y="2093"/>
            <a:chExt cx="4306" cy="504"/>
          </a:xfrm>
        </p:grpSpPr>
        <p:sp>
          <p:nvSpPr>
            <p:cNvPr id="10" name="Text Box 35"/>
            <p:cNvSpPr txBox="1">
              <a:spLocks noChangeArrowheads="1"/>
            </p:cNvSpPr>
            <p:nvPr/>
          </p:nvSpPr>
          <p:spPr bwMode="auto">
            <a:xfrm>
              <a:off x="661" y="2187"/>
              <a:ext cx="38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判断函数                                  的奇点的类型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" name="Text Box 36"/>
            <p:cNvSpPr txBox="1">
              <a:spLocks noChangeArrowheads="1"/>
            </p:cNvSpPr>
            <p:nvPr/>
          </p:nvSpPr>
          <p:spPr bwMode="auto">
            <a:xfrm>
              <a:off x="155" y="2187"/>
              <a:ext cx="5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9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12" name="Object 38"/>
            <p:cNvGraphicFramePr>
              <a:graphicFrameLocks/>
            </p:cNvGraphicFramePr>
            <p:nvPr/>
          </p:nvGraphicFramePr>
          <p:xfrm>
            <a:off x="1586" y="2093"/>
            <a:ext cx="145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311200" imgH="799920" progId="Equation.3">
                    <p:embed/>
                  </p:oleObj>
                </mc:Choice>
                <mc:Fallback>
                  <p:oleObj name="公式" r:id="rId7" imgW="2311200" imgH="799920" progId="Equation.3">
                    <p:embed/>
                    <p:pic>
                      <p:nvPicPr>
                        <p:cNvPr id="12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6" y="2093"/>
                          <a:ext cx="145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60"/>
          <p:cNvGrpSpPr>
            <a:grpSpLocks/>
          </p:cNvGrpSpPr>
          <p:nvPr/>
        </p:nvGrpSpPr>
        <p:grpSpPr bwMode="auto">
          <a:xfrm>
            <a:off x="6513191" y="5372608"/>
            <a:ext cx="3713163" cy="476251"/>
            <a:chOff x="3275" y="3150"/>
            <a:chExt cx="2339" cy="300"/>
          </a:xfrm>
        </p:grpSpPr>
        <p:graphicFrame>
          <p:nvGraphicFramePr>
            <p:cNvPr id="14" name="Object 4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38994361"/>
                </p:ext>
              </p:extLst>
            </p:nvPr>
          </p:nvGraphicFramePr>
          <p:xfrm>
            <a:off x="3275" y="3181"/>
            <a:ext cx="47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31640" imgH="203040" progId="Equation.DSMT4">
                    <p:embed/>
                  </p:oleObj>
                </mc:Choice>
                <mc:Fallback>
                  <p:oleObj name="Equation" r:id="rId9" imgW="431640" imgH="203040" progId="Equation.DSMT4">
                    <p:embed/>
                    <p:pic>
                      <p:nvPicPr>
                        <p:cNvPr id="14" name="Object 4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3181"/>
                          <a:ext cx="47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3753" y="3150"/>
              <a:ext cx="18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6" name="Object 45"/>
            <p:cNvGraphicFramePr>
              <a:graphicFrameLocks/>
            </p:cNvGraphicFramePr>
            <p:nvPr/>
          </p:nvGraphicFramePr>
          <p:xfrm>
            <a:off x="4032" y="3195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16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95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54"/>
          <p:cNvGrpSpPr>
            <a:grpSpLocks/>
          </p:cNvGrpSpPr>
          <p:nvPr/>
        </p:nvGrpSpPr>
        <p:grpSpPr bwMode="auto">
          <a:xfrm>
            <a:off x="2184568" y="1996807"/>
            <a:ext cx="3586163" cy="800100"/>
            <a:chOff x="662" y="1028"/>
            <a:chExt cx="2259" cy="504"/>
          </a:xfrm>
        </p:grpSpPr>
        <p:graphicFrame>
          <p:nvGraphicFramePr>
            <p:cNvPr id="20" name="Object 31"/>
            <p:cNvGraphicFramePr>
              <a:graphicFrameLocks/>
            </p:cNvGraphicFramePr>
            <p:nvPr/>
          </p:nvGraphicFramePr>
          <p:xfrm>
            <a:off x="1105" y="1028"/>
            <a:ext cx="181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882880" imgH="799920" progId="Equation.3">
                    <p:embed/>
                  </p:oleObj>
                </mc:Choice>
                <mc:Fallback>
                  <p:oleObj name="公式" r:id="rId12" imgW="2882880" imgH="799920" progId="Equation.3">
                    <p:embed/>
                    <p:pic>
                      <p:nvPicPr>
                        <p:cNvPr id="20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" y="1028"/>
                          <a:ext cx="181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47"/>
            <p:cNvSpPr txBox="1">
              <a:spLocks noChangeArrowheads="1"/>
            </p:cNvSpPr>
            <p:nvPr/>
          </p:nvSpPr>
          <p:spPr bwMode="auto">
            <a:xfrm>
              <a:off x="662" y="1124"/>
              <a:ext cx="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</a:t>
              </a:r>
            </a:p>
          </p:txBody>
        </p:sp>
      </p:grpSp>
      <p:grpSp>
        <p:nvGrpSpPr>
          <p:cNvPr id="22" name="Group 55"/>
          <p:cNvGrpSpPr>
            <a:grpSpLocks/>
          </p:cNvGrpSpPr>
          <p:nvPr/>
        </p:nvGrpSpPr>
        <p:grpSpPr bwMode="auto">
          <a:xfrm>
            <a:off x="6049641" y="2143623"/>
            <a:ext cx="4383087" cy="477838"/>
            <a:chOff x="2983" y="1116"/>
            <a:chExt cx="2761" cy="301"/>
          </a:xfrm>
        </p:grpSpPr>
        <p:graphicFrame>
          <p:nvGraphicFramePr>
            <p:cNvPr id="23" name="Object 8"/>
            <p:cNvGraphicFramePr>
              <a:graphicFrameLocks/>
            </p:cNvGraphicFramePr>
            <p:nvPr/>
          </p:nvGraphicFramePr>
          <p:xfrm>
            <a:off x="3284" y="1161"/>
            <a:ext cx="51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812520" imgH="291960" progId="Equation.3">
                    <p:embed/>
                  </p:oleObj>
                </mc:Choice>
                <mc:Fallback>
                  <p:oleObj name="公式" r:id="rId14" imgW="812520" imgH="291960" progId="Equation.3">
                    <p:embed/>
                    <p:pic>
                      <p:nvPicPr>
                        <p:cNvPr id="23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4" y="1161"/>
                          <a:ext cx="51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3749" y="1116"/>
              <a:ext cx="19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的可去奇点， </a:t>
              </a:r>
            </a:p>
          </p:txBody>
        </p:sp>
        <p:graphicFrame>
          <p:nvGraphicFramePr>
            <p:cNvPr id="25" name="Object 13"/>
            <p:cNvGraphicFramePr>
              <a:graphicFrameLocks/>
            </p:cNvGraphicFramePr>
            <p:nvPr/>
          </p:nvGraphicFramePr>
          <p:xfrm>
            <a:off x="4046" y="1161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25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6" y="1161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48"/>
            <p:cNvSpPr txBox="1">
              <a:spLocks noChangeArrowheads="1"/>
            </p:cNvSpPr>
            <p:nvPr/>
          </p:nvSpPr>
          <p:spPr bwMode="auto">
            <a:xfrm>
              <a:off x="2983" y="112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</a:t>
              </a:r>
            </a:p>
          </p:txBody>
        </p:sp>
      </p:grpSp>
      <p:grpSp>
        <p:nvGrpSpPr>
          <p:cNvPr id="27" name="Group 58"/>
          <p:cNvGrpSpPr>
            <a:grpSpLocks/>
          </p:cNvGrpSpPr>
          <p:nvPr/>
        </p:nvGrpSpPr>
        <p:grpSpPr bwMode="auto">
          <a:xfrm>
            <a:off x="2184568" y="4609801"/>
            <a:ext cx="3887788" cy="873125"/>
            <a:chOff x="661" y="2673"/>
            <a:chExt cx="2449" cy="550"/>
          </a:xfrm>
        </p:grpSpPr>
        <p:graphicFrame>
          <p:nvGraphicFramePr>
            <p:cNvPr id="29" name="Object 4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18652289"/>
                </p:ext>
              </p:extLst>
            </p:nvPr>
          </p:nvGraphicFramePr>
          <p:xfrm>
            <a:off x="1115" y="2673"/>
            <a:ext cx="1995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3880" imgH="431640" progId="Equation.DSMT4">
                    <p:embed/>
                  </p:oleObj>
                </mc:Choice>
                <mc:Fallback>
                  <p:oleObj name="Equation" r:id="rId17" imgW="1523880" imgH="431640" progId="Equation.DSMT4">
                    <p:embed/>
                    <p:pic>
                      <p:nvPicPr>
                        <p:cNvPr id="29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" y="2673"/>
                          <a:ext cx="1995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51"/>
            <p:cNvSpPr txBox="1">
              <a:spLocks noChangeArrowheads="1"/>
            </p:cNvSpPr>
            <p:nvPr/>
          </p:nvSpPr>
          <p:spPr bwMode="auto">
            <a:xfrm>
              <a:off x="661" y="2791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</a:t>
              </a:r>
            </a:p>
          </p:txBody>
        </p:sp>
      </p:grpSp>
      <p:grpSp>
        <p:nvGrpSpPr>
          <p:cNvPr id="32" name="Group 59"/>
          <p:cNvGrpSpPr>
            <a:grpSpLocks/>
          </p:cNvGrpSpPr>
          <p:nvPr/>
        </p:nvGrpSpPr>
        <p:grpSpPr bwMode="auto">
          <a:xfrm>
            <a:off x="6048052" y="4802687"/>
            <a:ext cx="4249738" cy="465137"/>
            <a:chOff x="2982" y="2791"/>
            <a:chExt cx="2677" cy="293"/>
          </a:xfrm>
        </p:grpSpPr>
        <p:graphicFrame>
          <p:nvGraphicFramePr>
            <p:cNvPr id="33" name="Object 37"/>
            <p:cNvGraphicFramePr>
              <a:graphicFrameLocks/>
            </p:cNvGraphicFramePr>
            <p:nvPr/>
          </p:nvGraphicFramePr>
          <p:xfrm>
            <a:off x="3275" y="2836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647640" imgH="291960" progId="Equation.3">
                    <p:embed/>
                  </p:oleObj>
                </mc:Choice>
                <mc:Fallback>
                  <p:oleObj name="公式" r:id="rId19" imgW="647640" imgH="291960" progId="Equation.3">
                    <p:embed/>
                    <p:pic>
                      <p:nvPicPr>
                        <p:cNvPr id="33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2836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40"/>
            <p:cNvSpPr>
              <a:spLocks noChangeArrowheads="1"/>
            </p:cNvSpPr>
            <p:nvPr/>
          </p:nvSpPr>
          <p:spPr bwMode="auto">
            <a:xfrm>
              <a:off x="3664" y="2791"/>
              <a:ext cx="19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的一阶极点， </a:t>
              </a:r>
            </a:p>
          </p:txBody>
        </p:sp>
        <p:graphicFrame>
          <p:nvGraphicFramePr>
            <p:cNvPr id="35" name="Object 41"/>
            <p:cNvGraphicFramePr>
              <a:graphicFrameLocks/>
            </p:cNvGraphicFramePr>
            <p:nvPr/>
          </p:nvGraphicFramePr>
          <p:xfrm>
            <a:off x="3961" y="2836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4680" imgH="342720" progId="Equation.3">
                    <p:embed/>
                  </p:oleObj>
                </mc:Choice>
                <mc:Fallback>
                  <p:oleObj name="公式" r:id="rId5" imgW="634680" imgH="342720" progId="Equation.3">
                    <p:embed/>
                    <p:pic>
                      <p:nvPicPr>
                        <p:cNvPr id="35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1" y="2836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52"/>
            <p:cNvSpPr txBox="1">
              <a:spLocks noChangeArrowheads="1"/>
            </p:cNvSpPr>
            <p:nvPr/>
          </p:nvSpPr>
          <p:spPr bwMode="auto">
            <a:xfrm>
              <a:off x="2982" y="2796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</a:t>
              </a:r>
            </a:p>
          </p:txBody>
        </p:sp>
      </p:grp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1213278" y="995286"/>
          <a:ext cx="50343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190440" progId="Equation.DSMT4">
                  <p:embed/>
                </p:oleObj>
              </mc:Choice>
              <mc:Fallback>
                <p:oleObj name="Equation" r:id="rId22" imgW="26640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278" y="995286"/>
                        <a:ext cx="503437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1976094" y="769041"/>
          <a:ext cx="4831289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25680" imgH="431640" progId="Equation.DSMT4">
                  <p:embed/>
                </p:oleObj>
              </mc:Choice>
              <mc:Fallback>
                <p:oleObj name="Equation" r:id="rId24" imgW="2425680" imgH="43164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094" y="769041"/>
                        <a:ext cx="4831289" cy="8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1441301" y="2123012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1582092" y="4789192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313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Group 63"/>
          <p:cNvGrpSpPr>
            <a:grpSpLocks/>
          </p:cNvGrpSpPr>
          <p:nvPr/>
        </p:nvGrpSpPr>
        <p:grpSpPr bwMode="auto">
          <a:xfrm>
            <a:off x="687388" y="978269"/>
            <a:ext cx="5553075" cy="800100"/>
            <a:chOff x="74" y="2031"/>
            <a:chExt cx="3498" cy="504"/>
          </a:xfrm>
        </p:grpSpPr>
        <p:sp>
          <p:nvSpPr>
            <p:cNvPr id="20" name="Text Box 43"/>
            <p:cNvSpPr txBox="1">
              <a:spLocks noChangeArrowheads="1"/>
            </p:cNvSpPr>
            <p:nvPr/>
          </p:nvSpPr>
          <p:spPr bwMode="auto">
            <a:xfrm>
              <a:off x="560" y="2113"/>
              <a:ext cx="30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判断                         的奇点的类型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21" name="Text Box 44"/>
            <p:cNvSpPr txBox="1">
              <a:spLocks noChangeArrowheads="1"/>
            </p:cNvSpPr>
            <p:nvPr/>
          </p:nvSpPr>
          <p:spPr bwMode="auto">
            <a:xfrm>
              <a:off x="74" y="2113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22" name="Object 45"/>
            <p:cNvGraphicFramePr>
              <a:graphicFrameLocks/>
            </p:cNvGraphicFramePr>
            <p:nvPr/>
          </p:nvGraphicFramePr>
          <p:xfrm>
            <a:off x="1027" y="2031"/>
            <a:ext cx="1120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777680" imgH="799920" progId="Equation.3">
                    <p:embed/>
                  </p:oleObj>
                </mc:Choice>
                <mc:Fallback>
                  <p:oleObj name="公式" r:id="rId3" imgW="1777680" imgH="799920" progId="Equation.3">
                    <p:embed/>
                    <p:pic>
                      <p:nvPicPr>
                        <p:cNvPr id="22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7" y="2031"/>
                          <a:ext cx="1120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64"/>
          <p:cNvGrpSpPr>
            <a:grpSpLocks/>
          </p:cNvGrpSpPr>
          <p:nvPr/>
        </p:nvGrpSpPr>
        <p:grpSpPr bwMode="auto">
          <a:xfrm>
            <a:off x="3241178" y="2077984"/>
            <a:ext cx="1990726" cy="433388"/>
            <a:chOff x="894" y="2637"/>
            <a:chExt cx="1254" cy="273"/>
          </a:xfrm>
        </p:grpSpPr>
        <p:graphicFrame>
          <p:nvGraphicFramePr>
            <p:cNvPr id="28" name="Object 4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34675804"/>
                </p:ext>
              </p:extLst>
            </p:nvPr>
          </p:nvGraphicFramePr>
          <p:xfrm>
            <a:off x="894" y="2637"/>
            <a:ext cx="6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33160" imgH="228600" progId="Equation.DSMT4">
                    <p:embed/>
                  </p:oleObj>
                </mc:Choice>
                <mc:Fallback>
                  <p:oleObj name="Equation" r:id="rId5" imgW="533160" imgH="228600" progId="Equation.DSMT4">
                    <p:embed/>
                    <p:pic>
                      <p:nvPicPr>
                        <p:cNvPr id="28" name="Object 4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2637"/>
                          <a:ext cx="6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5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14260111"/>
                </p:ext>
              </p:extLst>
            </p:nvPr>
          </p:nvGraphicFramePr>
          <p:xfrm>
            <a:off x="1650" y="2637"/>
            <a:ext cx="49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93480" imgH="177480" progId="Equation.DSMT4">
                    <p:embed/>
                  </p:oleObj>
                </mc:Choice>
                <mc:Fallback>
                  <p:oleObj name="Equation" r:id="rId7" imgW="393480" imgH="177480" progId="Equation.DSMT4">
                    <p:embed/>
                    <p:pic>
                      <p:nvPicPr>
                        <p:cNvPr id="30" name="Object 5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0" y="2637"/>
                          <a:ext cx="49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65"/>
          <p:cNvGrpSpPr>
            <a:grpSpLocks/>
          </p:cNvGrpSpPr>
          <p:nvPr/>
        </p:nvGrpSpPr>
        <p:grpSpPr bwMode="auto">
          <a:xfrm>
            <a:off x="1277441" y="2735047"/>
            <a:ext cx="3954463" cy="461963"/>
            <a:chOff x="620" y="3033"/>
            <a:chExt cx="2491" cy="291"/>
          </a:xfrm>
        </p:grpSpPr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620" y="3033"/>
              <a:ext cx="24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是           的单零点， </a:t>
              </a:r>
            </a:p>
          </p:txBody>
        </p:sp>
        <p:graphicFrame>
          <p:nvGraphicFramePr>
            <p:cNvPr id="34" name="Object 5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1732696"/>
                </p:ext>
              </p:extLst>
            </p:nvPr>
          </p:nvGraphicFramePr>
          <p:xfrm>
            <a:off x="1568" y="3057"/>
            <a:ext cx="44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17160" imgH="177480" progId="Equation.DSMT4">
                    <p:embed/>
                  </p:oleObj>
                </mc:Choice>
                <mc:Fallback>
                  <p:oleObj name="Equation" r:id="rId9" imgW="317160" imgH="177480" progId="Equation.DSMT4">
                    <p:embed/>
                    <p:pic>
                      <p:nvPicPr>
                        <p:cNvPr id="34" name="Object 5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3057"/>
                          <a:ext cx="44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55"/>
            <p:cNvGraphicFramePr>
              <a:graphicFrameLocks/>
            </p:cNvGraphicFramePr>
            <p:nvPr/>
          </p:nvGraphicFramePr>
          <p:xfrm>
            <a:off x="1098" y="3049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91960" imgH="380880" progId="Equation.3">
                    <p:embed/>
                  </p:oleObj>
                </mc:Choice>
                <mc:Fallback>
                  <p:oleObj name="公式" r:id="rId11" imgW="291960" imgH="380880" progId="Equation.3">
                    <p:embed/>
                    <p:pic>
                      <p:nvPicPr>
                        <p:cNvPr id="35" name="Object 5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8" y="3049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67"/>
          <p:cNvGrpSpPr>
            <a:grpSpLocks/>
          </p:cNvGrpSpPr>
          <p:nvPr/>
        </p:nvGrpSpPr>
        <p:grpSpPr bwMode="auto">
          <a:xfrm>
            <a:off x="1267800" y="5417768"/>
            <a:ext cx="3724276" cy="461963"/>
            <a:chOff x="662" y="3423"/>
            <a:chExt cx="2346" cy="291"/>
          </a:xfrm>
        </p:grpSpPr>
        <p:sp>
          <p:nvSpPr>
            <p:cNvPr id="37" name="Rectangle 56"/>
            <p:cNvSpPr>
              <a:spLocks noChangeArrowheads="1"/>
            </p:cNvSpPr>
            <p:nvPr/>
          </p:nvSpPr>
          <p:spPr bwMode="auto">
            <a:xfrm>
              <a:off x="662" y="3423"/>
              <a:ext cx="23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是 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38" name="Object 57"/>
            <p:cNvGraphicFramePr>
              <a:graphicFrameLocks/>
            </p:cNvGraphicFramePr>
            <p:nvPr/>
          </p:nvGraphicFramePr>
          <p:xfrm>
            <a:off x="1385" y="347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634680" imgH="342720" progId="Equation.3">
                    <p:embed/>
                  </p:oleObj>
                </mc:Choice>
                <mc:Fallback>
                  <p:oleObj name="公式" r:id="rId13" imgW="634680" imgH="342720" progId="Equation.3">
                    <p:embed/>
                    <p:pic>
                      <p:nvPicPr>
                        <p:cNvPr id="38" name="Object 5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5" y="3474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58"/>
            <p:cNvGraphicFramePr>
              <a:graphicFrameLocks/>
            </p:cNvGraphicFramePr>
            <p:nvPr/>
          </p:nvGraphicFramePr>
          <p:xfrm>
            <a:off x="942" y="3439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91960" imgH="380880" progId="Equation.3">
                    <p:embed/>
                  </p:oleObj>
                </mc:Choice>
                <mc:Fallback>
                  <p:oleObj name="公式" r:id="rId15" imgW="291960" imgH="380880" progId="Equation.3">
                    <p:embed/>
                    <p:pic>
                      <p:nvPicPr>
                        <p:cNvPr id="39" name="Object 5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3439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15"/>
          <p:cNvSpPr txBox="1">
            <a:spLocks noChangeArrowheads="1"/>
          </p:cNvSpPr>
          <p:nvPr/>
        </p:nvSpPr>
        <p:spPr bwMode="auto">
          <a:xfrm>
            <a:off x="750261" y="2050200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723B824-69BA-E459-E9F1-5866AAF95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953089"/>
              </p:ext>
            </p:extLst>
          </p:nvPr>
        </p:nvGraphicFramePr>
        <p:xfrm>
          <a:off x="1432169" y="2098571"/>
          <a:ext cx="1809200" cy="39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96239" imgH="283062" progId="Equation.DSMT4">
                  <p:embed/>
                </p:oleObj>
              </mc:Choice>
              <mc:Fallback>
                <p:oleObj name="Equation" r:id="rId17" imgW="1296239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32169" y="2098571"/>
                        <a:ext cx="1809200" cy="394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4FB3911-395A-14A2-746C-17043BEE2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79996"/>
              </p:ext>
            </p:extLst>
          </p:nvPr>
        </p:nvGraphicFramePr>
        <p:xfrm>
          <a:off x="5000129" y="2764510"/>
          <a:ext cx="4590438" cy="47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09680" imgH="228600" progId="Equation.DSMT4">
                  <p:embed/>
                </p:oleObj>
              </mc:Choice>
              <mc:Fallback>
                <p:oleObj name="Equation" r:id="rId19" imgW="220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00129" y="2764510"/>
                        <a:ext cx="4590438" cy="475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21D2CC1-4DA1-0230-55FF-FE247A412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304624"/>
              </p:ext>
            </p:extLst>
          </p:nvPr>
        </p:nvGraphicFramePr>
        <p:xfrm>
          <a:off x="1356311" y="3419894"/>
          <a:ext cx="4986753" cy="447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52400" imgH="228600" progId="Equation.DSMT4">
                  <p:embed/>
                </p:oleObj>
              </mc:Choice>
              <mc:Fallback>
                <p:oleObj name="Equation" r:id="rId21" imgW="255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356311" y="3419894"/>
                        <a:ext cx="4986753" cy="447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F650F38-41F9-758D-4677-1ECF74DDB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173588"/>
              </p:ext>
            </p:extLst>
          </p:nvPr>
        </p:nvGraphicFramePr>
        <p:xfrm>
          <a:off x="1352676" y="4356094"/>
          <a:ext cx="33051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76160" imgH="444240" progId="Equation.DSMT4">
                  <p:embed/>
                </p:oleObj>
              </mc:Choice>
              <mc:Fallback>
                <p:oleObj name="Equation" r:id="rId23" imgW="16761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52676" y="4356094"/>
                        <a:ext cx="3305175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0A8B6993-3AAB-789E-F176-0DC6A5227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235173"/>
              </p:ext>
            </p:extLst>
          </p:nvPr>
        </p:nvGraphicFramePr>
        <p:xfrm>
          <a:off x="4739932" y="4578067"/>
          <a:ext cx="1764751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6873" imgH="300074" progId="Equation.DSMT4">
                  <p:embed/>
                </p:oleObj>
              </mc:Choice>
              <mc:Fallback>
                <p:oleObj name="Equation" r:id="rId25" imgW="1146873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39932" y="4578067"/>
                        <a:ext cx="1764751" cy="46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58ABD331-D319-4A32-8BE4-BDF8DFD72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124341"/>
              </p:ext>
            </p:extLst>
          </p:nvPr>
        </p:nvGraphicFramePr>
        <p:xfrm>
          <a:off x="6579337" y="4389854"/>
          <a:ext cx="1888590" cy="838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12731" imgH="583137" progId="Equation.DSMT4">
                  <p:embed/>
                </p:oleObj>
              </mc:Choice>
              <mc:Fallback>
                <p:oleObj name="Equation" r:id="rId27" imgW="1312731" imgH="5831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579337" y="4389854"/>
                        <a:ext cx="1888590" cy="838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4745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1923103" y="1685928"/>
            <a:ext cx="4237038" cy="485775"/>
            <a:chOff x="661" y="948"/>
            <a:chExt cx="2669" cy="306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661" y="966"/>
              <a:ext cx="26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     是     的四阶零点，  </a:t>
              </a:r>
            </a:p>
          </p:txBody>
        </p:sp>
        <p:graphicFrame>
          <p:nvGraphicFramePr>
            <p:cNvPr id="8" name="Object 7"/>
            <p:cNvGraphicFramePr>
              <a:graphicFrameLocks/>
            </p:cNvGraphicFramePr>
            <p:nvPr/>
          </p:nvGraphicFramePr>
          <p:xfrm>
            <a:off x="1132" y="1003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8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1003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/>
            </p:cNvGraphicFramePr>
            <p:nvPr/>
          </p:nvGraphicFramePr>
          <p:xfrm>
            <a:off x="1811" y="948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1960" imgH="380880" progId="Equation.3">
                    <p:embed/>
                  </p:oleObj>
                </mc:Choice>
                <mc:Fallback>
                  <p:oleObj name="公式" r:id="rId5" imgW="291960" imgH="380880" progId="Equation.3">
                    <p:embed/>
                    <p:pic>
                      <p:nvPicPr>
                        <p:cNvPr id="9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1" y="948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1878652" y="2403482"/>
            <a:ext cx="4032251" cy="461963"/>
            <a:chOff x="662" y="1341"/>
            <a:chExt cx="2540" cy="291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662" y="1341"/>
              <a:ext cx="25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    是 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12" name="Object 10"/>
            <p:cNvGraphicFramePr>
              <a:graphicFrameLocks/>
            </p:cNvGraphicFramePr>
            <p:nvPr/>
          </p:nvGraphicFramePr>
          <p:xfrm>
            <a:off x="1565" y="139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12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39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/>
            <p:cNvGraphicFramePr>
              <a:graphicFrameLocks/>
            </p:cNvGraphicFramePr>
            <p:nvPr/>
          </p:nvGraphicFramePr>
          <p:xfrm>
            <a:off x="945" y="1398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13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1398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6"/>
          <p:cNvGraphicFramePr>
            <a:graphicFrameLocks/>
          </p:cNvGraphicFramePr>
          <p:nvPr/>
        </p:nvGraphicFramePr>
        <p:xfrm>
          <a:off x="2025050" y="4138679"/>
          <a:ext cx="73517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80080" imgH="799920" progId="Equation.3">
                  <p:embed/>
                </p:oleObj>
              </mc:Choice>
              <mc:Fallback>
                <p:oleObj name="公式" r:id="rId10" imgW="7480080" imgH="799920" progId="Equation.3">
                  <p:embed/>
                  <p:pic>
                    <p:nvPicPr>
                      <p:cNvPr id="14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050" y="4138679"/>
                        <a:ext cx="73517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30"/>
          <p:cNvGrpSpPr>
            <a:grpSpLocks/>
          </p:cNvGrpSpPr>
          <p:nvPr/>
        </p:nvGrpSpPr>
        <p:grpSpPr bwMode="auto">
          <a:xfrm>
            <a:off x="1859002" y="3539795"/>
            <a:ext cx="6532563" cy="457200"/>
            <a:chOff x="660" y="2173"/>
            <a:chExt cx="4115" cy="288"/>
          </a:xfrm>
        </p:grpSpPr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660" y="2173"/>
              <a:ext cx="41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的去心邻域内的洛朗级数，有    </a:t>
              </a:r>
            </a:p>
          </p:txBody>
        </p:sp>
        <p:graphicFrame>
          <p:nvGraphicFramePr>
            <p:cNvPr id="17" name="Object 18"/>
            <p:cNvGraphicFramePr>
              <a:graphicFrameLocks/>
            </p:cNvGraphicFramePr>
            <p:nvPr/>
          </p:nvGraphicFramePr>
          <p:xfrm>
            <a:off x="1565" y="2216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47640" imgH="291960" progId="Equation.3">
                    <p:embed/>
                  </p:oleObj>
                </mc:Choice>
                <mc:Fallback>
                  <p:oleObj name="公式" r:id="rId12" imgW="647640" imgH="291960" progId="Equation.3">
                    <p:embed/>
                    <p:pic>
                      <p:nvPicPr>
                        <p:cNvPr id="17" name="Object 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216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9"/>
            <p:cNvGraphicFramePr>
              <a:graphicFrameLocks/>
            </p:cNvGraphicFramePr>
            <p:nvPr/>
          </p:nvGraphicFramePr>
          <p:xfrm>
            <a:off x="931" y="2216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18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" y="2216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13"/>
          <p:cNvGraphicFramePr>
            <a:graphicFrameLocks/>
          </p:cNvGraphicFramePr>
          <p:nvPr/>
        </p:nvGraphicFramePr>
        <p:xfrm>
          <a:off x="2723183" y="5086814"/>
          <a:ext cx="3641724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644640" imgH="799920" progId="Equation.3">
                  <p:embed/>
                </p:oleObj>
              </mc:Choice>
              <mc:Fallback>
                <p:oleObj name="公式" r:id="rId15" imgW="3644640" imgH="799920" progId="Equation.3">
                  <p:embed/>
                  <p:pic>
                    <p:nvPicPr>
                      <p:cNvPr id="21" name="Object 1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183" y="5086814"/>
                        <a:ext cx="3641724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32"/>
          <p:cNvGrpSpPr>
            <a:grpSpLocks/>
          </p:cNvGrpSpPr>
          <p:nvPr/>
        </p:nvGrpSpPr>
        <p:grpSpPr bwMode="auto">
          <a:xfrm>
            <a:off x="6849462" y="5255882"/>
            <a:ext cx="4906963" cy="461963"/>
            <a:chOff x="660" y="3769"/>
            <a:chExt cx="3091" cy="291"/>
          </a:xfrm>
        </p:grpSpPr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660" y="3769"/>
              <a:ext cx="30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Tx/>
                <a:buBlip>
                  <a:blip r:embed="rId17"/>
                </a:buBlip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因此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         为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25" name="Object 21"/>
            <p:cNvGraphicFramePr>
              <a:graphicFrameLocks/>
            </p:cNvGraphicFramePr>
            <p:nvPr/>
          </p:nvGraphicFramePr>
          <p:xfrm>
            <a:off x="1492" y="3823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47640" imgH="291960" progId="Equation.3">
                    <p:embed/>
                  </p:oleObj>
                </mc:Choice>
                <mc:Fallback>
                  <p:oleObj name="公式" r:id="rId12" imgW="647640" imgH="291960" progId="Equation.3">
                    <p:embed/>
                    <p:pic>
                      <p:nvPicPr>
                        <p:cNvPr id="25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" y="3823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2"/>
            <p:cNvGraphicFramePr>
              <a:graphicFrameLocks/>
            </p:cNvGraphicFramePr>
            <p:nvPr/>
          </p:nvGraphicFramePr>
          <p:xfrm>
            <a:off x="2130" y="3811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6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" y="3811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9"/>
          <p:cNvGrpSpPr>
            <a:grpSpLocks/>
          </p:cNvGrpSpPr>
          <p:nvPr/>
        </p:nvGrpSpPr>
        <p:grpSpPr bwMode="auto">
          <a:xfrm>
            <a:off x="1349414" y="2999257"/>
            <a:ext cx="5772150" cy="461963"/>
            <a:chOff x="338" y="1794"/>
            <a:chExt cx="3636" cy="291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auto">
            <a:xfrm>
              <a:off x="338" y="179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   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659" y="1794"/>
              <a:ext cx="33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也可以直接用洛朗开展按定义来判断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grpSp>
        <p:nvGrpSpPr>
          <p:cNvPr id="30" name="Group 27"/>
          <p:cNvGrpSpPr>
            <a:grpSpLocks/>
          </p:cNvGrpSpPr>
          <p:nvPr/>
        </p:nvGrpSpPr>
        <p:grpSpPr bwMode="auto">
          <a:xfrm>
            <a:off x="5829939" y="1692278"/>
            <a:ext cx="4159250" cy="485775"/>
            <a:chOff x="3122" y="952"/>
            <a:chExt cx="2620" cy="306"/>
          </a:xfrm>
        </p:grpSpPr>
        <p:graphicFrame>
          <p:nvGraphicFramePr>
            <p:cNvPr id="32" name="Object 11"/>
            <p:cNvGraphicFramePr>
              <a:graphicFrameLocks/>
            </p:cNvGraphicFramePr>
            <p:nvPr/>
          </p:nvGraphicFramePr>
          <p:xfrm>
            <a:off x="3601" y="952"/>
            <a:ext cx="8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358640" imgH="431640" progId="Equation.3">
                    <p:embed/>
                  </p:oleObj>
                </mc:Choice>
                <mc:Fallback>
                  <p:oleObj name="公式" r:id="rId20" imgW="1358640" imgH="431640" progId="Equation.3">
                    <p:embed/>
                    <p:pic>
                      <p:nvPicPr>
                        <p:cNvPr id="32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952"/>
                          <a:ext cx="8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3122" y="970"/>
              <a:ext cx="2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且是                   的二阶零点， </a:t>
              </a:r>
            </a:p>
          </p:txBody>
        </p:sp>
      </p:grp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218253" y="1004641"/>
          <a:ext cx="704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120" imgH="190440" progId="Equation.DSMT4">
                  <p:embed/>
                </p:oleObj>
              </mc:Choice>
              <mc:Fallback>
                <p:oleObj name="Equation" r:id="rId22" imgW="330120" imgH="19044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253" y="1004641"/>
                        <a:ext cx="7048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27676"/>
              </p:ext>
            </p:extLst>
          </p:nvPr>
        </p:nvGraphicFramePr>
        <p:xfrm>
          <a:off x="2038350" y="773113"/>
          <a:ext cx="47974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47840" imgH="431640" progId="Equation.DSMT4">
                  <p:embed/>
                </p:oleObj>
              </mc:Choice>
              <mc:Fallback>
                <p:oleObj name="Equation" r:id="rId24" imgW="2247840" imgH="43164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773113"/>
                        <a:ext cx="479742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1144074" y="1665901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8" name="Object 20"/>
          <p:cNvGraphicFramePr>
            <a:graphicFrameLocks/>
          </p:cNvGraphicFramePr>
          <p:nvPr/>
        </p:nvGraphicFramePr>
        <p:xfrm>
          <a:off x="5125283" y="6185174"/>
          <a:ext cx="182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828800" imgH="342720" progId="Equation.3">
                  <p:embed/>
                </p:oleObj>
              </mc:Choice>
              <mc:Fallback>
                <p:oleObj name="公式" r:id="rId26" imgW="1828800" imgH="342720" progId="Equation.3">
                  <p:embed/>
                  <p:pic>
                    <p:nvPicPr>
                      <p:cNvPr id="38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283" y="6185174"/>
                        <a:ext cx="1828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92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1266109" y="2317552"/>
            <a:ext cx="4802188" cy="457200"/>
            <a:chOff x="661" y="966"/>
            <a:chExt cx="3025" cy="288"/>
          </a:xfrm>
        </p:grpSpPr>
        <p:sp>
          <p:nvSpPr>
            <p:cNvPr id="6" name="Rectangle 22"/>
            <p:cNvSpPr>
              <a:spLocks noChangeArrowheads="1"/>
            </p:cNvSpPr>
            <p:nvPr/>
          </p:nvSpPr>
          <p:spPr bwMode="auto">
            <a:xfrm>
              <a:off x="661" y="966"/>
              <a:ext cx="30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    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   的三阶零点，  </a:t>
              </a:r>
            </a:p>
          </p:txBody>
        </p:sp>
        <p:graphicFrame>
          <p:nvGraphicFramePr>
            <p:cNvPr id="8" name="Object 19"/>
            <p:cNvGraphicFramePr>
              <a:graphicFrameLocks/>
            </p:cNvGraphicFramePr>
            <p:nvPr/>
          </p:nvGraphicFramePr>
          <p:xfrm>
            <a:off x="1132" y="1003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8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1003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5"/>
            <p:cNvGraphicFramePr>
              <a:graphicFrameLocks/>
            </p:cNvGraphicFramePr>
            <p:nvPr/>
          </p:nvGraphicFramePr>
          <p:xfrm>
            <a:off x="1785" y="1006"/>
            <a:ext cx="56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02960" imgH="291960" progId="Equation.3">
                    <p:embed/>
                  </p:oleObj>
                </mc:Choice>
                <mc:Fallback>
                  <p:oleObj name="公式" r:id="rId5" imgW="1002960" imgH="291960" progId="Equation.3">
                    <p:embed/>
                    <p:pic>
                      <p:nvPicPr>
                        <p:cNvPr id="9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" y="1006"/>
                          <a:ext cx="56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4"/>
          <p:cNvGrpSpPr>
            <a:grpSpLocks/>
          </p:cNvGrpSpPr>
          <p:nvPr/>
        </p:nvGrpSpPr>
        <p:grpSpPr bwMode="auto">
          <a:xfrm>
            <a:off x="1199653" y="3867528"/>
            <a:ext cx="4032251" cy="461963"/>
            <a:chOff x="662" y="1341"/>
            <a:chExt cx="2540" cy="291"/>
          </a:xfrm>
        </p:grpSpPr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662" y="1341"/>
              <a:ext cx="25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    是 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12" name="Object 28"/>
            <p:cNvGraphicFramePr>
              <a:graphicFrameLocks/>
            </p:cNvGraphicFramePr>
            <p:nvPr/>
          </p:nvGraphicFramePr>
          <p:xfrm>
            <a:off x="1565" y="139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12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39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31"/>
            <p:cNvGraphicFramePr>
              <a:graphicFrameLocks/>
            </p:cNvGraphicFramePr>
            <p:nvPr/>
          </p:nvGraphicFramePr>
          <p:xfrm>
            <a:off x="945" y="1398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13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1398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65"/>
          <p:cNvGrpSpPr>
            <a:grpSpLocks/>
          </p:cNvGrpSpPr>
          <p:nvPr/>
        </p:nvGrpSpPr>
        <p:grpSpPr bwMode="auto">
          <a:xfrm>
            <a:off x="6287549" y="858100"/>
            <a:ext cx="6064248" cy="863600"/>
            <a:chOff x="156" y="1842"/>
            <a:chExt cx="3820" cy="544"/>
          </a:xfrm>
        </p:grpSpPr>
        <p:sp>
          <p:nvSpPr>
            <p:cNvPr id="15" name="Text Box 47"/>
            <p:cNvSpPr txBox="1">
              <a:spLocks noChangeArrowheads="1"/>
            </p:cNvSpPr>
            <p:nvPr/>
          </p:nvSpPr>
          <p:spPr bwMode="auto">
            <a:xfrm>
              <a:off x="661" y="1950"/>
              <a:ext cx="33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判断                               的奇点的类型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16" name="Text Box 48"/>
            <p:cNvSpPr txBox="1">
              <a:spLocks noChangeArrowheads="1"/>
            </p:cNvSpPr>
            <p:nvPr/>
          </p:nvSpPr>
          <p:spPr bwMode="auto">
            <a:xfrm>
              <a:off x="156" y="1950"/>
              <a:ext cx="6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14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17" name="Object 49"/>
            <p:cNvGraphicFramePr>
              <a:graphicFrameLocks/>
            </p:cNvGraphicFramePr>
            <p:nvPr/>
          </p:nvGraphicFramePr>
          <p:xfrm>
            <a:off x="1120" y="1842"/>
            <a:ext cx="1448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98600" imgH="863280" progId="Equation.3">
                    <p:embed/>
                  </p:oleObj>
                </mc:Choice>
                <mc:Fallback>
                  <p:oleObj name="公式" r:id="rId10" imgW="2298600" imgH="863280" progId="Equation.3">
                    <p:embed/>
                    <p:pic>
                      <p:nvPicPr>
                        <p:cNvPr id="17" name="Object 4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0" y="1842"/>
                          <a:ext cx="1448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66"/>
          <p:cNvGrpSpPr>
            <a:grpSpLocks/>
          </p:cNvGrpSpPr>
          <p:nvPr/>
        </p:nvGrpSpPr>
        <p:grpSpPr bwMode="auto">
          <a:xfrm>
            <a:off x="6825357" y="2092810"/>
            <a:ext cx="5106988" cy="520700"/>
            <a:chOff x="661" y="2455"/>
            <a:chExt cx="3217" cy="328"/>
          </a:xfrm>
        </p:grpSpPr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661" y="2495"/>
              <a:ext cx="3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    </a:t>
              </a:r>
              <a:r>
                <a: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       的三阶零点，  </a:t>
              </a:r>
            </a:p>
          </p:txBody>
        </p:sp>
        <p:graphicFrame>
          <p:nvGraphicFramePr>
            <p:cNvPr id="22" name="Object 51"/>
            <p:cNvGraphicFramePr>
              <a:graphicFrameLocks/>
            </p:cNvGraphicFramePr>
            <p:nvPr/>
          </p:nvGraphicFramePr>
          <p:xfrm>
            <a:off x="1132" y="253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22" name="Object 5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2532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55"/>
            <p:cNvGraphicFramePr>
              <a:graphicFrameLocks/>
            </p:cNvGraphicFramePr>
            <p:nvPr/>
          </p:nvGraphicFramePr>
          <p:xfrm>
            <a:off x="1781" y="2455"/>
            <a:ext cx="77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31560" imgH="495000" progId="Equation.3">
                    <p:embed/>
                  </p:oleObj>
                </mc:Choice>
                <mc:Fallback>
                  <p:oleObj name="公式" r:id="rId13" imgW="1231560" imgH="495000" progId="Equation.3">
                    <p:embed/>
                    <p:pic>
                      <p:nvPicPr>
                        <p:cNvPr id="23" name="Object 5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1" y="2455"/>
                          <a:ext cx="77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68"/>
          <p:cNvGrpSpPr>
            <a:grpSpLocks/>
          </p:cNvGrpSpPr>
          <p:nvPr/>
        </p:nvGrpSpPr>
        <p:grpSpPr bwMode="auto">
          <a:xfrm>
            <a:off x="6867168" y="3953521"/>
            <a:ext cx="4032251" cy="461963"/>
            <a:chOff x="662" y="2870"/>
            <a:chExt cx="2540" cy="291"/>
          </a:xfrm>
        </p:grpSpPr>
        <p:sp>
          <p:nvSpPr>
            <p:cNvPr id="25" name="Rectangle 53"/>
            <p:cNvSpPr>
              <a:spLocks noChangeArrowheads="1"/>
            </p:cNvSpPr>
            <p:nvPr/>
          </p:nvSpPr>
          <p:spPr bwMode="auto">
            <a:xfrm>
              <a:off x="662" y="2870"/>
              <a:ext cx="25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    是          的二阶极点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26" name="Object 54"/>
            <p:cNvGraphicFramePr>
              <a:graphicFrameLocks/>
            </p:cNvGraphicFramePr>
            <p:nvPr/>
          </p:nvGraphicFramePr>
          <p:xfrm>
            <a:off x="1565" y="2921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4680" imgH="342720" progId="Equation.3">
                    <p:embed/>
                  </p:oleObj>
                </mc:Choice>
                <mc:Fallback>
                  <p:oleObj name="公式" r:id="rId7" imgW="634680" imgH="342720" progId="Equation.3">
                    <p:embed/>
                    <p:pic>
                      <p:nvPicPr>
                        <p:cNvPr id="26" name="Object 5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921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56"/>
            <p:cNvGraphicFramePr>
              <a:graphicFrameLocks/>
            </p:cNvGraphicFramePr>
            <p:nvPr/>
          </p:nvGraphicFramePr>
          <p:xfrm>
            <a:off x="945" y="2927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27" name="Object 5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2927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63"/>
          <p:cNvGrpSpPr>
            <a:grpSpLocks/>
          </p:cNvGrpSpPr>
          <p:nvPr/>
        </p:nvGrpSpPr>
        <p:grpSpPr bwMode="auto">
          <a:xfrm>
            <a:off x="1228725" y="3109677"/>
            <a:ext cx="3575050" cy="463550"/>
            <a:chOff x="3482" y="960"/>
            <a:chExt cx="2252" cy="292"/>
          </a:xfrm>
        </p:grpSpPr>
        <p:graphicFrame>
          <p:nvGraphicFramePr>
            <p:cNvPr id="30" name="Object 30"/>
            <p:cNvGraphicFramePr>
              <a:graphicFrameLocks/>
            </p:cNvGraphicFramePr>
            <p:nvPr/>
          </p:nvGraphicFramePr>
          <p:xfrm>
            <a:off x="3957" y="960"/>
            <a:ext cx="456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723600" imgH="368280" progId="Equation.3">
                    <p:embed/>
                  </p:oleObj>
                </mc:Choice>
                <mc:Fallback>
                  <p:oleObj name="公式" r:id="rId17" imgW="723600" imgH="368280" progId="Equation.3">
                    <p:embed/>
                    <p:pic>
                      <p:nvPicPr>
                        <p:cNvPr id="30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960"/>
                          <a:ext cx="456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59"/>
            <p:cNvSpPr>
              <a:spLocks noChangeArrowheads="1"/>
            </p:cNvSpPr>
            <p:nvPr/>
          </p:nvSpPr>
          <p:spPr bwMode="auto">
            <a:xfrm>
              <a:off x="3482" y="964"/>
              <a:ext cx="22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且是         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的一阶零点，  </a:t>
              </a:r>
            </a:p>
          </p:txBody>
        </p:sp>
      </p:grpSp>
      <p:grpSp>
        <p:nvGrpSpPr>
          <p:cNvPr id="33" name="Group 67"/>
          <p:cNvGrpSpPr>
            <a:grpSpLocks/>
          </p:cNvGrpSpPr>
          <p:nvPr/>
        </p:nvGrpSpPr>
        <p:grpSpPr bwMode="auto">
          <a:xfrm>
            <a:off x="6853546" y="3112852"/>
            <a:ext cx="3346450" cy="457200"/>
            <a:chOff x="3642" y="2494"/>
            <a:chExt cx="2108" cy="288"/>
          </a:xfrm>
        </p:grpSpPr>
        <p:graphicFrame>
          <p:nvGraphicFramePr>
            <p:cNvPr id="34" name="Object 52"/>
            <p:cNvGraphicFramePr>
              <a:graphicFrameLocks/>
            </p:cNvGraphicFramePr>
            <p:nvPr/>
          </p:nvGraphicFramePr>
          <p:xfrm>
            <a:off x="4118" y="2535"/>
            <a:ext cx="32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583920" imgH="291960" progId="Equation.3">
                    <p:embed/>
                  </p:oleObj>
                </mc:Choice>
                <mc:Fallback>
                  <p:oleObj name="公式" r:id="rId19" imgW="583920" imgH="291960" progId="Equation.3">
                    <p:embed/>
                    <p:pic>
                      <p:nvPicPr>
                        <p:cNvPr id="34" name="Object 5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8" y="2535"/>
                          <a:ext cx="32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60"/>
            <p:cNvSpPr>
              <a:spLocks noChangeArrowheads="1"/>
            </p:cNvSpPr>
            <p:nvPr/>
          </p:nvSpPr>
          <p:spPr bwMode="auto">
            <a:xfrm>
              <a:off x="3642" y="2494"/>
              <a:ext cx="21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且是      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的一阶零点，  </a:t>
              </a:r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89170" y="1025662"/>
          <a:ext cx="704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0120" imgH="190440" progId="Equation.DSMT4">
                  <p:embed/>
                </p:oleObj>
              </mc:Choice>
              <mc:Fallback>
                <p:oleObj name="Equation" r:id="rId21" imgW="330120" imgH="1904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170" y="1025662"/>
                        <a:ext cx="7048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546283"/>
              </p:ext>
            </p:extLst>
          </p:nvPr>
        </p:nvGraphicFramePr>
        <p:xfrm>
          <a:off x="1552561" y="805989"/>
          <a:ext cx="447198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95200" imgH="431640" progId="Equation.DSMT4">
                  <p:embed/>
                </p:oleObj>
              </mc:Choice>
              <mc:Fallback>
                <p:oleObj name="Equation" r:id="rId23" imgW="2095200" imgH="4316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61" y="805989"/>
                        <a:ext cx="447198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5"/>
          <p:cNvSpPr txBox="1">
            <a:spLocks noChangeArrowheads="1"/>
          </p:cNvSpPr>
          <p:nvPr/>
        </p:nvSpPr>
        <p:spPr bwMode="auto">
          <a:xfrm>
            <a:off x="693433" y="2120124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cxnSp>
        <p:nvCxnSpPr>
          <p:cNvPr id="40" name="直接连接符 39"/>
          <p:cNvCxnSpPr/>
          <p:nvPr/>
        </p:nvCxnSpPr>
        <p:spPr>
          <a:xfrm>
            <a:off x="6240016" y="934454"/>
            <a:ext cx="0" cy="3924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6263736" y="2130116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260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Group 130"/>
          <p:cNvGrpSpPr>
            <a:grpSpLocks/>
          </p:cNvGrpSpPr>
          <p:nvPr/>
        </p:nvGrpSpPr>
        <p:grpSpPr bwMode="auto">
          <a:xfrm>
            <a:off x="5495108" y="4347041"/>
            <a:ext cx="2479676" cy="461963"/>
            <a:chOff x="3024" y="2432"/>
            <a:chExt cx="1562" cy="291"/>
          </a:xfrm>
        </p:grpSpPr>
        <p:sp>
          <p:nvSpPr>
            <p:cNvPr id="22" name="Rectangle 114"/>
            <p:cNvSpPr>
              <a:spLocks noChangeArrowheads="1"/>
            </p:cNvSpPr>
            <p:nvPr/>
          </p:nvSpPr>
          <p:spPr bwMode="auto">
            <a:xfrm>
              <a:off x="3403" y="2432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为可去奇点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3" name="Object 117"/>
            <p:cNvGraphicFramePr>
              <a:graphicFrameLocks/>
            </p:cNvGraphicFramePr>
            <p:nvPr/>
          </p:nvGraphicFramePr>
          <p:xfrm>
            <a:off x="3024" y="2493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640" imgH="291960" progId="Equation.3">
                    <p:embed/>
                  </p:oleObj>
                </mc:Choice>
                <mc:Fallback>
                  <p:oleObj name="公式" r:id="rId3" imgW="647640" imgH="291960" progId="Equation.3">
                    <p:embed/>
                    <p:pic>
                      <p:nvPicPr>
                        <p:cNvPr id="23" name="Object 1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93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31"/>
          <p:cNvGrpSpPr>
            <a:grpSpLocks/>
          </p:cNvGrpSpPr>
          <p:nvPr/>
        </p:nvGrpSpPr>
        <p:grpSpPr bwMode="auto">
          <a:xfrm>
            <a:off x="5495108" y="5393205"/>
            <a:ext cx="2478088" cy="461963"/>
            <a:chOff x="3024" y="3091"/>
            <a:chExt cx="1561" cy="291"/>
          </a:xfrm>
        </p:grpSpPr>
        <p:sp>
          <p:nvSpPr>
            <p:cNvPr id="25" name="Rectangle 115"/>
            <p:cNvSpPr>
              <a:spLocks noChangeArrowheads="1"/>
            </p:cNvSpPr>
            <p:nvPr/>
          </p:nvSpPr>
          <p:spPr bwMode="auto">
            <a:xfrm>
              <a:off x="3402" y="3091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为可去奇点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6" name="Object 118"/>
            <p:cNvGraphicFramePr>
              <a:graphicFrameLocks/>
            </p:cNvGraphicFramePr>
            <p:nvPr/>
          </p:nvGraphicFramePr>
          <p:xfrm>
            <a:off x="3024" y="3147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47640" imgH="291960" progId="Equation.3">
                    <p:embed/>
                  </p:oleObj>
                </mc:Choice>
                <mc:Fallback>
                  <p:oleObj name="公式" r:id="rId5" imgW="647640" imgH="291960" progId="Equation.3">
                    <p:embed/>
                    <p:pic>
                      <p:nvPicPr>
                        <p:cNvPr id="26" name="Object 1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147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155"/>
          <p:cNvGraphicFramePr>
            <a:graphicFrameLocks noChangeAspect="1"/>
          </p:cNvGraphicFramePr>
          <p:nvPr/>
        </p:nvGraphicFramePr>
        <p:xfrm>
          <a:off x="4019253" y="976233"/>
          <a:ext cx="3467100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7" imgW="3467160" imgH="3057480" progId="Paint.Picture">
                  <p:embed/>
                </p:oleObj>
              </mc:Choice>
              <mc:Fallback>
                <p:oleObj name="BMP 图像" r:id="rId7" imgW="3467160" imgH="3057480" progId="Paint.Picture">
                  <p:embed/>
                  <p:pic>
                    <p:nvPicPr>
                      <p:cNvPr id="27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contrast="3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253" y="976233"/>
                        <a:ext cx="3467100" cy="305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6"/>
          <p:cNvGraphicFramePr>
            <a:graphicFrameLocks noChangeAspect="1"/>
          </p:cNvGraphicFramePr>
          <p:nvPr/>
        </p:nvGraphicFramePr>
        <p:xfrm>
          <a:off x="1164232" y="4203154"/>
          <a:ext cx="374332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9" imgW="3743280" imgH="1962000" progId="Paint.Picture">
                  <p:embed/>
                </p:oleObj>
              </mc:Choice>
              <mc:Fallback>
                <p:oleObj name="BMP 图像" r:id="rId9" imgW="3743280" imgH="1962000" progId="Paint.Picture">
                  <p:embed/>
                  <p:pic>
                    <p:nvPicPr>
                      <p:cNvPr id="28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contrast="3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232" y="4203154"/>
                        <a:ext cx="3743325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132"/>
          <p:cNvGrpSpPr>
            <a:grpSpLocks/>
          </p:cNvGrpSpPr>
          <p:nvPr/>
        </p:nvGrpSpPr>
        <p:grpSpPr bwMode="auto">
          <a:xfrm>
            <a:off x="983432" y="1021226"/>
            <a:ext cx="5022848" cy="485776"/>
            <a:chOff x="182" y="337"/>
            <a:chExt cx="3164" cy="306"/>
          </a:xfrm>
        </p:grpSpPr>
        <p:sp>
          <p:nvSpPr>
            <p:cNvPr id="30" name="Text Box 3"/>
            <p:cNvSpPr txBox="1">
              <a:spLocks noChangeArrowheads="1"/>
            </p:cNvSpPr>
            <p:nvPr/>
          </p:nvSpPr>
          <p:spPr bwMode="auto">
            <a:xfrm>
              <a:off x="661" y="337"/>
              <a:ext cx="26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判断下列函数的奇点的类型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182" y="352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15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37" name="Group 127"/>
          <p:cNvGrpSpPr>
            <a:grpSpLocks/>
          </p:cNvGrpSpPr>
          <p:nvPr/>
        </p:nvGrpSpPr>
        <p:grpSpPr bwMode="auto">
          <a:xfrm>
            <a:off x="5493519" y="1738776"/>
            <a:ext cx="2482849" cy="461963"/>
            <a:chOff x="3023" y="789"/>
            <a:chExt cx="1564" cy="291"/>
          </a:xfrm>
        </p:grpSpPr>
        <p:sp>
          <p:nvSpPr>
            <p:cNvPr id="38" name="Rectangle 95"/>
            <p:cNvSpPr>
              <a:spLocks noChangeArrowheads="1"/>
            </p:cNvSpPr>
            <p:nvPr/>
          </p:nvSpPr>
          <p:spPr bwMode="auto">
            <a:xfrm>
              <a:off x="3404" y="789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为本性奇点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9" name="Object 97"/>
            <p:cNvGraphicFramePr>
              <a:graphicFrameLocks/>
            </p:cNvGraphicFramePr>
            <p:nvPr/>
          </p:nvGraphicFramePr>
          <p:xfrm>
            <a:off x="3023" y="846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22080" imgH="291960" progId="Equation.3">
                    <p:embed/>
                  </p:oleObj>
                </mc:Choice>
                <mc:Fallback>
                  <p:oleObj name="公式" r:id="rId11" imgW="622080" imgH="291960" progId="Equation.3">
                    <p:embed/>
                    <p:pic>
                      <p:nvPicPr>
                        <p:cNvPr id="39" name="Object 9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846"/>
                          <a:ext cx="3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128"/>
          <p:cNvGrpSpPr>
            <a:grpSpLocks/>
          </p:cNvGrpSpPr>
          <p:nvPr/>
        </p:nvGrpSpPr>
        <p:grpSpPr bwMode="auto">
          <a:xfrm>
            <a:off x="5491934" y="2756364"/>
            <a:ext cx="2482851" cy="461963"/>
            <a:chOff x="3022" y="1430"/>
            <a:chExt cx="1564" cy="291"/>
          </a:xfrm>
        </p:grpSpPr>
        <p:graphicFrame>
          <p:nvGraphicFramePr>
            <p:cNvPr id="41" name="Object 111"/>
            <p:cNvGraphicFramePr>
              <a:graphicFrameLocks/>
            </p:cNvGraphicFramePr>
            <p:nvPr/>
          </p:nvGraphicFramePr>
          <p:xfrm>
            <a:off x="3022" y="1481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622080" imgH="291960" progId="Equation.3">
                    <p:embed/>
                  </p:oleObj>
                </mc:Choice>
                <mc:Fallback>
                  <p:oleObj name="公式" r:id="rId13" imgW="622080" imgH="291960" progId="Equation.3">
                    <p:embed/>
                    <p:pic>
                      <p:nvPicPr>
                        <p:cNvPr id="41" name="Object 1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2" y="1481"/>
                          <a:ext cx="3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Rectangle 112"/>
            <p:cNvSpPr>
              <a:spLocks noChangeArrowheads="1"/>
            </p:cNvSpPr>
            <p:nvPr/>
          </p:nvSpPr>
          <p:spPr bwMode="auto">
            <a:xfrm>
              <a:off x="3403" y="1430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为本性奇点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43" name="Group 129"/>
          <p:cNvGrpSpPr>
            <a:grpSpLocks/>
          </p:cNvGrpSpPr>
          <p:nvPr/>
        </p:nvGrpSpPr>
        <p:grpSpPr bwMode="auto">
          <a:xfrm>
            <a:off x="5496696" y="3565990"/>
            <a:ext cx="2478088" cy="461963"/>
            <a:chOff x="3025" y="1940"/>
            <a:chExt cx="1561" cy="291"/>
          </a:xfrm>
        </p:grpSpPr>
        <p:sp>
          <p:nvSpPr>
            <p:cNvPr id="44" name="Rectangle 113"/>
            <p:cNvSpPr>
              <a:spLocks noChangeArrowheads="1"/>
            </p:cNvSpPr>
            <p:nvPr/>
          </p:nvSpPr>
          <p:spPr bwMode="auto">
            <a:xfrm>
              <a:off x="3403" y="1940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为本性奇点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45" name="Object 116"/>
            <p:cNvGraphicFramePr>
              <a:graphicFrameLocks/>
            </p:cNvGraphicFramePr>
            <p:nvPr/>
          </p:nvGraphicFramePr>
          <p:xfrm>
            <a:off x="3025" y="200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47640" imgH="291960" progId="Equation.3">
                    <p:embed/>
                  </p:oleObj>
                </mc:Choice>
                <mc:Fallback>
                  <p:oleObj name="公式" r:id="rId15" imgW="647640" imgH="291960" progId="Equation.3">
                    <p:embed/>
                    <p:pic>
                      <p:nvPicPr>
                        <p:cNvPr id="45" name="Object 1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5" y="2002"/>
                          <a:ext cx="4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68191" y="1466659"/>
            <a:ext cx="3190875" cy="2514600"/>
          </a:xfrm>
          <a:prstGeom prst="rect">
            <a:avLst/>
          </a:prstGeom>
        </p:spPr>
      </p:pic>
      <p:sp>
        <p:nvSpPr>
          <p:cNvPr id="46" name="Line 98"/>
          <p:cNvSpPr>
            <a:spLocks noChangeShapeType="1"/>
          </p:cNvSpPr>
          <p:nvPr/>
        </p:nvSpPr>
        <p:spPr bwMode="auto">
          <a:xfrm flipH="1">
            <a:off x="5088533" y="1663030"/>
            <a:ext cx="0" cy="42862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解析函数的孤立奇点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939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教材第五章习题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36D589-3217-E815-0CBE-7B62D09E9D56}"/>
              </a:ext>
            </a:extLst>
          </p:cNvPr>
          <p:cNvSpPr txBox="1"/>
          <p:nvPr/>
        </p:nvSpPr>
        <p:spPr>
          <a:xfrm>
            <a:off x="2154891" y="3415205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其中 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题不做   的那部分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7D2F77-8971-FA4C-FC8B-CDEDBC4C4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440110"/>
              </p:ext>
            </p:extLst>
          </p:nvPr>
        </p:nvGraphicFramePr>
        <p:xfrm>
          <a:off x="4279751" y="3631942"/>
          <a:ext cx="384397" cy="296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04" imgH="166340" progId="Equation.DSMT4">
                  <p:embed/>
                </p:oleObj>
              </mc:Choice>
              <mc:Fallback>
                <p:oleObj name="Equation" r:id="rId3" imgW="215804" imgH="1663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27D2F77-8971-FA4C-FC8B-CDEDBC4C48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9751" y="3631942"/>
                        <a:ext cx="384397" cy="296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950</Words>
  <Application>Microsoft Office PowerPoint</Application>
  <PresentationFormat>宽屏</PresentationFormat>
  <Paragraphs>208</Paragraphs>
  <Slides>23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等线 Light</vt:lpstr>
      <vt:lpstr>华文楷体</vt:lpstr>
      <vt:lpstr>楷体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新媒体</vt:lpstr>
      <vt:lpstr>公式</vt:lpstr>
      <vt:lpstr>Equation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65</cp:revision>
  <dcterms:created xsi:type="dcterms:W3CDTF">2025-08-03T09:01:50Z</dcterms:created>
  <dcterms:modified xsi:type="dcterms:W3CDTF">2025-10-29T02:38:58Z</dcterms:modified>
</cp:coreProperties>
</file>