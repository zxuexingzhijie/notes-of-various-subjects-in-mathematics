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11"/>
  </p:notesMasterIdLst>
  <p:sldIdLst>
    <p:sldId id="795" r:id="rId4"/>
    <p:sldId id="503" r:id="rId5"/>
    <p:sldId id="637" r:id="rId6"/>
    <p:sldId id="699" r:id="rId7"/>
    <p:sldId id="701" r:id="rId8"/>
    <p:sldId id="709" r:id="rId9"/>
    <p:sldId id="68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6DD80-2859-4A6E-A317-3F1CFA7A972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7B71F-0198-4900-A76B-B57AC442F0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09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44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96189-5C0D-B028-B0C8-E0114E560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1F3B68-E43F-38D4-1598-11F264F4C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6D693F-7877-1B00-FB2B-C3F76AAE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EF0838-66E9-66A5-9793-F9E8258F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26733-AF17-8E74-1416-E778A17F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055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F3613-0EF9-FB33-9AB7-C38C1AD3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6E64C-730D-6DDF-68D2-E641046FE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AAA05-A6A8-33B4-B3DF-A4EFFF62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65FE0A-7235-C864-1DD9-60D2D4C4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388B5-CD6D-40C5-0FFB-642A1D5A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880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ACCB3-B59F-C60E-6EF8-19025440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A4E1A1-F289-B626-6BE9-85AE71D7B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FEAF3-3B4B-501F-94C5-C438D0AA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393476-8FD9-9C0F-B09A-8903BA38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B47FA-3C75-430A-C562-5FC66241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1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C4AC9-52C2-7712-59CB-5AFCC8D6A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7248F0-64C8-0EC1-337F-8C1EB4898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BACB20-767B-729B-702E-76575CCFC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F5D051-F970-30A0-61DD-BDB5FC9D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33D8DF-2E56-B40D-F977-34594381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A6E1EA-AC57-2563-D940-472181AC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28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54007-7291-9406-D21A-BF1E8FA8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BD9124-0CEB-3879-84F9-0357FF143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8EF684-12D4-185F-0258-E64918F3F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DA9A1B-25F6-6CBF-61E3-8F33148F1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D6F673-8670-63B9-D12C-6CAD89E91D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B691CD-BD78-B5EB-5C33-A89093C0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EE3ECF-3B56-54FC-C195-F699251B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054CAF-4751-B45B-0806-53C5406D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94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D8E53-9A8C-06AA-CB2D-4766BA8C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BFE209-4F05-356E-994B-D5BD724E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10B28A-4EC0-C22C-707D-D90953A8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5C9F2E-41AA-9A8F-160B-308CAA66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7DFBBA-C7CC-D47F-04BC-6AB918A01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46D52E-44E2-902C-F0B8-838998D4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A68AA-3835-67F7-BBDA-44A7727B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38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837C7A-0F33-87CE-BD39-FE3959B4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954E4C-E295-66D6-F63D-F9695F016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BDFE48-495F-9D3C-7101-4130AFB50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594DAA-7753-1B8B-7B3B-0BDD922D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53C97E-9553-C06D-07EB-32DC13EC7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5AB573-81AC-C107-2981-6BB6B659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2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DC497-1972-C8C6-4F37-CFBF579C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18A2A3-FE6C-E03A-1BD5-406D375D1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BA26A5-3569-84F1-0FFF-9D6E333F2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B80D58-9A4E-DB81-E6E5-F1A43B74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ED4C6A-DC70-1CB5-9B7F-E6F34A32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753F30-45C4-9B36-C583-9AA16D42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22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E6FFD-6993-F940-2D32-F9D11F16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3A120C-6D2A-D70A-F8A4-C3C5DF8EE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B3BDD2-81E1-DD5C-9A5A-A4C8A211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C6C37-916F-B562-6B36-D9B3AE72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DB1488-3257-8164-D701-18174456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78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008B74-A865-55CC-EA14-7E8E9D278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12E8D9-D33D-56A6-A312-FCA645463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F59F37-5F08-75CB-0608-271149E7A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0467CB-CAB1-6F4A-E080-A7319FF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91EDAC-4095-90AF-C2C7-906C73B2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518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36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861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000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761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288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7368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966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149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315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950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727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180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3513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005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08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5213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475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7458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3716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3931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0921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856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174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4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B7E1FF-D575-C12E-87F4-C72E22C4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7CBD01-2B19-6B51-B420-8A9B38D66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4072E0-1D9C-6553-559C-10C994F7B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89855-A6F5-4151-A075-09BCED9D55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64EDC1-2416-519F-83E4-522D76315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BB851-12C7-AFCC-58C7-20AA927C1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31CDA-588B-4145-9E57-EF91A89342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96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15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3.png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1.e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30.wmf"/><Relationship Id="rId20" Type="http://schemas.openxmlformats.org/officeDocument/2006/relationships/image" Target="../media/image32.emf"/><Relationship Id="rId1" Type="http://schemas.openxmlformats.org/officeDocument/2006/relationships/tags" Target="../tags/tag4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34.e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37.bin"/><Relationship Id="rId26" Type="http://schemas.openxmlformats.org/officeDocument/2006/relationships/oleObject" Target="../embeddings/oleObject41.bin"/><Relationship Id="rId3" Type="http://schemas.openxmlformats.org/officeDocument/2006/relationships/oleObject" Target="../embeddings/oleObject30.bin"/><Relationship Id="rId21" Type="http://schemas.openxmlformats.org/officeDocument/2006/relationships/image" Target="../media/image44.wmf"/><Relationship Id="rId7" Type="http://schemas.openxmlformats.org/officeDocument/2006/relationships/oleObject" Target="../embeddings/oleObject32.bin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2.wmf"/><Relationship Id="rId25" Type="http://schemas.openxmlformats.org/officeDocument/2006/relationships/image" Target="../media/image46.wmf"/><Relationship Id="rId2" Type="http://schemas.openxmlformats.org/officeDocument/2006/relationships/slideLayout" Target="../slideLayouts/slideLayout25.xml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29" Type="http://schemas.openxmlformats.org/officeDocument/2006/relationships/image" Target="../media/image48.wmf"/><Relationship Id="rId1" Type="http://schemas.openxmlformats.org/officeDocument/2006/relationships/tags" Target="../tags/tag5.xml"/><Relationship Id="rId6" Type="http://schemas.openxmlformats.org/officeDocument/2006/relationships/image" Target="../media/image36.wmf"/><Relationship Id="rId11" Type="http://schemas.openxmlformats.org/officeDocument/2006/relationships/image" Target="../media/image39.wmf"/><Relationship Id="rId24" Type="http://schemas.openxmlformats.org/officeDocument/2006/relationships/oleObject" Target="../embeddings/oleObject40.bin"/><Relationship Id="rId5" Type="http://schemas.openxmlformats.org/officeDocument/2006/relationships/oleObject" Target="../embeddings/oleObject31.bin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28" Type="http://schemas.openxmlformats.org/officeDocument/2006/relationships/oleObject" Target="../embeddings/oleObject42.bin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3.wmf"/><Relationship Id="rId4" Type="http://schemas.openxmlformats.org/officeDocument/2006/relationships/image" Target="../media/image35.wmf"/><Relationship Id="rId9" Type="http://schemas.openxmlformats.org/officeDocument/2006/relationships/image" Target="../media/image38.png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47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28" y="3034126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第三章 复变函数的积分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8CC3B8-72F0-716F-320C-886F99ABC03F}"/>
              </a:ext>
            </a:extLst>
          </p:cNvPr>
          <p:cNvSpPr txBox="1"/>
          <p:nvPr/>
        </p:nvSpPr>
        <p:spPr>
          <a:xfrm>
            <a:off x="3903077" y="3869981"/>
            <a:ext cx="4541315" cy="11046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3.1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复积分的概念及其简单性质</a:t>
            </a:r>
          </a:p>
        </p:txBody>
      </p:sp>
    </p:spTree>
    <p:extLst>
      <p:ext uri="{BB962C8B-B14F-4D97-AF65-F5344CB8AC3E}">
        <p14:creationId xmlns:p14="http://schemas.microsoft.com/office/powerpoint/2010/main" val="18264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39416" y="1390046"/>
          <a:ext cx="7715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29600" imgH="4572000" progId="Equation.DSMT4">
                  <p:embed/>
                </p:oleObj>
              </mc:Choice>
              <mc:Fallback>
                <p:oleObj name="Equation" r:id="rId3" imgW="82296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1390046"/>
                        <a:ext cx="771525" cy="423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37760" y="1344415"/>
          <a:ext cx="594836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398400" imgH="10668000" progId="Equation.DSMT4">
                  <p:embed/>
                </p:oleObj>
              </mc:Choice>
              <mc:Fallback>
                <p:oleObj name="Equation" r:id="rId5" imgW="63398400" imgH="106680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760" y="1344415"/>
                        <a:ext cx="5948363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内容占位符 3"/>
          <p:cNvSpPr txBox="1"/>
          <p:nvPr/>
        </p:nvSpPr>
        <p:spPr>
          <a:xfrm>
            <a:off x="1343025" y="106363"/>
            <a:ext cx="5519961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复积分的概念及其简单性质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79376" y="863377"/>
          <a:ext cx="25922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822400" imgH="4572000" progId="Equation.DSMT4">
                  <p:embed/>
                </p:oleObj>
              </mc:Choice>
              <mc:Fallback>
                <p:oleObj name="Equation" r:id="rId7" imgW="268224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76" y="863377"/>
                        <a:ext cx="259228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430811" y="1885683"/>
          <a:ext cx="34321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576000" imgH="5181600" progId="Equation.DSMT4">
                  <p:embed/>
                </p:oleObj>
              </mc:Choice>
              <mc:Fallback>
                <p:oleObj name="Equation" r:id="rId9" imgW="36576000" imgH="5181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811" y="1885683"/>
                        <a:ext cx="343217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96"/>
          <p:cNvGrpSpPr/>
          <p:nvPr/>
        </p:nvGrpSpPr>
        <p:grpSpPr bwMode="auto">
          <a:xfrm>
            <a:off x="9167986" y="836613"/>
            <a:ext cx="2760662" cy="2725739"/>
            <a:chOff x="3563" y="594"/>
            <a:chExt cx="1739" cy="1717"/>
          </a:xfrm>
        </p:grpSpPr>
        <p:sp>
          <p:nvSpPr>
            <p:cNvPr id="20" name="Freeform 54"/>
            <p:cNvSpPr/>
            <p:nvPr/>
          </p:nvSpPr>
          <p:spPr bwMode="auto">
            <a:xfrm>
              <a:off x="3855" y="930"/>
              <a:ext cx="1097" cy="904"/>
            </a:xfrm>
            <a:custGeom>
              <a:avLst/>
              <a:gdLst>
                <a:gd name="T0" fmla="*/ 0 w 1290"/>
                <a:gd name="T1" fmla="*/ 1056 h 1056"/>
                <a:gd name="T2" fmla="*/ 216 w 1290"/>
                <a:gd name="T3" fmla="*/ 1008 h 1056"/>
                <a:gd name="T4" fmla="*/ 432 w 1290"/>
                <a:gd name="T5" fmla="*/ 894 h 1056"/>
                <a:gd name="T6" fmla="*/ 618 w 1290"/>
                <a:gd name="T7" fmla="*/ 750 h 1056"/>
                <a:gd name="T8" fmla="*/ 756 w 1290"/>
                <a:gd name="T9" fmla="*/ 582 h 1056"/>
                <a:gd name="T10" fmla="*/ 912 w 1290"/>
                <a:gd name="T11" fmla="*/ 318 h 1056"/>
                <a:gd name="T12" fmla="*/ 1068 w 1290"/>
                <a:gd name="T13" fmla="*/ 120 h 1056"/>
                <a:gd name="T14" fmla="*/ 1290 w 1290"/>
                <a:gd name="T15" fmla="*/ 0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90" h="1056">
                  <a:moveTo>
                    <a:pt x="0" y="1056"/>
                  </a:moveTo>
                  <a:cubicBezTo>
                    <a:pt x="35" y="1048"/>
                    <a:pt x="144" y="1035"/>
                    <a:pt x="216" y="1008"/>
                  </a:cubicBezTo>
                  <a:cubicBezTo>
                    <a:pt x="288" y="981"/>
                    <a:pt x="365" y="937"/>
                    <a:pt x="432" y="894"/>
                  </a:cubicBezTo>
                  <a:cubicBezTo>
                    <a:pt x="499" y="851"/>
                    <a:pt x="564" y="802"/>
                    <a:pt x="618" y="750"/>
                  </a:cubicBezTo>
                  <a:cubicBezTo>
                    <a:pt x="672" y="698"/>
                    <a:pt x="707" y="654"/>
                    <a:pt x="756" y="582"/>
                  </a:cubicBezTo>
                  <a:cubicBezTo>
                    <a:pt x="805" y="510"/>
                    <a:pt x="860" y="395"/>
                    <a:pt x="912" y="318"/>
                  </a:cubicBezTo>
                  <a:cubicBezTo>
                    <a:pt x="964" y="241"/>
                    <a:pt x="1005" y="173"/>
                    <a:pt x="1068" y="120"/>
                  </a:cubicBezTo>
                  <a:cubicBezTo>
                    <a:pt x="1131" y="67"/>
                    <a:pt x="1244" y="25"/>
                    <a:pt x="129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55"/>
            <p:cNvSpPr txBox="1">
              <a:spLocks noChangeArrowheads="1"/>
            </p:cNvSpPr>
            <p:nvPr/>
          </p:nvSpPr>
          <p:spPr bwMode="auto">
            <a:xfrm>
              <a:off x="3751" y="1591"/>
              <a:ext cx="31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" name="Text Box 60"/>
            <p:cNvSpPr txBox="1">
              <a:spLocks noChangeArrowheads="1"/>
            </p:cNvSpPr>
            <p:nvPr/>
          </p:nvSpPr>
          <p:spPr bwMode="auto">
            <a:xfrm>
              <a:off x="4851" y="698"/>
              <a:ext cx="31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3" name="Line 61"/>
            <p:cNvSpPr>
              <a:spLocks noChangeShapeType="1"/>
            </p:cNvSpPr>
            <p:nvPr/>
          </p:nvSpPr>
          <p:spPr bwMode="auto">
            <a:xfrm>
              <a:off x="3563" y="2047"/>
              <a:ext cx="156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62"/>
            <p:cNvSpPr>
              <a:spLocks noChangeShapeType="1"/>
            </p:cNvSpPr>
            <p:nvPr/>
          </p:nvSpPr>
          <p:spPr bwMode="auto">
            <a:xfrm flipV="1">
              <a:off x="3714" y="696"/>
              <a:ext cx="0" cy="150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63"/>
            <p:cNvSpPr txBox="1">
              <a:spLocks noChangeArrowheads="1"/>
            </p:cNvSpPr>
            <p:nvPr/>
          </p:nvSpPr>
          <p:spPr bwMode="auto">
            <a:xfrm>
              <a:off x="4964" y="2019"/>
              <a:ext cx="33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6" name="Text Box 64"/>
            <p:cNvSpPr txBox="1">
              <a:spLocks noChangeArrowheads="1"/>
            </p:cNvSpPr>
            <p:nvPr/>
          </p:nvSpPr>
          <p:spPr bwMode="auto">
            <a:xfrm>
              <a:off x="3728" y="594"/>
              <a:ext cx="320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" name="Line 71"/>
            <p:cNvSpPr>
              <a:spLocks noChangeShapeType="1"/>
            </p:cNvSpPr>
            <p:nvPr/>
          </p:nvSpPr>
          <p:spPr bwMode="auto">
            <a:xfrm flipV="1">
              <a:off x="4667" y="1079"/>
              <a:ext cx="49" cy="67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Text Box 72"/>
            <p:cNvSpPr txBox="1">
              <a:spLocks noChangeArrowheads="1"/>
            </p:cNvSpPr>
            <p:nvPr/>
          </p:nvSpPr>
          <p:spPr bwMode="auto">
            <a:xfrm>
              <a:off x="4484" y="838"/>
              <a:ext cx="355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34" name="Group 97"/>
          <p:cNvGrpSpPr/>
          <p:nvPr/>
        </p:nvGrpSpPr>
        <p:grpSpPr bwMode="auto">
          <a:xfrm>
            <a:off x="9499773" y="1309688"/>
            <a:ext cx="2271713" cy="1882776"/>
            <a:chOff x="3772" y="892"/>
            <a:chExt cx="1431" cy="1186"/>
          </a:xfrm>
        </p:grpSpPr>
        <p:sp>
          <p:nvSpPr>
            <p:cNvPr id="35" name="Text Box 56"/>
            <p:cNvSpPr txBox="1">
              <a:spLocks noChangeArrowheads="1"/>
            </p:cNvSpPr>
            <p:nvPr/>
          </p:nvSpPr>
          <p:spPr bwMode="auto">
            <a:xfrm>
              <a:off x="3772" y="1786"/>
              <a:ext cx="3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6" name="Text Box 57"/>
            <p:cNvSpPr txBox="1">
              <a:spLocks noChangeArrowheads="1"/>
            </p:cNvSpPr>
            <p:nvPr/>
          </p:nvSpPr>
          <p:spPr bwMode="auto">
            <a:xfrm>
              <a:off x="4516" y="1229"/>
              <a:ext cx="542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endParaRPr kumimoji="1" lang="en-US" altLang="zh-CN" sz="2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58"/>
            <p:cNvSpPr txBox="1">
              <a:spLocks noChangeArrowheads="1"/>
            </p:cNvSpPr>
            <p:nvPr/>
          </p:nvSpPr>
          <p:spPr bwMode="auto">
            <a:xfrm>
              <a:off x="4862" y="892"/>
              <a:ext cx="34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9" name="Text Box 59"/>
            <p:cNvSpPr txBox="1">
              <a:spLocks noChangeArrowheads="1"/>
            </p:cNvSpPr>
            <p:nvPr/>
          </p:nvSpPr>
          <p:spPr bwMode="auto">
            <a:xfrm>
              <a:off x="4255" y="1569"/>
              <a:ext cx="3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kumimoji="1" lang="en-US" altLang="zh-CN" sz="24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40" name="Oval 66"/>
            <p:cNvSpPr>
              <a:spLocks noChangeAspect="1" noChangeArrowheads="1"/>
            </p:cNvSpPr>
            <p:nvPr/>
          </p:nvSpPr>
          <p:spPr bwMode="auto">
            <a:xfrm>
              <a:off x="4323" y="1591"/>
              <a:ext cx="34" cy="34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Oval 67"/>
            <p:cNvSpPr>
              <a:spLocks noChangeAspect="1" noChangeArrowheads="1"/>
            </p:cNvSpPr>
            <p:nvPr/>
          </p:nvSpPr>
          <p:spPr bwMode="auto">
            <a:xfrm>
              <a:off x="4573" y="1256"/>
              <a:ext cx="34" cy="34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Oval 68"/>
            <p:cNvSpPr>
              <a:spLocks noChangeAspect="1" noChangeArrowheads="1"/>
            </p:cNvSpPr>
            <p:nvPr/>
          </p:nvSpPr>
          <p:spPr bwMode="auto">
            <a:xfrm>
              <a:off x="3843" y="1816"/>
              <a:ext cx="34" cy="34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Oval 70"/>
            <p:cNvSpPr>
              <a:spLocks noChangeAspect="1" noChangeArrowheads="1"/>
            </p:cNvSpPr>
            <p:nvPr/>
          </p:nvSpPr>
          <p:spPr bwMode="auto">
            <a:xfrm>
              <a:off x="4934" y="916"/>
              <a:ext cx="34" cy="34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232472" y="1719419"/>
            <a:ext cx="668200" cy="521975"/>
            <a:chOff x="6825023" y="4455457"/>
            <a:chExt cx="668200" cy="521975"/>
          </a:xfrm>
        </p:grpSpPr>
        <p:grpSp>
          <p:nvGrpSpPr>
            <p:cNvPr id="30" name="Group 98"/>
            <p:cNvGrpSpPr/>
            <p:nvPr/>
          </p:nvGrpSpPr>
          <p:grpSpPr bwMode="auto">
            <a:xfrm>
              <a:off x="6862986" y="4509120"/>
              <a:ext cx="630237" cy="468312"/>
              <a:chOff x="4263" y="1193"/>
              <a:chExt cx="397" cy="295"/>
            </a:xfrm>
          </p:grpSpPr>
          <p:sp>
            <p:nvSpPr>
              <p:cNvPr id="32" name="Oval 65"/>
              <p:cNvSpPr>
                <a:spLocks noChangeAspect="1" noChangeArrowheads="1"/>
              </p:cNvSpPr>
              <p:nvPr/>
            </p:nvSpPr>
            <p:spPr bwMode="auto">
              <a:xfrm>
                <a:off x="4452" y="1454"/>
                <a:ext cx="34" cy="3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69"/>
              <p:cNvSpPr>
                <a:spLocks noChangeArrowheads="1"/>
              </p:cNvSpPr>
              <p:nvPr/>
            </p:nvSpPr>
            <p:spPr bwMode="auto">
              <a:xfrm>
                <a:off x="4263" y="1193"/>
                <a:ext cx="397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6825023" y="4455457"/>
            <a:ext cx="338000" cy="46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962400" imgH="5486400" progId="Equation.DSMT4">
                    <p:embed/>
                  </p:oleObj>
                </mc:Choice>
                <mc:Fallback>
                  <p:oleObj name="Equation" r:id="rId11" imgW="3962400" imgH="5486400" progId="Equation.DSMT4">
                    <p:embed/>
                    <p:pic>
                      <p:nvPicPr>
                        <p:cNvPr id="2" name="对象 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825023" y="4455457"/>
                          <a:ext cx="338000" cy="46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874133" y="2556598"/>
          <a:ext cx="34893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7185600" imgH="5181600" progId="Equation.DSMT4">
                  <p:embed/>
                </p:oleObj>
              </mc:Choice>
              <mc:Fallback>
                <p:oleObj name="Equation" r:id="rId13" imgW="37185600" imgH="5181600" progId="Equation.DSMT4">
                  <p:embed/>
                  <p:pic>
                    <p:nvPicPr>
                      <p:cNvPr id="45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133" y="2556598"/>
                        <a:ext cx="34893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874133" y="3922056"/>
          <a:ext cx="65770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0104000" imgH="6400800" progId="Equation.DSMT4">
                  <p:embed/>
                </p:oleObj>
              </mc:Choice>
              <mc:Fallback>
                <p:oleObj name="Equation" r:id="rId15" imgW="70104000" imgH="6400800" progId="Equation.DSMT4">
                  <p:embed/>
                  <p:pic>
                    <p:nvPicPr>
                      <p:cNvPr id="51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133" y="3922056"/>
                        <a:ext cx="657701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1703512" y="4623057"/>
          <a:ext cx="78628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3820000" imgH="10363200" progId="Equation.DSMT4">
                  <p:embed/>
                </p:oleObj>
              </mc:Choice>
              <mc:Fallback>
                <p:oleObj name="Equation" r:id="rId17" imgW="83820000" imgH="10363200" progId="Equation.DSMT4">
                  <p:embed/>
                  <p:pic>
                    <p:nvPicPr>
                      <p:cNvPr id="53" name="对象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4623057"/>
                        <a:ext cx="7862887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794859" y="5521800"/>
          <a:ext cx="1081563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698720" imgH="431640" progId="Equation.DSMT4">
                  <p:embed/>
                </p:oleObj>
              </mc:Choice>
              <mc:Fallback>
                <p:oleObj name="Equation" r:id="rId19" imgW="4698720" imgH="431640" progId="Equation.DSMT4">
                  <p:embed/>
                  <p:pic>
                    <p:nvPicPr>
                      <p:cNvPr id="54" name="对象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859" y="5521800"/>
                        <a:ext cx="10815638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1045369" y="3201250"/>
          <a:ext cx="82661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8087200" imgH="6705600" progId="Equation.DSMT4">
                  <p:embed/>
                </p:oleObj>
              </mc:Choice>
              <mc:Fallback>
                <p:oleObj name="Equation" r:id="rId21" imgW="88087200" imgH="6705600" progId="Equation.DSMT4">
                  <p:embed/>
                  <p:pic>
                    <p:nvPicPr>
                      <p:cNvPr id="55" name="对象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3201250"/>
                        <a:ext cx="8266113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50861" y="1026529"/>
          <a:ext cx="26336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41600" imgH="4572000" progId="Equation.DSMT4">
                  <p:embed/>
                </p:oleObj>
              </mc:Choice>
              <mc:Fallback>
                <p:oleObj name="Equation" r:id="rId3" imgW="28041600" imgH="45720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861" y="1026529"/>
                        <a:ext cx="263366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148637"/>
              </p:ext>
            </p:extLst>
          </p:nvPr>
        </p:nvGraphicFramePr>
        <p:xfrm>
          <a:off x="1343025" y="1796754"/>
          <a:ext cx="9535391" cy="850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05240" imgH="380880" progId="Equation.DSMT4">
                  <p:embed/>
                </p:oleObj>
              </mc:Choice>
              <mc:Fallback>
                <p:oleObj name="Equation" r:id="rId5" imgW="4305240" imgH="38088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1796754"/>
                        <a:ext cx="9535391" cy="850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412683"/>
              </p:ext>
            </p:extLst>
          </p:nvPr>
        </p:nvGraphicFramePr>
        <p:xfrm>
          <a:off x="1343025" y="3133954"/>
          <a:ext cx="93551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28920" imgH="431640" progId="Equation.DSMT4">
                  <p:embed/>
                </p:oleObj>
              </mc:Choice>
              <mc:Fallback>
                <p:oleObj name="Equation" r:id="rId7" imgW="4228920" imgH="431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3133954"/>
                        <a:ext cx="9355137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3"/>
          <p:cNvSpPr txBox="1"/>
          <p:nvPr/>
        </p:nvSpPr>
        <p:spPr>
          <a:xfrm>
            <a:off x="1343025" y="106363"/>
            <a:ext cx="5519961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复积分的概念及其简单性质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38141" y="990448"/>
          <a:ext cx="12573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11200" imgH="4572000" progId="Equation.DSMT4">
                  <p:embed/>
                </p:oleObj>
              </mc:Choice>
              <mc:Fallback>
                <p:oleObj name="Equation" r:id="rId3" imgW="13411200" imgH="45720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141" y="990448"/>
                        <a:ext cx="1257300" cy="423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2423592" y="1004888"/>
          <a:ext cx="251618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822400" imgH="4572000" progId="Equation.DSMT4">
                  <p:embed/>
                </p:oleObj>
              </mc:Choice>
              <mc:Fallback>
                <p:oleObj name="Equation" r:id="rId5" imgW="26822400" imgH="4572000" progId="Equation.DSMT4">
                  <p:embed/>
                  <p:pic>
                    <p:nvPicPr>
                      <p:cNvPr id="51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004888"/>
                        <a:ext cx="2516188" cy="42386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934273"/>
              </p:ext>
            </p:extLst>
          </p:nvPr>
        </p:nvGraphicFramePr>
        <p:xfrm>
          <a:off x="3021647" y="2475781"/>
          <a:ext cx="4256876" cy="74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66600" imgH="330120" progId="Equation.DSMT4">
                  <p:embed/>
                </p:oleObj>
              </mc:Choice>
              <mc:Fallback>
                <p:oleObj name="Equation" r:id="rId7" imgW="1866600" imgH="330120" progId="Equation.DSMT4">
                  <p:embed/>
                  <p:pic>
                    <p:nvPicPr>
                      <p:cNvPr id="53" name="对象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647" y="2475781"/>
                        <a:ext cx="4256876" cy="74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377405"/>
              </p:ext>
            </p:extLst>
          </p:nvPr>
        </p:nvGraphicFramePr>
        <p:xfrm>
          <a:off x="2351791" y="1769078"/>
          <a:ext cx="6301231" cy="48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58840" imgH="215640" progId="Equation.DSMT4">
                  <p:embed/>
                </p:oleObj>
              </mc:Choice>
              <mc:Fallback>
                <p:oleObj name="Equation" r:id="rId9" imgW="2958840" imgH="2156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791" y="1769078"/>
                        <a:ext cx="6301231" cy="481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939549"/>
              </p:ext>
            </p:extLst>
          </p:nvPr>
        </p:nvGraphicFramePr>
        <p:xfrm>
          <a:off x="7341622" y="2626144"/>
          <a:ext cx="3631178" cy="485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00200" imgH="215640" progId="Equation.DSMT4">
                  <p:embed/>
                </p:oleObj>
              </mc:Choice>
              <mc:Fallback>
                <p:oleObj name="Equation" r:id="rId11" imgW="160020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1622" y="2626144"/>
                        <a:ext cx="3631178" cy="485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3022" y="3445138"/>
            <a:ext cx="7614126" cy="2808000"/>
          </a:xfrm>
          <a:prstGeom prst="rect">
            <a:avLst/>
          </a:prstGeom>
        </p:spPr>
      </p:pic>
      <p:sp>
        <p:nvSpPr>
          <p:cNvPr id="11" name="内容占位符 3"/>
          <p:cNvSpPr txBox="1"/>
          <p:nvPr/>
        </p:nvSpPr>
        <p:spPr>
          <a:xfrm>
            <a:off x="1343025" y="106363"/>
            <a:ext cx="5519961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lang="en-US" altLang="zh-CN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复积分的概念及其简单性质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958261"/>
              </p:ext>
            </p:extLst>
          </p:nvPr>
        </p:nvGraphicFramePr>
        <p:xfrm>
          <a:off x="862013" y="912808"/>
          <a:ext cx="2765252" cy="456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190440" progId="Equation.DSMT4">
                  <p:embed/>
                </p:oleObj>
              </mc:Choice>
              <mc:Fallback>
                <p:oleObj name="Equation" r:id="rId3" imgW="1269720" imgH="1904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912808"/>
                        <a:ext cx="2765252" cy="456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27"/>
          <p:cNvGrpSpPr/>
          <p:nvPr/>
        </p:nvGrpSpPr>
        <p:grpSpPr bwMode="auto">
          <a:xfrm>
            <a:off x="947870" y="1484784"/>
            <a:ext cx="6829425" cy="546100"/>
            <a:chOff x="552" y="785"/>
            <a:chExt cx="4302" cy="344"/>
          </a:xfrm>
        </p:grpSpPr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552" y="792"/>
              <a:ext cx="5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(1)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6" name="Object 8"/>
            <p:cNvGraphicFramePr/>
            <p:nvPr/>
          </p:nvGraphicFramePr>
          <p:xfrm>
            <a:off x="919" y="785"/>
            <a:ext cx="393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248400" imgH="546100" progId="Equation.3">
                    <p:embed/>
                  </p:oleObj>
                </mc:Choice>
                <mc:Fallback>
                  <p:oleObj name="公式" r:id="rId5" imgW="6248400" imgH="546100" progId="Equation.3">
                    <p:embed/>
                    <p:pic>
                      <p:nvPicPr>
                        <p:cNvPr id="16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9" y="785"/>
                          <a:ext cx="3935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28"/>
          <p:cNvGrpSpPr/>
          <p:nvPr/>
        </p:nvGrpSpPr>
        <p:grpSpPr bwMode="auto">
          <a:xfrm>
            <a:off x="947870" y="2420888"/>
            <a:ext cx="3813175" cy="547687"/>
            <a:chOff x="552" y="1327"/>
            <a:chExt cx="2402" cy="345"/>
          </a:xfrm>
        </p:grpSpPr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552" y="1340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(2)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graphicFrame>
          <p:nvGraphicFramePr>
            <p:cNvPr id="20" name="Object 15"/>
            <p:cNvGraphicFramePr/>
            <p:nvPr/>
          </p:nvGraphicFramePr>
          <p:xfrm>
            <a:off x="917" y="1327"/>
            <a:ext cx="203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4318000" imgH="723900" progId="Equation.3">
                    <p:embed/>
                  </p:oleObj>
                </mc:Choice>
                <mc:Fallback>
                  <p:oleObj name="公式" r:id="rId7" imgW="4318000" imgH="723900" progId="Equation.3">
                    <p:embed/>
                    <p:pic>
                      <p:nvPicPr>
                        <p:cNvPr id="20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7" y="1327"/>
                          <a:ext cx="2037" cy="3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29"/>
          <p:cNvGrpSpPr/>
          <p:nvPr/>
        </p:nvGrpSpPr>
        <p:grpSpPr bwMode="auto">
          <a:xfrm>
            <a:off x="947870" y="3345115"/>
            <a:ext cx="9302751" cy="596900"/>
            <a:chOff x="552" y="1878"/>
            <a:chExt cx="5860" cy="376"/>
          </a:xfrm>
        </p:grpSpPr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552" y="1886"/>
              <a:ext cx="4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(3)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graphicFrame>
          <p:nvGraphicFramePr>
            <p:cNvPr id="23" name="Object 17"/>
            <p:cNvGraphicFramePr/>
            <p:nvPr/>
          </p:nvGraphicFramePr>
          <p:xfrm>
            <a:off x="917" y="1878"/>
            <a:ext cx="290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4610100" imgH="596900" progId="Equation.3">
                    <p:embed/>
                  </p:oleObj>
                </mc:Choice>
                <mc:Fallback>
                  <p:oleObj name="公式" r:id="rId9" imgW="4610100" imgH="596900" progId="Equation.3">
                    <p:embed/>
                    <p:pic>
                      <p:nvPicPr>
                        <p:cNvPr id="23" name="Object 1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7" y="1878"/>
                          <a:ext cx="2904" cy="3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3863" y="1886"/>
              <a:ext cx="10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其中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" name="Object 19"/>
            <p:cNvGraphicFramePr/>
            <p:nvPr>
              <p:extLst>
                <p:ext uri="{D42A27DB-BD31-4B8C-83A1-F6EECF244321}">
                  <p14:modId xmlns:p14="http://schemas.microsoft.com/office/powerpoint/2010/main" val="1565759870"/>
                </p:ext>
              </p:extLst>
            </p:nvPr>
          </p:nvGraphicFramePr>
          <p:xfrm>
            <a:off x="4315" y="1897"/>
            <a:ext cx="2097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52480" imgH="228600" progId="Equation.DSMT4">
                    <p:embed/>
                  </p:oleObj>
                </mc:Choice>
                <mc:Fallback>
                  <p:oleObj name="Equation" r:id="rId11" imgW="1752480" imgH="228600" progId="Equation.DSMT4">
                    <p:embed/>
                    <p:pic>
                      <p:nvPicPr>
                        <p:cNvPr id="25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" y="1897"/>
                          <a:ext cx="2097" cy="32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30"/>
          <p:cNvGrpSpPr/>
          <p:nvPr/>
        </p:nvGrpSpPr>
        <p:grpSpPr bwMode="auto">
          <a:xfrm>
            <a:off x="947870" y="4231728"/>
            <a:ext cx="2061840" cy="734042"/>
            <a:chOff x="552" y="2810"/>
            <a:chExt cx="1315" cy="439"/>
          </a:xfrm>
        </p:grpSpPr>
        <p:graphicFrame>
          <p:nvGraphicFramePr>
            <p:cNvPr id="27" name="Object 6"/>
            <p:cNvGraphicFramePr/>
            <p:nvPr>
              <p:extLst>
                <p:ext uri="{D42A27DB-BD31-4B8C-83A1-F6EECF244321}">
                  <p14:modId xmlns:p14="http://schemas.microsoft.com/office/powerpoint/2010/main" val="820674326"/>
                </p:ext>
              </p:extLst>
            </p:nvPr>
          </p:nvGraphicFramePr>
          <p:xfrm>
            <a:off x="892" y="2810"/>
            <a:ext cx="975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723600" imgH="330120" progId="Equation.DSMT4">
                    <p:embed/>
                  </p:oleObj>
                </mc:Choice>
                <mc:Fallback>
                  <p:oleObj name="Equation" r:id="rId13" imgW="723600" imgH="330120" progId="Equation.DSMT4">
                    <p:embed/>
                    <p:pic>
                      <p:nvPicPr>
                        <p:cNvPr id="27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2" y="2810"/>
                          <a:ext cx="975" cy="43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552" y="2848"/>
              <a:ext cx="5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(4)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graphicFrame>
        <p:nvGraphicFramePr>
          <p:cNvPr id="29" name="Object 16"/>
          <p:cNvGraphicFramePr/>
          <p:nvPr/>
        </p:nvGraphicFramePr>
        <p:xfrm>
          <a:off x="4897438" y="4292600"/>
          <a:ext cx="15033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421600" imgH="7315200" progId="Equation.DSMT4">
                  <p:embed/>
                </p:oleObj>
              </mc:Choice>
              <mc:Fallback>
                <p:oleObj name="Equation" r:id="rId15" imgW="20421600" imgH="7315200" progId="Equation.DSMT4">
                  <p:embed/>
                  <p:pic>
                    <p:nvPicPr>
                      <p:cNvPr id="29" name="Object 1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4292600"/>
                        <a:ext cx="1503362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2"/>
          <p:cNvGrpSpPr/>
          <p:nvPr/>
        </p:nvGrpSpPr>
        <p:grpSpPr bwMode="auto">
          <a:xfrm>
            <a:off x="1634724" y="5354329"/>
            <a:ext cx="6191250" cy="601663"/>
            <a:chOff x="870" y="3299"/>
            <a:chExt cx="3900" cy="379"/>
          </a:xfrm>
        </p:grpSpPr>
        <p:sp>
          <p:nvSpPr>
            <p:cNvPr id="32" name="Rectangle 20"/>
            <p:cNvSpPr>
              <a:spLocks noChangeArrowheads="1"/>
            </p:cNvSpPr>
            <p:nvPr/>
          </p:nvSpPr>
          <p:spPr bwMode="auto">
            <a:xfrm>
              <a:off x="870" y="3299"/>
              <a:ext cx="10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其中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</a:p>
          </p:txBody>
        </p:sp>
        <p:graphicFrame>
          <p:nvGraphicFramePr>
            <p:cNvPr id="33" name="Object 21"/>
            <p:cNvGraphicFramePr/>
            <p:nvPr/>
          </p:nvGraphicFramePr>
          <p:xfrm>
            <a:off x="1494" y="3349"/>
            <a:ext cx="1358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882900" imgH="698500" progId="Equation.3">
                    <p:embed/>
                  </p:oleObj>
                </mc:Choice>
                <mc:Fallback>
                  <p:oleObj name="公式" r:id="rId17" imgW="2882900" imgH="698500" progId="Equation.3">
                    <p:embed/>
                    <p:pic>
                      <p:nvPicPr>
                        <p:cNvPr id="33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4" y="3349"/>
                          <a:ext cx="1358" cy="3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22"/>
            <p:cNvSpPr>
              <a:spLocks noChangeArrowheads="1"/>
            </p:cNvSpPr>
            <p:nvPr/>
          </p:nvSpPr>
          <p:spPr bwMode="auto">
            <a:xfrm>
              <a:off x="2869" y="3325"/>
              <a:ext cx="19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为曲线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的长度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.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35" name="Object 31"/>
          <p:cNvGraphicFramePr/>
          <p:nvPr/>
        </p:nvGraphicFramePr>
        <p:xfrm>
          <a:off x="6481493" y="4426505"/>
          <a:ext cx="8636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155700" imgH="457200" progId="Equation.3">
                  <p:embed/>
                </p:oleObj>
              </mc:Choice>
              <mc:Fallback>
                <p:oleObj name="公式" r:id="rId19" imgW="1155700" imgH="457200" progId="Equation.3">
                  <p:embed/>
                  <p:pic>
                    <p:nvPicPr>
                      <p:cNvPr id="35" name="Object 3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493" y="4426505"/>
                        <a:ext cx="86360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65043"/>
              </p:ext>
            </p:extLst>
          </p:nvPr>
        </p:nvGraphicFramePr>
        <p:xfrm>
          <a:off x="7489846" y="4234930"/>
          <a:ext cx="3838895" cy="613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65080" imgH="279360" progId="Equation.DSMT4">
                  <p:embed/>
                </p:oleObj>
              </mc:Choice>
              <mc:Fallback>
                <p:oleObj name="Equation" r:id="rId21" imgW="1765080" imgH="27936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846" y="4234930"/>
                        <a:ext cx="3838895" cy="613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内容占位符 3"/>
          <p:cNvSpPr txBox="1"/>
          <p:nvPr/>
        </p:nvSpPr>
        <p:spPr>
          <a:xfrm>
            <a:off x="1343025" y="106363"/>
            <a:ext cx="5519961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复积分的概念及其简单性质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C5FC404-C397-6301-4BE1-2A9168C11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000378"/>
              </p:ext>
            </p:extLst>
          </p:nvPr>
        </p:nvGraphicFramePr>
        <p:xfrm>
          <a:off x="3018026" y="4283394"/>
          <a:ext cx="1807035" cy="63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46873" imgH="399784" progId="Equation.DSMT4">
                  <p:embed/>
                </p:oleObj>
              </mc:Choice>
              <mc:Fallback>
                <p:oleObj name="Equation" r:id="rId23" imgW="1146873" imgH="3997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018026" y="4283394"/>
                        <a:ext cx="1807035" cy="630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31429" y="1059334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4572000" progId="Equation.DSMT4">
                  <p:embed/>
                </p:oleObj>
              </mc:Choice>
              <mc:Fallback>
                <p:oleObj name="Equation" r:id="rId3" imgW="6400800" imgH="4572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429" y="1059334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606248"/>
              </p:ext>
            </p:extLst>
          </p:nvPr>
        </p:nvGraphicFramePr>
        <p:xfrm>
          <a:off x="1783278" y="876079"/>
          <a:ext cx="8125215" cy="981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44640" imgH="444240" progId="Equation.DSMT4">
                  <p:embed/>
                </p:oleObj>
              </mc:Choice>
              <mc:Fallback>
                <p:oleObj name="Equation" r:id="rId5" imgW="3644640" imgH="4442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3278" y="876079"/>
                        <a:ext cx="8125215" cy="9810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249382"/>
              </p:ext>
            </p:extLst>
          </p:nvPr>
        </p:nvGraphicFramePr>
        <p:xfrm>
          <a:off x="424557" y="1862138"/>
          <a:ext cx="5715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6000" imgH="4876800" progId="Equation.DSMT4">
                  <p:embed/>
                </p:oleObj>
              </mc:Choice>
              <mc:Fallback>
                <p:oleObj name="Equation" r:id="rId7" imgW="6096000" imgH="48768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57" y="1862138"/>
                        <a:ext cx="5715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346" y="1643468"/>
            <a:ext cx="3158002" cy="2658086"/>
          </a:xfrm>
          <a:prstGeom prst="rect">
            <a:avLst/>
          </a:prstGeom>
        </p:spPr>
      </p:pic>
      <p:graphicFrame>
        <p:nvGraphicFramePr>
          <p:cNvPr id="38" name="Object 5"/>
          <p:cNvGraphicFramePr/>
          <p:nvPr>
            <p:extLst>
              <p:ext uri="{D42A27DB-BD31-4B8C-83A1-F6EECF244321}">
                <p14:modId xmlns:p14="http://schemas.microsoft.com/office/powerpoint/2010/main" val="126476852"/>
              </p:ext>
            </p:extLst>
          </p:nvPr>
        </p:nvGraphicFramePr>
        <p:xfrm>
          <a:off x="1494479" y="2778145"/>
          <a:ext cx="2205038" cy="966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80800" imgH="444240" progId="Equation.DSMT4">
                  <p:embed/>
                </p:oleObj>
              </mc:Choice>
              <mc:Fallback>
                <p:oleObj name="Equation" r:id="rId10" imgW="1180800" imgH="444240" progId="Equation.DSMT4">
                  <p:embed/>
                  <p:pic>
                    <p:nvPicPr>
                      <p:cNvPr id="38" name="Object 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479" y="2778145"/>
                        <a:ext cx="2205038" cy="966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54"/>
          <p:cNvGrpSpPr/>
          <p:nvPr/>
        </p:nvGrpSpPr>
        <p:grpSpPr bwMode="auto">
          <a:xfrm>
            <a:off x="1075030" y="2055293"/>
            <a:ext cx="6154738" cy="517525"/>
            <a:chOff x="659" y="969"/>
            <a:chExt cx="3877" cy="326"/>
          </a:xfrm>
        </p:grpSpPr>
        <p:graphicFrame>
          <p:nvGraphicFramePr>
            <p:cNvPr id="40" name="Object 4"/>
            <p:cNvGraphicFramePr/>
            <p:nvPr>
              <p:extLst>
                <p:ext uri="{D42A27DB-BD31-4B8C-83A1-F6EECF244321}">
                  <p14:modId xmlns:p14="http://schemas.microsoft.com/office/powerpoint/2010/main" val="1582299505"/>
                </p:ext>
              </p:extLst>
            </p:nvPr>
          </p:nvGraphicFramePr>
          <p:xfrm>
            <a:off x="2489" y="969"/>
            <a:ext cx="998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838080" imgH="241200" progId="Equation.DSMT4">
                    <p:embed/>
                  </p:oleObj>
                </mc:Choice>
                <mc:Fallback>
                  <p:oleObj name="Equation" r:id="rId12" imgW="838080" imgH="241200" progId="Equation.DSMT4">
                    <p:embed/>
                    <p:pic>
                      <p:nvPicPr>
                        <p:cNvPr id="40" name="Object 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9" y="969"/>
                          <a:ext cx="998" cy="32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659" y="1006"/>
              <a:ext cx="21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曲线</a:t>
              </a:r>
              <a:r>
                <a:rPr kumimoji="1" lang="zh-CN" altLang="en-US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r>
                <a:rPr kumimoji="1" lang="en-US" altLang="zh-CN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的参数方程为</a:t>
              </a:r>
            </a:p>
          </p:txBody>
        </p:sp>
        <p:graphicFrame>
          <p:nvGraphicFramePr>
            <p:cNvPr id="54" name="Object 16"/>
            <p:cNvGraphicFramePr/>
            <p:nvPr/>
          </p:nvGraphicFramePr>
          <p:xfrm>
            <a:off x="3624" y="1048"/>
            <a:ext cx="912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447165" imgH="342900" progId="Equation.3">
                    <p:embed/>
                  </p:oleObj>
                </mc:Choice>
                <mc:Fallback>
                  <p:oleObj name="公式" r:id="rId14" imgW="1447165" imgH="342900" progId="Equation.3">
                    <p:embed/>
                    <p:pic>
                      <p:nvPicPr>
                        <p:cNvPr id="54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4" y="1048"/>
                          <a:ext cx="912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" name="Object 17"/>
          <p:cNvGraphicFramePr/>
          <p:nvPr>
            <p:extLst>
              <p:ext uri="{D42A27DB-BD31-4B8C-83A1-F6EECF244321}">
                <p14:modId xmlns:p14="http://schemas.microsoft.com/office/powerpoint/2010/main" val="1266737575"/>
              </p:ext>
            </p:extLst>
          </p:nvPr>
        </p:nvGraphicFramePr>
        <p:xfrm>
          <a:off x="3699517" y="2803098"/>
          <a:ext cx="2659715" cy="91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57120" imgH="406080" progId="Equation.DSMT4">
                  <p:embed/>
                </p:oleObj>
              </mc:Choice>
              <mc:Fallback>
                <p:oleObj name="Equation" r:id="rId16" imgW="1257120" imgH="406080" progId="Equation.DSMT4">
                  <p:embed/>
                  <p:pic>
                    <p:nvPicPr>
                      <p:cNvPr id="55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9517" y="2803098"/>
                        <a:ext cx="2659715" cy="9163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Group 56"/>
          <p:cNvGrpSpPr/>
          <p:nvPr/>
        </p:nvGrpSpPr>
        <p:grpSpPr bwMode="auto">
          <a:xfrm>
            <a:off x="1238235" y="4038048"/>
            <a:ext cx="2205038" cy="457200"/>
            <a:chOff x="662" y="2713"/>
            <a:chExt cx="1389" cy="288"/>
          </a:xfrm>
        </p:grpSpPr>
        <p:sp>
          <p:nvSpPr>
            <p:cNvPr id="57" name="Rectangle 20"/>
            <p:cNvSpPr>
              <a:spLocks noChangeArrowheads="1"/>
            </p:cNvSpPr>
            <p:nvPr/>
          </p:nvSpPr>
          <p:spPr bwMode="auto">
            <a:xfrm>
              <a:off x="662" y="2713"/>
              <a:ext cx="13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当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时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</a:p>
          </p:txBody>
        </p:sp>
        <p:graphicFrame>
          <p:nvGraphicFramePr>
            <p:cNvPr id="58" name="Object 21"/>
            <p:cNvGraphicFramePr/>
            <p:nvPr/>
          </p:nvGraphicFramePr>
          <p:xfrm>
            <a:off x="959" y="2765"/>
            <a:ext cx="40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647700" imgH="279400" progId="Equation.3">
                    <p:embed/>
                  </p:oleObj>
                </mc:Choice>
                <mc:Fallback>
                  <p:oleObj name="公式" r:id="rId18" imgW="647700" imgH="279400" progId="Equation.3">
                    <p:embed/>
                    <p:pic>
                      <p:nvPicPr>
                        <p:cNvPr id="58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9" y="2765"/>
                          <a:ext cx="408" cy="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" name="Object 22"/>
          <p:cNvGraphicFramePr/>
          <p:nvPr>
            <p:extLst>
              <p:ext uri="{D42A27DB-BD31-4B8C-83A1-F6EECF244321}">
                <p14:modId xmlns:p14="http://schemas.microsoft.com/office/powerpoint/2010/main" val="1840595929"/>
              </p:ext>
            </p:extLst>
          </p:nvPr>
        </p:nvGraphicFramePr>
        <p:xfrm>
          <a:off x="3046542" y="4135457"/>
          <a:ext cx="1077464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58720" imgH="203040" progId="Equation.DSMT4">
                  <p:embed/>
                </p:oleObj>
              </mc:Choice>
              <mc:Fallback>
                <p:oleObj name="Equation" r:id="rId20" imgW="558720" imgH="203040" progId="Equation.DSMT4">
                  <p:embed/>
                  <p:pic>
                    <p:nvPicPr>
                      <p:cNvPr id="59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542" y="4135457"/>
                        <a:ext cx="1077464" cy="407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Group 57"/>
          <p:cNvGrpSpPr/>
          <p:nvPr/>
        </p:nvGrpSpPr>
        <p:grpSpPr bwMode="auto">
          <a:xfrm>
            <a:off x="1236648" y="4788935"/>
            <a:ext cx="2184400" cy="457200"/>
            <a:chOff x="661" y="3186"/>
            <a:chExt cx="1376" cy="288"/>
          </a:xfrm>
        </p:grpSpPr>
        <p:sp>
          <p:nvSpPr>
            <p:cNvPr id="61" name="Rectangle 23"/>
            <p:cNvSpPr>
              <a:spLocks noChangeArrowheads="1"/>
            </p:cNvSpPr>
            <p:nvPr/>
          </p:nvSpPr>
          <p:spPr bwMode="auto">
            <a:xfrm>
              <a:off x="661" y="3186"/>
              <a:ext cx="13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当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时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</a:p>
          </p:txBody>
        </p:sp>
        <p:graphicFrame>
          <p:nvGraphicFramePr>
            <p:cNvPr id="62" name="Object 24"/>
            <p:cNvGraphicFramePr/>
            <p:nvPr/>
          </p:nvGraphicFramePr>
          <p:xfrm>
            <a:off x="958" y="3238"/>
            <a:ext cx="408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647700" imgH="279400" progId="Equation.3">
                    <p:embed/>
                  </p:oleObj>
                </mc:Choice>
                <mc:Fallback>
                  <p:oleObj name="公式" r:id="rId22" imgW="647700" imgH="279400" progId="Equation.3">
                    <p:embed/>
                    <p:pic>
                      <p:nvPicPr>
                        <p:cNvPr id="62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8" y="3238"/>
                          <a:ext cx="408" cy="1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" name="Object 26"/>
          <p:cNvGraphicFramePr/>
          <p:nvPr>
            <p:extLst>
              <p:ext uri="{D42A27DB-BD31-4B8C-83A1-F6EECF244321}">
                <p14:modId xmlns:p14="http://schemas.microsoft.com/office/powerpoint/2010/main" val="212358185"/>
              </p:ext>
            </p:extLst>
          </p:nvPr>
        </p:nvGraphicFramePr>
        <p:xfrm>
          <a:off x="2981487" y="4618136"/>
          <a:ext cx="3953226" cy="916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54000" imgH="431640" progId="Equation.DSMT4">
                  <p:embed/>
                </p:oleObj>
              </mc:Choice>
              <mc:Fallback>
                <p:oleObj name="Equation" r:id="rId24" imgW="1854000" imgH="431640" progId="Equation.DSMT4">
                  <p:embed/>
                  <p:pic>
                    <p:nvPicPr>
                      <p:cNvPr id="63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487" y="4618136"/>
                        <a:ext cx="3953226" cy="9163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822004"/>
              </p:ext>
            </p:extLst>
          </p:nvPr>
        </p:nvGraphicFramePr>
        <p:xfrm>
          <a:off x="2596998" y="5851028"/>
          <a:ext cx="8093504" cy="455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581280" imgH="203040" progId="Equation.DSMT4">
                  <p:embed/>
                </p:oleObj>
              </mc:Choice>
              <mc:Fallback>
                <p:oleObj name="Equation" r:id="rId26" imgW="3581280" imgH="203040" progId="Equation.DSMT4">
                  <p:embed/>
                  <p:pic>
                    <p:nvPicPr>
                      <p:cNvPr id="65" name="对象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998" y="5851028"/>
                        <a:ext cx="8093504" cy="45560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内容占位符 3"/>
          <p:cNvSpPr txBox="1"/>
          <p:nvPr/>
        </p:nvSpPr>
        <p:spPr>
          <a:xfrm>
            <a:off x="1343025" y="106363"/>
            <a:ext cx="5519961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复积分的概念及其简单性质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3FF7F00-FCC8-8D02-75E2-25D5C90ADE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192523"/>
              </p:ext>
            </p:extLst>
          </p:nvPr>
        </p:nvGraphicFramePr>
        <p:xfrm>
          <a:off x="7069314" y="4618136"/>
          <a:ext cx="5006836" cy="903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03160" imgH="469800" progId="Equation.DSMT4">
                  <p:embed/>
                </p:oleObj>
              </mc:Choice>
              <mc:Fallback>
                <p:oleObj name="Equation" r:id="rId28" imgW="2603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069314" y="4618136"/>
                        <a:ext cx="5006836" cy="90376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§1-2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教材第三章习题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1_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108</Words>
  <Application>Microsoft Office PowerPoint</Application>
  <PresentationFormat>宽屏</PresentationFormat>
  <Paragraphs>31</Paragraphs>
  <Slides>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等线</vt:lpstr>
      <vt:lpstr>等线 Light</vt:lpstr>
      <vt:lpstr>华文楷体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1_新媒体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51</cp:revision>
  <dcterms:created xsi:type="dcterms:W3CDTF">2025-07-28T07:35:42Z</dcterms:created>
  <dcterms:modified xsi:type="dcterms:W3CDTF">2025-10-29T02:20:02Z</dcterms:modified>
</cp:coreProperties>
</file>