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524" r:id="rId3"/>
    <p:sldId id="1185" r:id="rId4"/>
    <p:sldId id="1188" r:id="rId5"/>
    <p:sldId id="1186" r:id="rId6"/>
    <p:sldId id="1191" r:id="rId7"/>
    <p:sldId id="68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FF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947FB-8AED-4E5E-9180-A6C1160D0CB5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42ED8-D55C-431F-8245-168907E80E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78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A6A3F-3C99-3A35-67F6-DD0A1EC28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5F326-650F-0EB4-ED51-F5DD32819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D85AFD-3946-B325-0251-94338DC1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840FF-B214-290E-E00C-903A29F9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CCC7A9-921F-C4BB-B9D1-FF2C960B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5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86D97-12BB-072E-E5B8-90374CA0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1900B-2BC7-2E23-F474-649C81216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AC761-E743-94D7-0774-61307532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E4967-FEDE-7D14-D858-98B0BF25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0DA38-3736-D3DA-5098-73A34603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61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48542-3AF3-AFA0-7872-FCEB7AEC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38443E-D849-EF24-CC6C-944DB9201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1FD234-0A45-919C-44D2-C428B86B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8C4DF-D72C-87D9-5DC8-07A149F01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4DD30-93DC-9768-E74F-24483B3B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8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9E8E1-F2C0-FC87-4FB0-955B6C4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A33D1-02AB-1959-ACE7-41138FC67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52022B-1807-74E4-B7D4-7FCEFD0BA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1B7A0C-210E-8172-8515-9AFBA6A6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28CAAA-A639-B35E-A4C3-BC3D8428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5D3F57-3EF5-5057-26B1-60BA6EE2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95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9F583-3853-E09E-2141-2B841C1E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C37F70-117C-07D4-76EC-9B02BA39F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85ADCE-1A20-C15E-FF58-77882E474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8D9531-5A3E-F615-68C5-0FB666C09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26E621-6939-351B-1FFD-F5534F84A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D388F0-1616-EC7B-8F90-6795C7BC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83D441-360F-8DB8-8EBC-70A457DC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D9F425-3FF5-8B01-6186-25B0F3B8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8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4C7F3-823F-7122-B9E0-1CE724DD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66DB0B-B6B8-44AA-6C29-D422584B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A9BC10-5A8B-51C0-30B7-619DF6BA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56E1DA-15AE-9278-9BD5-CBDEC026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22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1D1A37-028C-D24F-738E-61450148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DF1D2D-454A-D20B-5C15-F9384C37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5B1DA8-B66E-A5B9-F149-BE02AAA1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72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94112-F2A8-58FE-A12D-09E60F46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7A6178-8819-D799-DFFA-FA0CF90DD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D2504E-D5C2-01B5-D843-1860A10C0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6C2117-F815-05F7-B0E6-E18433C5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4AB9E3-3E28-332A-1AC2-68999F66E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575CFC-67BE-D9BE-AE22-60F7FBBF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2C81C-B456-21CF-BDAB-F848CF54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301484-271E-87D0-6C26-29B62ED32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D78EC7-F406-C5D0-3B16-FD07B4835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581FD-BED2-B0B2-45A5-14104F69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6BEB26-877C-5F0B-DC62-1F88AD53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F318D7-F31E-C2E3-21E2-E604A3FC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84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EB053-30B0-16A1-9003-206A6879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C6C427-07CE-36AD-52A1-A0EDF142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26540-7028-8CAA-55DD-0D790111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16D473-644E-92EB-EA4C-520F03FC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07713-3497-A6E9-5CB0-44896AEA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85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BC5A55-F371-E3E4-C41C-FBD5C4C64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7EF88-82A1-8471-5521-4297EA9BC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086619-07F3-C789-F619-1A588B50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46B601-7CB9-9441-3587-A6F44620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98B50-A997-E4EA-E96F-B7AF4C89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90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897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5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482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61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546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071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151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989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3497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934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8517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4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C56C5F-EFCB-313B-ED91-C726A195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D7C562-3307-5721-B191-8178FC6BB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588452-075F-0FA9-E85B-85D95E8A0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E6F31-AEC1-449C-98F9-12BB6BAD14AD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2CBC3-8659-4682-31C2-C1FF79CAE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BC6FA-7C38-84BB-610F-E9DF62584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6C3A0-5604-43EC-AF1A-85A13ED13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8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18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7.wmf"/><Relationship Id="rId20" Type="http://schemas.openxmlformats.org/officeDocument/2006/relationships/image" Target="../media/image19.emf"/><Relationship Id="rId1" Type="http://schemas.openxmlformats.org/officeDocument/2006/relationships/tags" Target="../tags/tag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tags" Target="../tags/tag3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9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1928" y="3003550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第六章 留数理论及其应用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2E077E-E31E-D9CA-79C5-B17E706AF237}"/>
              </a:ext>
            </a:extLst>
          </p:cNvPr>
          <p:cNvSpPr txBox="1"/>
          <p:nvPr/>
        </p:nvSpPr>
        <p:spPr>
          <a:xfrm>
            <a:off x="4222196" y="3958309"/>
            <a:ext cx="3853981" cy="3682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6.3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辐角原理及其应用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留数原理及其应用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84095"/>
              </p:ext>
            </p:extLst>
          </p:nvPr>
        </p:nvGraphicFramePr>
        <p:xfrm>
          <a:off x="846233" y="1604292"/>
          <a:ext cx="10817226" cy="473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89160" imgH="215640" progId="Equation.DSMT4">
                  <p:embed/>
                </p:oleObj>
              </mc:Choice>
              <mc:Fallback>
                <p:oleObj name="Equation" r:id="rId3" imgW="4889160" imgH="215640" progId="Equation.DSMT4">
                  <p:embed/>
                  <p:pic>
                    <p:nvPicPr>
                      <p:cNvPr id="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233" y="1604292"/>
                        <a:ext cx="10817226" cy="473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96652"/>
              </p:ext>
            </p:extLst>
          </p:nvPr>
        </p:nvGraphicFramePr>
        <p:xfrm>
          <a:off x="687387" y="1054160"/>
          <a:ext cx="1459041" cy="402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240" imgH="190440" progId="Equation.DSMT4">
                  <p:embed/>
                </p:oleObj>
              </mc:Choice>
              <mc:Fallback>
                <p:oleObj name="Equation" r:id="rId5" imgW="660240" imgH="190440" progId="Equation.DSMT4">
                  <p:embed/>
                  <p:pic>
                    <p:nvPicPr>
                      <p:cNvPr id="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7" y="1054160"/>
                        <a:ext cx="1459041" cy="40249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83264"/>
              </p:ext>
            </p:extLst>
          </p:nvPr>
        </p:nvGraphicFramePr>
        <p:xfrm>
          <a:off x="4253497" y="2116572"/>
          <a:ext cx="4700891" cy="817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760" imgH="406080" progId="Equation.DSMT4">
                  <p:embed/>
                </p:oleObj>
              </mc:Choice>
              <mc:Fallback>
                <p:oleObj name="Equation" r:id="rId7" imgW="2336760" imgH="406080" progId="Equation.DSMT4">
                  <p:embed/>
                  <p:pic>
                    <p:nvPicPr>
                      <p:cNvPr id="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497" y="2116572"/>
                        <a:ext cx="4700891" cy="817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3251C48-B0F6-C738-BD74-69BE5B5F0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198516"/>
              </p:ext>
            </p:extLst>
          </p:nvPr>
        </p:nvGraphicFramePr>
        <p:xfrm>
          <a:off x="2096810" y="3449799"/>
          <a:ext cx="9460894" cy="1803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33840" imgH="863280" progId="Equation.DSMT4">
                  <p:embed/>
                </p:oleObj>
              </mc:Choice>
              <mc:Fallback>
                <p:oleObj name="Equation" r:id="rId9" imgW="45338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6810" y="3449799"/>
                        <a:ext cx="9460894" cy="18039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9FEF436-F69A-8AE6-D751-85827C12F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414597"/>
              </p:ext>
            </p:extLst>
          </p:nvPr>
        </p:nvGraphicFramePr>
        <p:xfrm>
          <a:off x="687387" y="3449799"/>
          <a:ext cx="1074178" cy="40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4847" imgH="249983" progId="Equation.DSMT4">
                  <p:embed/>
                </p:oleObj>
              </mc:Choice>
              <mc:Fallback>
                <p:oleObj name="Equation" r:id="rId11" imgW="664847" imgH="2499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7387" y="3449799"/>
                        <a:ext cx="1074178" cy="4024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2327ABD-1171-88F7-7A9F-7C403024B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092937"/>
              </p:ext>
            </p:extLst>
          </p:nvPr>
        </p:nvGraphicFramePr>
        <p:xfrm>
          <a:off x="5270779" y="5193197"/>
          <a:ext cx="3561087" cy="85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88760" imgH="406080" progId="Equation.DSMT4">
                  <p:embed/>
                </p:oleObj>
              </mc:Choice>
              <mc:Fallback>
                <p:oleObj name="Equation" r:id="rId13" imgW="1688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70779" y="5193197"/>
                        <a:ext cx="3561087" cy="856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5DF5BAE-756A-F81F-0586-D30776ED5360}"/>
              </a:ext>
            </a:extLst>
          </p:cNvPr>
          <p:cNvSpPr/>
          <p:nvPr/>
        </p:nvSpPr>
        <p:spPr>
          <a:xfrm>
            <a:off x="2017059" y="3375212"/>
            <a:ext cx="9646400" cy="27352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留数原理及其应用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310840"/>
              </p:ext>
            </p:extLst>
          </p:nvPr>
        </p:nvGraphicFramePr>
        <p:xfrm>
          <a:off x="2401135" y="1430915"/>
          <a:ext cx="698721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36680" imgH="215640" progId="Equation.DSMT4">
                  <p:embed/>
                </p:oleObj>
              </mc:Choice>
              <mc:Fallback>
                <p:oleObj name="Equation" r:id="rId3" imgW="3136680" imgH="215640" progId="Equation.DSMT4">
                  <p:embed/>
                  <p:pic>
                    <p:nvPicPr>
                      <p:cNvPr id="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135" y="1430915"/>
                        <a:ext cx="6987217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582833"/>
              </p:ext>
            </p:extLst>
          </p:nvPr>
        </p:nvGraphicFramePr>
        <p:xfrm>
          <a:off x="2025700" y="2152118"/>
          <a:ext cx="6000071" cy="481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2080" imgH="215640" progId="Equation.DSMT4">
                  <p:embed/>
                </p:oleObj>
              </mc:Choice>
              <mc:Fallback>
                <p:oleObj name="Equation" r:id="rId5" imgW="2692080" imgH="215640" progId="Equation.DSMT4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700" y="2152118"/>
                        <a:ext cx="6000071" cy="481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220874"/>
              </p:ext>
            </p:extLst>
          </p:nvPr>
        </p:nvGraphicFramePr>
        <p:xfrm>
          <a:off x="875496" y="1401568"/>
          <a:ext cx="13716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30400" imgH="4572000" progId="Equation.DSMT4">
                  <p:embed/>
                </p:oleObj>
              </mc:Choice>
              <mc:Fallback>
                <p:oleObj name="Equation" r:id="rId7" imgW="14630400" imgH="4572000" progId="Equation.DSMT4">
                  <p:embed/>
                  <p:pic>
                    <p:nvPicPr>
                      <p:cNvPr id="14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496" y="1401568"/>
                        <a:ext cx="13716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472574"/>
              </p:ext>
            </p:extLst>
          </p:nvPr>
        </p:nvGraphicFramePr>
        <p:xfrm>
          <a:off x="2025700" y="2791093"/>
          <a:ext cx="5407559" cy="525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63480" imgH="241200" progId="Equation.DSMT4">
                  <p:embed/>
                </p:oleObj>
              </mc:Choice>
              <mc:Fallback>
                <p:oleObj name="Equation" r:id="rId9" imgW="2463480" imgH="241200" progId="Equation.DSMT4">
                  <p:embed/>
                  <p:pic>
                    <p:nvPicPr>
                      <p:cNvPr id="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700" y="2791093"/>
                        <a:ext cx="5407559" cy="525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940998"/>
              </p:ext>
            </p:extLst>
          </p:nvPr>
        </p:nvGraphicFramePr>
        <p:xfrm>
          <a:off x="2025700" y="3479239"/>
          <a:ext cx="8965511" cy="48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25880" imgH="215640" progId="Equation.DSMT4">
                  <p:embed/>
                </p:oleObj>
              </mc:Choice>
              <mc:Fallback>
                <p:oleObj name="Equation" r:id="rId11" imgW="4025880" imgH="215640" progId="Equation.DSMT4">
                  <p:embed/>
                  <p:pic>
                    <p:nvPicPr>
                      <p:cNvPr id="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700" y="3479239"/>
                        <a:ext cx="8965511" cy="481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059116"/>
              </p:ext>
            </p:extLst>
          </p:nvPr>
        </p:nvGraphicFramePr>
        <p:xfrm>
          <a:off x="4878728" y="4060925"/>
          <a:ext cx="3430411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49080" imgH="203040" progId="Equation.DSMT4">
                  <p:embed/>
                </p:oleObj>
              </mc:Choice>
              <mc:Fallback>
                <p:oleObj name="Equation" r:id="rId13" imgW="1549080" imgH="203040" progId="Equation.DSMT4">
                  <p:embed/>
                  <p:pic>
                    <p:nvPicPr>
                      <p:cNvPr id="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728" y="4060925"/>
                        <a:ext cx="3430411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002125"/>
              </p:ext>
            </p:extLst>
          </p:nvPr>
        </p:nvGraphicFramePr>
        <p:xfrm>
          <a:off x="2247096" y="4935993"/>
          <a:ext cx="6527468" cy="84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17560" imgH="457200" progId="Equation.DSMT4">
                  <p:embed/>
                </p:oleObj>
              </mc:Choice>
              <mc:Fallback>
                <p:oleObj name="Equation" r:id="rId15" imgW="3517560" imgH="457200" progId="Equation.DSMT4">
                  <p:embed/>
                  <p:pic>
                    <p:nvPicPr>
                      <p:cNvPr id="4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096" y="4935993"/>
                        <a:ext cx="6527468" cy="844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28"/>
          <p:cNvGraphicFramePr>
            <a:graphicFrameLocks noChangeAspect="1"/>
          </p:cNvGraphicFramePr>
          <p:nvPr/>
        </p:nvGraphicFramePr>
        <p:xfrm>
          <a:off x="1111300" y="4872583"/>
          <a:ext cx="9144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753600" imgH="4572000" progId="Equation.DSMT4">
                  <p:embed/>
                </p:oleObj>
              </mc:Choice>
              <mc:Fallback>
                <p:oleObj name="Equation" r:id="rId17" imgW="9753600" imgH="4572000" progId="Equation.DSMT4">
                  <p:embed/>
                  <p:pic>
                    <p:nvPicPr>
                      <p:cNvPr id="41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300" y="4872583"/>
                        <a:ext cx="9144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2565F50A-DB1A-7BD8-8FF7-09EFE008F900}"/>
              </a:ext>
            </a:extLst>
          </p:cNvPr>
          <p:cNvSpPr txBox="1"/>
          <p:nvPr/>
        </p:nvSpPr>
        <p:spPr>
          <a:xfrm>
            <a:off x="976905" y="813103"/>
            <a:ext cx="3142099" cy="6385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6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6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儒歇</a:t>
            </a:r>
            <a:r>
              <a:rPr lang="en-US" altLang="zh-CN" sz="26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kern="1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Rouché</a:t>
            </a:r>
            <a:r>
              <a:rPr lang="en-US" altLang="zh-CN" sz="26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定理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99DB29D-6667-A716-F038-B2CD0F67A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478101"/>
              </p:ext>
            </p:extLst>
          </p:nvPr>
        </p:nvGraphicFramePr>
        <p:xfrm>
          <a:off x="7600651" y="2699844"/>
          <a:ext cx="1671621" cy="678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131" imgH="566597" progId="Equation.DSMT4">
                  <p:embed/>
                </p:oleObj>
              </mc:Choice>
              <mc:Fallback>
                <p:oleObj name="Equation" r:id="rId19" imgW="1396131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600651" y="2699844"/>
                        <a:ext cx="1671621" cy="67891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F4251CE-D3E0-2230-D6AA-95EAE6EF7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522376"/>
              </p:ext>
            </p:extLst>
          </p:nvPr>
        </p:nvGraphicFramePr>
        <p:xfrm>
          <a:off x="2247095" y="5815005"/>
          <a:ext cx="8138383" cy="87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241520" imgH="457200" progId="Equation.DSMT4">
                  <p:embed/>
                </p:oleObj>
              </mc:Choice>
              <mc:Fallback>
                <p:oleObj name="Equation" r:id="rId21" imgW="42415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47095" y="5815005"/>
                        <a:ext cx="8138383" cy="877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留数原理及其应用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467849"/>
              </p:ext>
            </p:extLst>
          </p:nvPr>
        </p:nvGraphicFramePr>
        <p:xfrm>
          <a:off x="1878626" y="848520"/>
          <a:ext cx="80264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258400" imgH="5791200" progId="Equation.DSMT4">
                  <p:embed/>
                </p:oleObj>
              </mc:Choice>
              <mc:Fallback>
                <p:oleObj name="Equation" r:id="rId3" imgW="86258400" imgH="5791200" progId="Equation.DSMT4">
                  <p:embed/>
                  <p:pic>
                    <p:nvPicPr>
                      <p:cNvPr id="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626" y="848520"/>
                        <a:ext cx="80264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8"/>
          <p:cNvGraphicFramePr>
            <a:graphicFrameLocks noChangeAspect="1"/>
          </p:cNvGraphicFramePr>
          <p:nvPr/>
        </p:nvGraphicFramePr>
        <p:xfrm>
          <a:off x="1050925" y="882650"/>
          <a:ext cx="600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00800" imgH="4572000" progId="Equation.DSMT4">
                  <p:embed/>
                </p:oleObj>
              </mc:Choice>
              <mc:Fallback>
                <p:oleObj name="Equation" r:id="rId5" imgW="6400800" imgH="4572000" progId="Equation.DSMT4">
                  <p:embed/>
                  <p:pic>
                    <p:nvPicPr>
                      <p:cNvPr id="14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882650"/>
                        <a:ext cx="6000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28"/>
          <p:cNvGraphicFramePr>
            <a:graphicFrameLocks noChangeAspect="1"/>
          </p:cNvGraphicFramePr>
          <p:nvPr/>
        </p:nvGraphicFramePr>
        <p:xfrm>
          <a:off x="1036301" y="1603059"/>
          <a:ext cx="571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267200" progId="Equation.DSMT4">
                  <p:embed/>
                </p:oleObj>
              </mc:Choice>
              <mc:Fallback>
                <p:oleObj name="Equation" r:id="rId7" imgW="6096000" imgH="4267200" progId="Equation.DSMT4">
                  <p:embed/>
                  <p:pic>
                    <p:nvPicPr>
                      <p:cNvPr id="37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301" y="1603059"/>
                        <a:ext cx="5715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28"/>
          <p:cNvGraphicFramePr>
            <a:graphicFrameLocks noChangeAspect="1"/>
          </p:cNvGraphicFramePr>
          <p:nvPr/>
        </p:nvGraphicFramePr>
        <p:xfrm>
          <a:off x="1867248" y="1598067"/>
          <a:ext cx="22288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774400" imgH="5791200" progId="Equation.DSMT4">
                  <p:embed/>
                </p:oleObj>
              </mc:Choice>
              <mc:Fallback>
                <p:oleObj name="Equation" r:id="rId9" imgW="23774400" imgH="5791200" progId="Equation.DSMT4">
                  <p:embed/>
                  <p:pic>
                    <p:nvPicPr>
                      <p:cNvPr id="3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248" y="1598067"/>
                        <a:ext cx="22288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28"/>
          <p:cNvGraphicFramePr>
            <a:graphicFrameLocks noChangeAspect="1"/>
          </p:cNvGraphicFramePr>
          <p:nvPr/>
        </p:nvGraphicFramePr>
        <p:xfrm>
          <a:off x="4223792" y="1571799"/>
          <a:ext cx="42005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805600" imgH="5791200" progId="Equation.DSMT4">
                  <p:embed/>
                </p:oleObj>
              </mc:Choice>
              <mc:Fallback>
                <p:oleObj name="Equation" r:id="rId11" imgW="44805600" imgH="5791200" progId="Equation.DSMT4">
                  <p:embed/>
                  <p:pic>
                    <p:nvPicPr>
                      <p:cNvPr id="3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1571799"/>
                        <a:ext cx="42005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28"/>
          <p:cNvGraphicFramePr>
            <a:graphicFrameLocks noChangeAspect="1"/>
          </p:cNvGraphicFramePr>
          <p:nvPr/>
        </p:nvGraphicFramePr>
        <p:xfrm>
          <a:off x="1909144" y="5619378"/>
          <a:ext cx="6229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6446400" imgH="5791200" progId="Equation.DSMT4">
                  <p:embed/>
                </p:oleObj>
              </mc:Choice>
              <mc:Fallback>
                <p:oleObj name="Equation" r:id="rId13" imgW="66446400" imgH="5791200" progId="Equation.DSMT4">
                  <p:embed/>
                  <p:pic>
                    <p:nvPicPr>
                      <p:cNvPr id="4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144" y="5619378"/>
                        <a:ext cx="62293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28"/>
          <p:cNvGraphicFramePr>
            <a:graphicFrameLocks noChangeAspect="1"/>
          </p:cNvGraphicFramePr>
          <p:nvPr/>
        </p:nvGraphicFramePr>
        <p:xfrm>
          <a:off x="1867248" y="2333253"/>
          <a:ext cx="6257926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6751200" imgH="11582400" progId="Equation.DSMT4">
                  <p:embed/>
                </p:oleObj>
              </mc:Choice>
              <mc:Fallback>
                <p:oleObj name="Equation" r:id="rId15" imgW="66751200" imgH="11582400" progId="Equation.DSMT4">
                  <p:embed/>
                  <p:pic>
                    <p:nvPicPr>
                      <p:cNvPr id="4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248" y="2333253"/>
                        <a:ext cx="6257926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28"/>
          <p:cNvGraphicFramePr>
            <a:graphicFrameLocks noChangeAspect="1"/>
          </p:cNvGraphicFramePr>
          <p:nvPr/>
        </p:nvGraphicFramePr>
        <p:xfrm>
          <a:off x="6240016" y="3419103"/>
          <a:ext cx="50006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340000" imgH="11887200" progId="Equation.DSMT4">
                  <p:embed/>
                </p:oleObj>
              </mc:Choice>
              <mc:Fallback>
                <p:oleObj name="Equation" r:id="rId17" imgW="53340000" imgH="11887200" progId="Equation.DSMT4">
                  <p:embed/>
                  <p:pic>
                    <p:nvPicPr>
                      <p:cNvPr id="43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3419103"/>
                        <a:ext cx="50006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8"/>
          <p:cNvGraphicFramePr>
            <a:graphicFrameLocks noChangeAspect="1"/>
          </p:cNvGraphicFramePr>
          <p:nvPr/>
        </p:nvGraphicFramePr>
        <p:xfrm>
          <a:off x="1866354" y="4387949"/>
          <a:ext cx="4714876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0292000" imgH="11277600" progId="Equation.DSMT4">
                  <p:embed/>
                </p:oleObj>
              </mc:Choice>
              <mc:Fallback>
                <p:oleObj name="Equation" r:id="rId19" imgW="50292000" imgH="11277600" progId="Equation.DSMT4">
                  <p:embed/>
                  <p:pic>
                    <p:nvPicPr>
                      <p:cNvPr id="1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354" y="4387949"/>
                        <a:ext cx="4714876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留数原理及其应用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891935"/>
              </p:ext>
            </p:extLst>
          </p:nvPr>
        </p:nvGraphicFramePr>
        <p:xfrm>
          <a:off x="1635399" y="1197471"/>
          <a:ext cx="9110336" cy="450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68600" imgH="215640" progId="Equation.DSMT4">
                  <p:embed/>
                </p:oleObj>
              </mc:Choice>
              <mc:Fallback>
                <p:oleObj name="Equation" r:id="rId3" imgW="4368600" imgH="215640" progId="Equation.DSMT4">
                  <p:embed/>
                  <p:pic>
                    <p:nvPicPr>
                      <p:cNvPr id="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99" y="1197471"/>
                        <a:ext cx="9110336" cy="450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28"/>
          <p:cNvGraphicFramePr>
            <a:graphicFrameLocks noChangeAspect="1"/>
          </p:cNvGraphicFramePr>
          <p:nvPr/>
        </p:nvGraphicFramePr>
        <p:xfrm>
          <a:off x="1635398" y="2061790"/>
          <a:ext cx="4886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120800" imgH="5791200" progId="Equation.DSMT4">
                  <p:embed/>
                </p:oleObj>
              </mc:Choice>
              <mc:Fallback>
                <p:oleObj name="Equation" r:id="rId5" imgW="52120800" imgH="5791200" progId="Equation.DSMT4">
                  <p:embed/>
                  <p:pic>
                    <p:nvPicPr>
                      <p:cNvPr id="4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98" y="2061790"/>
                        <a:ext cx="48863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903047"/>
              </p:ext>
            </p:extLst>
          </p:nvPr>
        </p:nvGraphicFramePr>
        <p:xfrm>
          <a:off x="1635398" y="3098417"/>
          <a:ext cx="2228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774400" imgH="4876800" progId="Equation.DSMT4">
                  <p:embed/>
                </p:oleObj>
              </mc:Choice>
              <mc:Fallback>
                <p:oleObj name="Equation" r:id="rId7" imgW="23774400" imgH="4876800" progId="Equation.DSMT4">
                  <p:embed/>
                  <p:pic>
                    <p:nvPicPr>
                      <p:cNvPr id="43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98" y="3098417"/>
                        <a:ext cx="22288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718623"/>
              </p:ext>
            </p:extLst>
          </p:nvPr>
        </p:nvGraphicFramePr>
        <p:xfrm>
          <a:off x="3864248" y="3069842"/>
          <a:ext cx="60579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617600" imgH="5181600" progId="Equation.DSMT4">
                  <p:embed/>
                </p:oleObj>
              </mc:Choice>
              <mc:Fallback>
                <p:oleObj name="Equation" r:id="rId9" imgW="64617600" imgH="5181600" progId="Equation.DSMT4">
                  <p:embed/>
                  <p:pic>
                    <p:nvPicPr>
                      <p:cNvPr id="1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248" y="3069842"/>
                        <a:ext cx="60579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教材第六章习题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56</Words>
  <Application>Microsoft Office PowerPoint</Application>
  <PresentationFormat>宽屏</PresentationFormat>
  <Paragraphs>12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等线</vt:lpstr>
      <vt:lpstr>等线 Light</vt:lpstr>
      <vt:lpstr>楷体</vt:lpstr>
      <vt:lpstr>微软雅黑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46</cp:revision>
  <dcterms:created xsi:type="dcterms:W3CDTF">2025-08-05T06:47:48Z</dcterms:created>
  <dcterms:modified xsi:type="dcterms:W3CDTF">2025-10-27T11:57:48Z</dcterms:modified>
</cp:coreProperties>
</file>