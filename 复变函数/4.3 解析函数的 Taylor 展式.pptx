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524" r:id="rId3"/>
    <p:sldId id="822" r:id="rId4"/>
    <p:sldId id="918" r:id="rId5"/>
    <p:sldId id="917" r:id="rId6"/>
    <p:sldId id="828" r:id="rId7"/>
    <p:sldId id="829" r:id="rId8"/>
    <p:sldId id="830" r:id="rId9"/>
    <p:sldId id="920" r:id="rId10"/>
    <p:sldId id="885" r:id="rId11"/>
    <p:sldId id="831" r:id="rId12"/>
    <p:sldId id="834" r:id="rId13"/>
    <p:sldId id="68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7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36AD4-D761-4A97-B071-3AC7BBD403E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6590F-AC8D-40F2-A0A6-B58A90866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58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F98F5E-187A-FC20-61A4-4EAB818CE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4FE65F-793A-2EE7-3664-ABDE31E8E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7A54D3-1943-5CC9-E340-B7FF91413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FAF7-C17D-48D0-9AF0-0D775C054516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E02ADF-05A4-D200-FB17-54CF767AA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031F69-77DA-B864-8262-103361D0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1B-5E7C-4C3E-9FC5-DC9D4CCA1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78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64801-00C2-E9BA-EE76-015A92F69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38591D-7645-6E7B-1331-DB8103D1B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B7EA66-E180-BABD-A71B-B3C163AF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FAF7-C17D-48D0-9AF0-0D775C054516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BCDBC7-161C-D88F-D86D-78FBEBD9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76DEDE-099F-6ABE-F41D-5B207E4B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1B-5E7C-4C3E-9FC5-DC9D4CCA1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703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33277-76D5-F646-477E-EC0650D7A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45B121-2551-850F-3CFD-AF5AADB32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CB2F7C-352A-6332-5F88-1A781EF6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FAF7-C17D-48D0-9AF0-0D775C054516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FB98B7-E6F5-43D3-AAF1-DFF27C5DD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8D40B6-8DA2-D3E5-BF62-3B49CF3B4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1B-5E7C-4C3E-9FC5-DC9D4CCA1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910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C8063-9D3C-CCFA-FCBD-B35040B21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A09B57-B950-8054-B4D6-BC95897F9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2DD945-6B81-AC1C-95DB-E294A313D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04A284-530E-7EE3-A414-4BBA4A9F8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FAF7-C17D-48D0-9AF0-0D775C054516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5BB08C-D79F-D364-C0F2-CF8031DF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4DA270-0A78-357D-C268-A347149BC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1B-5E7C-4C3E-9FC5-DC9D4CCA1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328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B68B6-32D1-5535-5D7D-C2E81A68B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D59F3B-6BF4-A053-DDAC-5FFE6A966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1BFBEE-3D8C-2D62-DD26-53F8437A8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5118AB-3781-00C3-E985-272BDEC0F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BF3463-8F7B-E785-45A7-742173C56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C9CC9C-ABE7-8C2F-ED9A-02E89C95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FAF7-C17D-48D0-9AF0-0D775C054516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0AF6DD-7F3F-EAD0-1461-3629EC881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A321D7-D284-E62F-B59B-3095572AC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1B-5E7C-4C3E-9FC5-DC9D4CCA1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34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DF351A-2F5A-78FF-6777-D20533DD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8906A5-5E02-109F-273E-0B6CC0245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FAF7-C17D-48D0-9AF0-0D775C054516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C95531-41D3-1385-769B-6A60755EA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234159-FA73-2477-73B5-E1C8C0CB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1B-5E7C-4C3E-9FC5-DC9D4CCA1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70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CE7EC1-F0DA-5F03-BE94-21F2B230E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FAF7-C17D-48D0-9AF0-0D775C054516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CA5804-DCD9-6FC6-2DDB-D5BD5298B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ECDB08-E11B-B8AF-645A-715551819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1B-5E7C-4C3E-9FC5-DC9D4CCA1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8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957B4-DA09-3249-FB42-10F72C971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2FD7F0-DF59-C0AB-0FBA-7B91D637D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35F750-35A2-C5E0-0BD2-C7D6D6270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0261EA-A36A-FFC0-9B5D-59E7CFA9A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FAF7-C17D-48D0-9AF0-0D775C054516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A1C48C-DF3F-2C9E-59AE-AFB04F1D4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519A5F-9EE8-ED8B-EE28-D6B9BA6F2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1B-5E7C-4C3E-9FC5-DC9D4CCA1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696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9D39E-4E00-D86D-A3CA-84143A24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4DD320-64F7-3845-CE1B-D0F13894EF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C4C72D-DFD0-01AC-C8F0-22A4F8BF5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074B4D-C728-18D8-75ED-4C5A1906C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FAF7-C17D-48D0-9AF0-0D775C054516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69EC65-9893-6301-4466-E0E336D08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607064-02A0-D775-776F-1B3099785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1B-5E7C-4C3E-9FC5-DC9D4CCA1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435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EAB03-FAC1-BF6E-8325-F5FB25E99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4F961D-5267-9690-ACCE-59E9220DF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8875D3-646A-0999-81AC-D096DE6C5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FAF7-C17D-48D0-9AF0-0D775C054516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862A37-9443-EDC2-6E18-14EC8CC71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89E06A-1D4D-D14E-A17F-F65F7795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1B-5E7C-4C3E-9FC5-DC9D4CCA1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359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8B54B0-4661-E042-3755-59FD058CE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37500F-3942-66ED-90CE-29089320A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E7E145-6DA3-76A6-AC9E-7BB8DB41E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FAF7-C17D-48D0-9AF0-0D775C054516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00C6B6-344E-FA2F-7A45-4B8B2C04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8D0B43-B67C-AC2C-D31D-16602C32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CE1B-5E7C-4C3E-9FC5-DC9D4CCA1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539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494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541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151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970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726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7577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2401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1299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5765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4827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6027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03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F17AB5-F253-830B-A7DB-6E4CFEAE8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D569A9-5996-40B8-3992-D65EBCF00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63FA09-1650-EAC0-1CF3-5BC14CEF1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FAF7-C17D-48D0-9AF0-0D775C054516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ED3CC7-B559-ACBD-277C-B70442387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B1A8E2-8D72-87F4-5697-CF3F096E5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ACE1B-5E7C-4C3E-9FC5-DC9D4CCA1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14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86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e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e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.wmf"/><Relationship Id="rId20" Type="http://schemas.openxmlformats.org/officeDocument/2006/relationships/image" Target="../media/image13.emf"/><Relationship Id="rId1" Type="http://schemas.openxmlformats.org/officeDocument/2006/relationships/tags" Target="../tags/tag1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e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Relationship Id="rId22" Type="http://schemas.openxmlformats.org/officeDocument/2006/relationships/image" Target="../media/image1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4" Type="http://schemas.openxmlformats.org/officeDocument/2006/relationships/image" Target="../media/image1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3.wmf"/><Relationship Id="rId3" Type="http://schemas.openxmlformats.org/officeDocument/2006/relationships/oleObject" Target="../embeddings/oleObject14.bin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5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20.bin"/><Relationship Id="rId1" Type="http://schemas.openxmlformats.org/officeDocument/2006/relationships/tags" Target="../tags/tag4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2.wmf"/><Relationship Id="rId5" Type="http://schemas.openxmlformats.org/officeDocument/2006/relationships/image" Target="../media/image19.png"/><Relationship Id="rId15" Type="http://schemas.openxmlformats.org/officeDocument/2006/relationships/image" Target="../media/image24.emf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18.wmf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1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33.emf"/><Relationship Id="rId3" Type="http://schemas.openxmlformats.org/officeDocument/2006/relationships/oleObject" Target="../embeddings/oleObject21.bin"/><Relationship Id="rId7" Type="http://schemas.openxmlformats.org/officeDocument/2006/relationships/image" Target="../media/image27.wmf"/><Relationship Id="rId12" Type="http://schemas.openxmlformats.org/officeDocument/2006/relationships/image" Target="../media/image30.emf"/><Relationship Id="rId17" Type="http://schemas.openxmlformats.org/officeDocument/2006/relationships/oleObject" Target="../embeddings/oleObject27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2.emf"/><Relationship Id="rId1" Type="http://schemas.openxmlformats.org/officeDocument/2006/relationships/tags" Target="../tags/tag5.xml"/><Relationship Id="rId6" Type="http://schemas.openxmlformats.org/officeDocument/2006/relationships/oleObject" Target="../embeddings/oleObject22.bin"/><Relationship Id="rId11" Type="http://schemas.openxmlformats.org/officeDocument/2006/relationships/oleObject" Target="../embeddings/oleObject24.bin"/><Relationship Id="rId5" Type="http://schemas.openxmlformats.org/officeDocument/2006/relationships/image" Target="../media/image19.png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29.png"/><Relationship Id="rId4" Type="http://schemas.openxmlformats.org/officeDocument/2006/relationships/image" Target="../media/image26.wmf"/><Relationship Id="rId9" Type="http://schemas.openxmlformats.org/officeDocument/2006/relationships/image" Target="../media/image28.wmf"/><Relationship Id="rId14" Type="http://schemas.openxmlformats.org/officeDocument/2006/relationships/image" Target="../media/image3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2.bin"/><Relationship Id="rId3" Type="http://schemas.openxmlformats.org/officeDocument/2006/relationships/image" Target="../media/image19.png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image" Target="../media/image38.wmf"/><Relationship Id="rId10" Type="http://schemas.openxmlformats.org/officeDocument/2006/relationships/image" Target="../media/image36.wmf"/><Relationship Id="rId4" Type="http://schemas.openxmlformats.org/officeDocument/2006/relationships/image" Target="../media/image29.png"/><Relationship Id="rId9" Type="http://schemas.openxmlformats.org/officeDocument/2006/relationships/oleObject" Target="../embeddings/oleObject30.bin"/><Relationship Id="rId14" Type="http://schemas.openxmlformats.org/officeDocument/2006/relationships/oleObject" Target="../embeddings/oleObject3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3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50.wmf"/><Relationship Id="rId26" Type="http://schemas.openxmlformats.org/officeDocument/2006/relationships/image" Target="../media/image54.wmf"/><Relationship Id="rId3" Type="http://schemas.openxmlformats.org/officeDocument/2006/relationships/oleObject" Target="../embeddings/oleObject38.bin"/><Relationship Id="rId21" Type="http://schemas.openxmlformats.org/officeDocument/2006/relationships/oleObject" Target="../embeddings/oleObject47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7.wmf"/><Relationship Id="rId17" Type="http://schemas.openxmlformats.org/officeDocument/2006/relationships/oleObject" Target="../embeddings/oleObject45.bin"/><Relationship Id="rId25" Type="http://schemas.openxmlformats.org/officeDocument/2006/relationships/oleObject" Target="../embeddings/oleObject4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9.wmf"/><Relationship Id="rId20" Type="http://schemas.openxmlformats.org/officeDocument/2006/relationships/image" Target="../media/image51.wmf"/><Relationship Id="rId29" Type="http://schemas.openxmlformats.org/officeDocument/2006/relationships/oleObject" Target="../embeddings/oleObject51.bin"/><Relationship Id="rId1" Type="http://schemas.openxmlformats.org/officeDocument/2006/relationships/tags" Target="../tags/tag9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2.bin"/><Relationship Id="rId24" Type="http://schemas.openxmlformats.org/officeDocument/2006/relationships/image" Target="../media/image53.wmf"/><Relationship Id="rId32" Type="http://schemas.openxmlformats.org/officeDocument/2006/relationships/image" Target="../media/image57.wmf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23" Type="http://schemas.openxmlformats.org/officeDocument/2006/relationships/oleObject" Target="../embeddings/oleObject48.bin"/><Relationship Id="rId28" Type="http://schemas.openxmlformats.org/officeDocument/2006/relationships/image" Target="../media/image55.wmf"/><Relationship Id="rId10" Type="http://schemas.openxmlformats.org/officeDocument/2006/relationships/image" Target="../media/image46.wmf"/><Relationship Id="rId19" Type="http://schemas.openxmlformats.org/officeDocument/2006/relationships/oleObject" Target="../embeddings/oleObject46.bin"/><Relationship Id="rId31" Type="http://schemas.openxmlformats.org/officeDocument/2006/relationships/oleObject" Target="../embeddings/oleObject52.bin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8.wmf"/><Relationship Id="rId22" Type="http://schemas.openxmlformats.org/officeDocument/2006/relationships/image" Target="../media/image52.wmf"/><Relationship Id="rId27" Type="http://schemas.openxmlformats.org/officeDocument/2006/relationships/oleObject" Target="../embeddings/oleObject50.bin"/><Relationship Id="rId30" Type="http://schemas.openxmlformats.org/officeDocument/2006/relationships/image" Target="../media/image56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65.wmf"/><Relationship Id="rId26" Type="http://schemas.openxmlformats.org/officeDocument/2006/relationships/image" Target="../media/image69.emf"/><Relationship Id="rId3" Type="http://schemas.openxmlformats.org/officeDocument/2006/relationships/oleObject" Target="../embeddings/oleObject53.bin"/><Relationship Id="rId21" Type="http://schemas.openxmlformats.org/officeDocument/2006/relationships/oleObject" Target="../embeddings/oleObject62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60.bin"/><Relationship Id="rId25" Type="http://schemas.openxmlformats.org/officeDocument/2006/relationships/oleObject" Target="../embeddings/oleObject6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4.wmf"/><Relationship Id="rId20" Type="http://schemas.openxmlformats.org/officeDocument/2006/relationships/image" Target="../media/image66.wmf"/><Relationship Id="rId29" Type="http://schemas.openxmlformats.org/officeDocument/2006/relationships/oleObject" Target="../embeddings/oleObject66.bin"/><Relationship Id="rId1" Type="http://schemas.openxmlformats.org/officeDocument/2006/relationships/tags" Target="../tags/tag10.x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57.bin"/><Relationship Id="rId24" Type="http://schemas.openxmlformats.org/officeDocument/2006/relationships/image" Target="../media/image68.wmf"/><Relationship Id="rId32" Type="http://schemas.openxmlformats.org/officeDocument/2006/relationships/image" Target="../media/image57.wmf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23" Type="http://schemas.openxmlformats.org/officeDocument/2006/relationships/oleObject" Target="../embeddings/oleObject63.bin"/><Relationship Id="rId28" Type="http://schemas.openxmlformats.org/officeDocument/2006/relationships/image" Target="../media/image70.wmf"/><Relationship Id="rId10" Type="http://schemas.openxmlformats.org/officeDocument/2006/relationships/image" Target="../media/image61.emf"/><Relationship Id="rId19" Type="http://schemas.openxmlformats.org/officeDocument/2006/relationships/oleObject" Target="../embeddings/oleObject61.bin"/><Relationship Id="rId31" Type="http://schemas.openxmlformats.org/officeDocument/2006/relationships/oleObject" Target="../embeddings/oleObject52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63.wmf"/><Relationship Id="rId22" Type="http://schemas.openxmlformats.org/officeDocument/2006/relationships/image" Target="../media/image67.emf"/><Relationship Id="rId27" Type="http://schemas.openxmlformats.org/officeDocument/2006/relationships/oleObject" Target="../embeddings/oleObject65.bin"/><Relationship Id="rId30" Type="http://schemas.openxmlformats.org/officeDocument/2006/relationships/image" Target="../media/image71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739516" y="3020187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第四章 解析函数的幂级数表示法</a:t>
            </a:r>
            <a:endParaRPr kumimoji="0" lang="en-US" altLang="zh-CN" sz="42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/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7193560-03D2-E1B0-A39E-1B0B09CCBF72}"/>
              </a:ext>
            </a:extLst>
          </p:cNvPr>
          <p:cNvSpPr txBox="1"/>
          <p:nvPr/>
        </p:nvSpPr>
        <p:spPr>
          <a:xfrm>
            <a:off x="4001267" y="3927623"/>
            <a:ext cx="3829434" cy="47868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4.3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解析函数的 </a:t>
            </a:r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Taylor </a:t>
            </a:r>
            <a:r>
              <a:rPr lang="zh-CN" altLang="en-US" sz="2400" b="1" kern="10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展式</a:t>
            </a:r>
            <a:endParaRPr lang="zh-CN" altLang="en-US" sz="2400" b="1" kern="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413605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解析函数的泰勒展式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256333" y="842492"/>
            <a:ext cx="4222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一、泰勒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(Taylor)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2"/>
          <p:cNvGraphicFramePr/>
          <p:nvPr>
            <p:extLst>
              <p:ext uri="{D42A27DB-BD31-4B8C-83A1-F6EECF244321}">
                <p14:modId xmlns:p14="http://schemas.microsoft.com/office/powerpoint/2010/main" val="1588922855"/>
              </p:ext>
            </p:extLst>
          </p:nvPr>
        </p:nvGraphicFramePr>
        <p:xfrm>
          <a:off x="4328643" y="2746978"/>
          <a:ext cx="28448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71600" imgH="431640" progId="Equation.DSMT4">
                  <p:embed/>
                </p:oleObj>
              </mc:Choice>
              <mc:Fallback>
                <p:oleObj name="Equation" r:id="rId3" imgW="1371600" imgH="431640" progId="Equation.DSMT4">
                  <p:embed/>
                  <p:pic>
                    <p:nvPicPr>
                      <p:cNvPr id="13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643" y="2746978"/>
                        <a:ext cx="2844800" cy="869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54"/>
          <p:cNvGrpSpPr/>
          <p:nvPr/>
        </p:nvGrpSpPr>
        <p:grpSpPr bwMode="auto">
          <a:xfrm>
            <a:off x="5075709" y="2175775"/>
            <a:ext cx="3729038" cy="515938"/>
            <a:chOff x="2304" y="1110"/>
            <a:chExt cx="2349" cy="325"/>
          </a:xfrm>
        </p:grpSpPr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2304" y="1115"/>
              <a:ext cx="234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则当                      时，有</a:t>
              </a:r>
            </a:p>
          </p:txBody>
        </p:sp>
        <p:graphicFrame>
          <p:nvGraphicFramePr>
            <p:cNvPr id="16" name="Object 10"/>
            <p:cNvGraphicFramePr/>
            <p:nvPr>
              <p:extLst>
                <p:ext uri="{D42A27DB-BD31-4B8C-83A1-F6EECF244321}">
                  <p14:modId xmlns:p14="http://schemas.microsoft.com/office/powerpoint/2010/main" val="2555010465"/>
                </p:ext>
              </p:extLst>
            </p:nvPr>
          </p:nvGraphicFramePr>
          <p:xfrm>
            <a:off x="2853" y="1110"/>
            <a:ext cx="87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98400" imgH="253800" progId="Equation.DSMT4">
                    <p:embed/>
                  </p:oleObj>
                </mc:Choice>
                <mc:Fallback>
                  <p:oleObj name="Equation" r:id="rId5" imgW="698400" imgH="253800" progId="Equation.DSMT4">
                    <p:embed/>
                    <p:pic>
                      <p:nvPicPr>
                        <p:cNvPr id="16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3" y="1110"/>
                          <a:ext cx="874" cy="3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53"/>
          <p:cNvGrpSpPr/>
          <p:nvPr/>
        </p:nvGrpSpPr>
        <p:grpSpPr bwMode="auto">
          <a:xfrm>
            <a:off x="1954684" y="1583637"/>
            <a:ext cx="8008938" cy="490538"/>
            <a:chOff x="338" y="737"/>
            <a:chExt cx="5045" cy="309"/>
          </a:xfrm>
        </p:grpSpPr>
        <p:sp>
          <p:nvSpPr>
            <p:cNvPr id="18" name="Rectangle 6"/>
            <p:cNvSpPr>
              <a:spLocks noChangeArrowheads="1"/>
            </p:cNvSpPr>
            <p:nvPr/>
          </p:nvSpPr>
          <p:spPr bwMode="auto">
            <a:xfrm>
              <a:off x="338" y="737"/>
              <a:ext cx="76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定理</a:t>
              </a:r>
            </a:p>
          </p:txBody>
        </p:sp>
        <p:sp>
          <p:nvSpPr>
            <p:cNvPr id="20" name="Rectangle 7"/>
            <p:cNvSpPr>
              <a:spLocks noChangeArrowheads="1"/>
            </p:cNvSpPr>
            <p:nvPr/>
          </p:nvSpPr>
          <p:spPr bwMode="auto">
            <a:xfrm>
              <a:off x="854" y="754"/>
              <a:ext cx="304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设函数         在区域</a:t>
              </a:r>
              <a:r>
                <a:rPr kumimoji="1" lang="zh-CN" alt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解析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</a:t>
              </a:r>
              <a:endPara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1" name="Object 8"/>
            <p:cNvGraphicFramePr/>
            <p:nvPr/>
          </p:nvGraphicFramePr>
          <p:xfrm>
            <a:off x="1507" y="803"/>
            <a:ext cx="40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850900" imgH="457200" progId="Equation.3">
                    <p:embed/>
                  </p:oleObj>
                </mc:Choice>
                <mc:Fallback>
                  <p:oleObj name="公式" r:id="rId7" imgW="850900" imgH="457200" progId="Equation.3">
                    <p:embed/>
                    <p:pic>
                      <p:nvPicPr>
                        <p:cNvPr id="21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7" y="803"/>
                          <a:ext cx="400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3419" y="755"/>
              <a:ext cx="16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</a:t>
              </a:r>
              <a:r>
                <a:rPr kumimoji="1" lang="zh-CN" alt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的边界，</a:t>
              </a:r>
            </a:p>
          </p:txBody>
        </p:sp>
        <p:graphicFrame>
          <p:nvGraphicFramePr>
            <p:cNvPr id="23" name="Object 9"/>
            <p:cNvGraphicFramePr/>
            <p:nvPr/>
          </p:nvGraphicFramePr>
          <p:xfrm>
            <a:off x="4776" y="779"/>
            <a:ext cx="60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282700" imgH="508000" progId="Equation.3">
                    <p:embed/>
                  </p:oleObj>
                </mc:Choice>
                <mc:Fallback>
                  <p:oleObj name="公式" r:id="rId9" imgW="1282700" imgH="508000" progId="Equation.3">
                    <p:embed/>
                    <p:pic>
                      <p:nvPicPr>
                        <p:cNvPr id="23" name="Object 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6" y="779"/>
                          <a:ext cx="607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3"/>
          <p:cNvGraphicFramePr/>
          <p:nvPr/>
        </p:nvGraphicFramePr>
        <p:xfrm>
          <a:off x="2910359" y="2224987"/>
          <a:ext cx="21082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806700" imgH="723900" progId="Equation.3">
                  <p:embed/>
                </p:oleObj>
              </mc:Choice>
              <mc:Fallback>
                <p:oleObj name="公式" r:id="rId11" imgW="2806700" imgH="723900" progId="Equation.3">
                  <p:embed/>
                  <p:pic>
                    <p:nvPicPr>
                      <p:cNvPr id="24" name="Object 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0359" y="2224987"/>
                        <a:ext cx="210820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55"/>
          <p:cNvGrpSpPr/>
          <p:nvPr/>
        </p:nvGrpSpPr>
        <p:grpSpPr bwMode="auto">
          <a:xfrm>
            <a:off x="2773834" y="3660032"/>
            <a:ext cx="3318522" cy="785813"/>
            <a:chOff x="854" y="2281"/>
            <a:chExt cx="2113" cy="495"/>
          </a:xfrm>
        </p:grpSpPr>
        <p:graphicFrame>
          <p:nvGraphicFramePr>
            <p:cNvPr id="26" name="Object 7"/>
            <p:cNvGraphicFramePr/>
            <p:nvPr>
              <p:extLst>
                <p:ext uri="{D42A27DB-BD31-4B8C-83A1-F6EECF244321}">
                  <p14:modId xmlns:p14="http://schemas.microsoft.com/office/powerpoint/2010/main" val="3150444460"/>
                </p:ext>
              </p:extLst>
            </p:nvPr>
          </p:nvGraphicFramePr>
          <p:xfrm>
            <a:off x="1541" y="2281"/>
            <a:ext cx="1426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041120" imgH="406080" progId="Equation.DSMT4">
                    <p:embed/>
                  </p:oleObj>
                </mc:Choice>
                <mc:Fallback>
                  <p:oleObj name="Equation" r:id="rId13" imgW="1041120" imgH="406080" progId="Equation.DSMT4">
                    <p:embed/>
                    <p:pic>
                      <p:nvPicPr>
                        <p:cNvPr id="26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1" y="2281"/>
                          <a:ext cx="1426" cy="49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854" y="2358"/>
              <a:ext cx="8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其中，</a:t>
              </a:r>
            </a:p>
          </p:txBody>
        </p:sp>
      </p:grpSp>
      <p:graphicFrame>
        <p:nvGraphicFramePr>
          <p:cNvPr id="28" name="Object 4"/>
          <p:cNvGraphicFramePr/>
          <p:nvPr>
            <p:extLst>
              <p:ext uri="{D42A27DB-BD31-4B8C-83A1-F6EECF244321}">
                <p14:modId xmlns:p14="http://schemas.microsoft.com/office/powerpoint/2010/main" val="3392956363"/>
              </p:ext>
            </p:extLst>
          </p:nvPr>
        </p:nvGraphicFramePr>
        <p:xfrm>
          <a:off x="4207199" y="4483437"/>
          <a:ext cx="3087688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98320" imgH="444240" progId="Equation.DSMT4">
                  <p:embed/>
                </p:oleObj>
              </mc:Choice>
              <mc:Fallback>
                <p:oleObj name="Equation" r:id="rId15" imgW="1498320" imgH="444240" progId="Equation.DSMT4">
                  <p:embed/>
                  <p:pic>
                    <p:nvPicPr>
                      <p:cNvPr id="28" name="Object 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7199" y="4483437"/>
                        <a:ext cx="3087688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56"/>
          <p:cNvGrpSpPr/>
          <p:nvPr/>
        </p:nvGrpSpPr>
        <p:grpSpPr bwMode="auto">
          <a:xfrm>
            <a:off x="7461700" y="4514317"/>
            <a:ext cx="2859087" cy="855663"/>
            <a:chOff x="3749" y="2870"/>
            <a:chExt cx="1801" cy="539"/>
          </a:xfrm>
        </p:grpSpPr>
        <p:sp>
          <p:nvSpPr>
            <p:cNvPr id="30" name="Rectangle 32"/>
            <p:cNvSpPr>
              <a:spLocks noChangeArrowheads="1"/>
            </p:cNvSpPr>
            <p:nvPr/>
          </p:nvSpPr>
          <p:spPr bwMode="auto">
            <a:xfrm>
              <a:off x="3824" y="2890"/>
              <a:ext cx="168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</a:t>
              </a:r>
              <a:r>
                <a:rPr kumimoji="1" lang="en-US" altLang="zh-CN" sz="2000" b="1" i="0" u="none" strike="noStrike" kern="0" cap="none" spc="0" normalizeH="0" baseline="-2500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</a:t>
              </a:r>
              <a:r>
                <a:rPr kumimoji="1" lang="zh-CN" altLang="en-US" sz="2000" b="1" i="0" u="none" strike="noStrike" kern="0" cap="none" spc="0" normalizeH="0" baseline="-2500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000" b="1" i="0" u="none" strike="noStrike" kern="0" cap="none" spc="0" normalizeH="0" baseline="-2500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内包围    的</a:t>
              </a: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4712" y="2870"/>
              <a:ext cx="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z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3" name="Rectangle 36"/>
            <p:cNvSpPr>
              <a:spLocks noChangeArrowheads="1"/>
            </p:cNvSpPr>
            <p:nvPr/>
          </p:nvSpPr>
          <p:spPr bwMode="auto">
            <a:xfrm>
              <a:off x="3808" y="3159"/>
              <a:ext cx="174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任意一条正向周线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4" name="Object 5"/>
            <p:cNvGraphicFramePr/>
            <p:nvPr>
              <p:extLst>
                <p:ext uri="{D42A27DB-BD31-4B8C-83A1-F6EECF244321}">
                  <p14:modId xmlns:p14="http://schemas.microsoft.com/office/powerpoint/2010/main" val="1008113719"/>
                </p:ext>
              </p:extLst>
            </p:nvPr>
          </p:nvGraphicFramePr>
          <p:xfrm>
            <a:off x="5008" y="2929"/>
            <a:ext cx="207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444500" imgH="1016000" progId="Equation.3">
                    <p:embed/>
                  </p:oleObj>
                </mc:Choice>
                <mc:Fallback>
                  <p:oleObj name="公式" r:id="rId17" imgW="444500" imgH="1016000" progId="Equation.3">
                    <p:embed/>
                    <p:pic>
                      <p:nvPicPr>
                        <p:cNvPr id="34" name="Object 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8" y="2929"/>
                          <a:ext cx="207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6"/>
            <p:cNvGraphicFramePr/>
            <p:nvPr/>
          </p:nvGraphicFramePr>
          <p:xfrm>
            <a:off x="3749" y="2922"/>
            <a:ext cx="208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444500" imgH="1016000" progId="Equation.3">
                    <p:embed/>
                  </p:oleObj>
                </mc:Choice>
                <mc:Fallback>
                  <p:oleObj name="公式" r:id="rId19" imgW="444500" imgH="1016000" progId="Equation.3">
                    <p:embed/>
                    <p:pic>
                      <p:nvPicPr>
                        <p:cNvPr id="35" name="Object 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9" y="2922"/>
                          <a:ext cx="208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Group 61"/>
          <p:cNvGrpSpPr/>
          <p:nvPr/>
        </p:nvGrpSpPr>
        <p:grpSpPr bwMode="auto">
          <a:xfrm>
            <a:off x="8247536" y="2693245"/>
            <a:ext cx="2747963" cy="1843088"/>
            <a:chOff x="3621" y="1582"/>
            <a:chExt cx="1731" cy="1161"/>
          </a:xfrm>
        </p:grpSpPr>
        <p:grpSp>
          <p:nvGrpSpPr>
            <p:cNvPr id="39" name="Group 57"/>
            <p:cNvGrpSpPr/>
            <p:nvPr/>
          </p:nvGrpSpPr>
          <p:grpSpPr bwMode="auto">
            <a:xfrm>
              <a:off x="3621" y="1582"/>
              <a:ext cx="1731" cy="1161"/>
              <a:chOff x="3621" y="1582"/>
              <a:chExt cx="1731" cy="1161"/>
            </a:xfrm>
          </p:grpSpPr>
          <p:sp>
            <p:nvSpPr>
              <p:cNvPr id="41" name="Freeform 12"/>
              <p:cNvSpPr>
                <a:spLocks noChangeAspect="1"/>
              </p:cNvSpPr>
              <p:nvPr/>
            </p:nvSpPr>
            <p:spPr bwMode="auto">
              <a:xfrm>
                <a:off x="3621" y="1582"/>
                <a:ext cx="1718" cy="1161"/>
              </a:xfrm>
              <a:custGeom>
                <a:avLst/>
                <a:gdLst>
                  <a:gd name="T0" fmla="*/ 560 w 1767"/>
                  <a:gd name="T1" fmla="*/ 16 h 1194"/>
                  <a:gd name="T2" fmla="*/ 462 w 1767"/>
                  <a:gd name="T3" fmla="*/ 32 h 1194"/>
                  <a:gd name="T4" fmla="*/ 422 w 1767"/>
                  <a:gd name="T5" fmla="*/ 26 h 1194"/>
                  <a:gd name="T6" fmla="*/ 344 w 1767"/>
                  <a:gd name="T7" fmla="*/ 34 h 1194"/>
                  <a:gd name="T8" fmla="*/ 324 w 1767"/>
                  <a:gd name="T9" fmla="*/ 94 h 1194"/>
                  <a:gd name="T10" fmla="*/ 348 w 1767"/>
                  <a:gd name="T11" fmla="*/ 172 h 1194"/>
                  <a:gd name="T12" fmla="*/ 332 w 1767"/>
                  <a:gd name="T13" fmla="*/ 235 h 1194"/>
                  <a:gd name="T14" fmla="*/ 294 w 1767"/>
                  <a:gd name="T15" fmla="*/ 253 h 1194"/>
                  <a:gd name="T16" fmla="*/ 261 w 1767"/>
                  <a:gd name="T17" fmla="*/ 283 h 1194"/>
                  <a:gd name="T18" fmla="*/ 267 w 1767"/>
                  <a:gd name="T19" fmla="*/ 328 h 1194"/>
                  <a:gd name="T20" fmla="*/ 252 w 1767"/>
                  <a:gd name="T21" fmla="*/ 388 h 1194"/>
                  <a:gd name="T22" fmla="*/ 294 w 1767"/>
                  <a:gd name="T23" fmla="*/ 428 h 1194"/>
                  <a:gd name="T24" fmla="*/ 369 w 1767"/>
                  <a:gd name="T25" fmla="*/ 479 h 1194"/>
                  <a:gd name="T26" fmla="*/ 389 w 1767"/>
                  <a:gd name="T27" fmla="*/ 563 h 1194"/>
                  <a:gd name="T28" fmla="*/ 362 w 1767"/>
                  <a:gd name="T29" fmla="*/ 682 h 1194"/>
                  <a:gd name="T30" fmla="*/ 306 w 1767"/>
                  <a:gd name="T31" fmla="*/ 716 h 1194"/>
                  <a:gd name="T32" fmla="*/ 192 w 1767"/>
                  <a:gd name="T33" fmla="*/ 731 h 1194"/>
                  <a:gd name="T34" fmla="*/ 126 w 1767"/>
                  <a:gd name="T35" fmla="*/ 725 h 1194"/>
                  <a:gd name="T36" fmla="*/ 62 w 1767"/>
                  <a:gd name="T37" fmla="*/ 760 h 1194"/>
                  <a:gd name="T38" fmla="*/ 0 w 1767"/>
                  <a:gd name="T39" fmla="*/ 818 h 1194"/>
                  <a:gd name="T40" fmla="*/ 27 w 1767"/>
                  <a:gd name="T41" fmla="*/ 919 h 1194"/>
                  <a:gd name="T42" fmla="*/ 80 w 1767"/>
                  <a:gd name="T43" fmla="*/ 1006 h 1194"/>
                  <a:gd name="T44" fmla="*/ 158 w 1767"/>
                  <a:gd name="T45" fmla="*/ 1051 h 1194"/>
                  <a:gd name="T46" fmla="*/ 200 w 1767"/>
                  <a:gd name="T47" fmla="*/ 1097 h 1194"/>
                  <a:gd name="T48" fmla="*/ 245 w 1767"/>
                  <a:gd name="T49" fmla="*/ 1028 h 1194"/>
                  <a:gd name="T50" fmla="*/ 324 w 1767"/>
                  <a:gd name="T51" fmla="*/ 991 h 1194"/>
                  <a:gd name="T52" fmla="*/ 440 w 1767"/>
                  <a:gd name="T53" fmla="*/ 971 h 1194"/>
                  <a:gd name="T54" fmla="*/ 485 w 1767"/>
                  <a:gd name="T55" fmla="*/ 866 h 1194"/>
                  <a:gd name="T56" fmla="*/ 593 w 1767"/>
                  <a:gd name="T57" fmla="*/ 850 h 1194"/>
                  <a:gd name="T58" fmla="*/ 669 w 1767"/>
                  <a:gd name="T59" fmla="*/ 869 h 1194"/>
                  <a:gd name="T60" fmla="*/ 770 w 1767"/>
                  <a:gd name="T61" fmla="*/ 887 h 1194"/>
                  <a:gd name="T62" fmla="*/ 869 w 1767"/>
                  <a:gd name="T63" fmla="*/ 940 h 1194"/>
                  <a:gd name="T64" fmla="*/ 956 w 1767"/>
                  <a:gd name="T65" fmla="*/ 970 h 1194"/>
                  <a:gd name="T66" fmla="*/ 1035 w 1767"/>
                  <a:gd name="T67" fmla="*/ 941 h 1194"/>
                  <a:gd name="T68" fmla="*/ 1151 w 1767"/>
                  <a:gd name="T69" fmla="*/ 932 h 1194"/>
                  <a:gd name="T70" fmla="*/ 1232 w 1767"/>
                  <a:gd name="T71" fmla="*/ 1004 h 1194"/>
                  <a:gd name="T72" fmla="*/ 1269 w 1767"/>
                  <a:gd name="T73" fmla="*/ 1088 h 1194"/>
                  <a:gd name="T74" fmla="*/ 1320 w 1767"/>
                  <a:gd name="T75" fmla="*/ 1163 h 1194"/>
                  <a:gd name="T76" fmla="*/ 1374 w 1767"/>
                  <a:gd name="T77" fmla="*/ 1163 h 1194"/>
                  <a:gd name="T78" fmla="*/ 1422 w 1767"/>
                  <a:gd name="T79" fmla="*/ 1075 h 1194"/>
                  <a:gd name="T80" fmla="*/ 1485 w 1767"/>
                  <a:gd name="T81" fmla="*/ 986 h 1194"/>
                  <a:gd name="T82" fmla="*/ 1557 w 1767"/>
                  <a:gd name="T83" fmla="*/ 937 h 1194"/>
                  <a:gd name="T84" fmla="*/ 1637 w 1767"/>
                  <a:gd name="T85" fmla="*/ 892 h 1194"/>
                  <a:gd name="T86" fmla="*/ 1757 w 1767"/>
                  <a:gd name="T87" fmla="*/ 869 h 1194"/>
                  <a:gd name="T88" fmla="*/ 1713 w 1767"/>
                  <a:gd name="T89" fmla="*/ 788 h 1194"/>
                  <a:gd name="T90" fmla="*/ 1677 w 1767"/>
                  <a:gd name="T91" fmla="*/ 716 h 1194"/>
                  <a:gd name="T92" fmla="*/ 1701 w 1767"/>
                  <a:gd name="T93" fmla="*/ 626 h 1194"/>
                  <a:gd name="T94" fmla="*/ 1629 w 1767"/>
                  <a:gd name="T95" fmla="*/ 527 h 1194"/>
                  <a:gd name="T96" fmla="*/ 1569 w 1767"/>
                  <a:gd name="T97" fmla="*/ 451 h 1194"/>
                  <a:gd name="T98" fmla="*/ 1488 w 1767"/>
                  <a:gd name="T99" fmla="*/ 422 h 1194"/>
                  <a:gd name="T100" fmla="*/ 1416 w 1767"/>
                  <a:gd name="T101" fmla="*/ 398 h 1194"/>
                  <a:gd name="T102" fmla="*/ 1296 w 1767"/>
                  <a:gd name="T103" fmla="*/ 371 h 1194"/>
                  <a:gd name="T104" fmla="*/ 1200 w 1767"/>
                  <a:gd name="T105" fmla="*/ 277 h 1194"/>
                  <a:gd name="T106" fmla="*/ 1124 w 1767"/>
                  <a:gd name="T107" fmla="*/ 232 h 1194"/>
                  <a:gd name="T108" fmla="*/ 1017 w 1767"/>
                  <a:gd name="T109" fmla="*/ 257 h 1194"/>
                  <a:gd name="T110" fmla="*/ 888 w 1767"/>
                  <a:gd name="T111" fmla="*/ 263 h 1194"/>
                  <a:gd name="T112" fmla="*/ 777 w 1767"/>
                  <a:gd name="T113" fmla="*/ 191 h 1194"/>
                  <a:gd name="T114" fmla="*/ 684 w 1767"/>
                  <a:gd name="T115" fmla="*/ 122 h 1194"/>
                  <a:gd name="T116" fmla="*/ 575 w 1767"/>
                  <a:gd name="T117" fmla="*/ 11 h 1194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767"/>
                  <a:gd name="T178" fmla="*/ 0 h 1194"/>
                  <a:gd name="T179" fmla="*/ 1767 w 1767"/>
                  <a:gd name="T180" fmla="*/ 1194 h 1194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767" h="1194">
                    <a:moveTo>
                      <a:pt x="575" y="11"/>
                    </a:moveTo>
                    <a:cubicBezTo>
                      <a:pt x="569" y="0"/>
                      <a:pt x="571" y="13"/>
                      <a:pt x="570" y="13"/>
                    </a:cubicBezTo>
                    <a:cubicBezTo>
                      <a:pt x="569" y="13"/>
                      <a:pt x="569" y="11"/>
                      <a:pt x="567" y="11"/>
                    </a:cubicBezTo>
                    <a:cubicBezTo>
                      <a:pt x="565" y="11"/>
                      <a:pt x="564" y="15"/>
                      <a:pt x="560" y="16"/>
                    </a:cubicBezTo>
                    <a:cubicBezTo>
                      <a:pt x="556" y="17"/>
                      <a:pt x="551" y="18"/>
                      <a:pt x="542" y="20"/>
                    </a:cubicBezTo>
                    <a:cubicBezTo>
                      <a:pt x="533" y="22"/>
                      <a:pt x="517" y="23"/>
                      <a:pt x="507" y="26"/>
                    </a:cubicBezTo>
                    <a:cubicBezTo>
                      <a:pt x="499" y="31"/>
                      <a:pt x="480" y="38"/>
                      <a:pt x="480" y="38"/>
                    </a:cubicBezTo>
                    <a:cubicBezTo>
                      <a:pt x="474" y="36"/>
                      <a:pt x="468" y="34"/>
                      <a:pt x="462" y="32"/>
                    </a:cubicBezTo>
                    <a:cubicBezTo>
                      <a:pt x="459" y="31"/>
                      <a:pt x="453" y="32"/>
                      <a:pt x="453" y="32"/>
                    </a:cubicBezTo>
                    <a:cubicBezTo>
                      <a:pt x="447" y="37"/>
                      <a:pt x="444" y="35"/>
                      <a:pt x="441" y="35"/>
                    </a:cubicBezTo>
                    <a:cubicBezTo>
                      <a:pt x="438" y="35"/>
                      <a:pt x="435" y="36"/>
                      <a:pt x="432" y="35"/>
                    </a:cubicBezTo>
                    <a:cubicBezTo>
                      <a:pt x="429" y="34"/>
                      <a:pt x="426" y="28"/>
                      <a:pt x="422" y="26"/>
                    </a:cubicBezTo>
                    <a:cubicBezTo>
                      <a:pt x="418" y="24"/>
                      <a:pt x="414" y="25"/>
                      <a:pt x="410" y="25"/>
                    </a:cubicBezTo>
                    <a:cubicBezTo>
                      <a:pt x="406" y="24"/>
                      <a:pt x="402" y="21"/>
                      <a:pt x="396" y="23"/>
                    </a:cubicBezTo>
                    <a:cubicBezTo>
                      <a:pt x="390" y="25"/>
                      <a:pt x="384" y="36"/>
                      <a:pt x="375" y="38"/>
                    </a:cubicBezTo>
                    <a:cubicBezTo>
                      <a:pt x="366" y="40"/>
                      <a:pt x="351" y="34"/>
                      <a:pt x="344" y="34"/>
                    </a:cubicBezTo>
                    <a:cubicBezTo>
                      <a:pt x="337" y="34"/>
                      <a:pt x="336" y="35"/>
                      <a:pt x="333" y="38"/>
                    </a:cubicBezTo>
                    <a:cubicBezTo>
                      <a:pt x="331" y="44"/>
                      <a:pt x="326" y="46"/>
                      <a:pt x="326" y="52"/>
                    </a:cubicBezTo>
                    <a:cubicBezTo>
                      <a:pt x="324" y="58"/>
                      <a:pt x="322" y="56"/>
                      <a:pt x="324" y="73"/>
                    </a:cubicBezTo>
                    <a:cubicBezTo>
                      <a:pt x="324" y="80"/>
                      <a:pt x="324" y="88"/>
                      <a:pt x="324" y="94"/>
                    </a:cubicBezTo>
                    <a:cubicBezTo>
                      <a:pt x="324" y="100"/>
                      <a:pt x="325" y="106"/>
                      <a:pt x="327" y="112"/>
                    </a:cubicBezTo>
                    <a:cubicBezTo>
                      <a:pt x="329" y="118"/>
                      <a:pt x="332" y="124"/>
                      <a:pt x="335" y="131"/>
                    </a:cubicBezTo>
                    <a:cubicBezTo>
                      <a:pt x="338" y="138"/>
                      <a:pt x="342" y="148"/>
                      <a:pt x="344" y="155"/>
                    </a:cubicBezTo>
                    <a:cubicBezTo>
                      <a:pt x="345" y="161"/>
                      <a:pt x="352" y="159"/>
                      <a:pt x="348" y="172"/>
                    </a:cubicBezTo>
                    <a:cubicBezTo>
                      <a:pt x="348" y="178"/>
                      <a:pt x="348" y="184"/>
                      <a:pt x="347" y="190"/>
                    </a:cubicBezTo>
                    <a:cubicBezTo>
                      <a:pt x="346" y="196"/>
                      <a:pt x="345" y="201"/>
                      <a:pt x="344" y="206"/>
                    </a:cubicBezTo>
                    <a:cubicBezTo>
                      <a:pt x="343" y="211"/>
                      <a:pt x="343" y="216"/>
                      <a:pt x="341" y="221"/>
                    </a:cubicBezTo>
                    <a:cubicBezTo>
                      <a:pt x="339" y="226"/>
                      <a:pt x="336" y="233"/>
                      <a:pt x="332" y="235"/>
                    </a:cubicBezTo>
                    <a:cubicBezTo>
                      <a:pt x="328" y="237"/>
                      <a:pt x="322" y="231"/>
                      <a:pt x="318" y="233"/>
                    </a:cubicBezTo>
                    <a:cubicBezTo>
                      <a:pt x="314" y="234"/>
                      <a:pt x="316" y="244"/>
                      <a:pt x="309" y="247"/>
                    </a:cubicBezTo>
                    <a:cubicBezTo>
                      <a:pt x="307" y="250"/>
                      <a:pt x="305" y="252"/>
                      <a:pt x="303" y="253"/>
                    </a:cubicBezTo>
                    <a:cubicBezTo>
                      <a:pt x="301" y="254"/>
                      <a:pt x="299" y="253"/>
                      <a:pt x="294" y="253"/>
                    </a:cubicBezTo>
                    <a:cubicBezTo>
                      <a:pt x="289" y="253"/>
                      <a:pt x="277" y="250"/>
                      <a:pt x="273" y="250"/>
                    </a:cubicBezTo>
                    <a:cubicBezTo>
                      <a:pt x="269" y="250"/>
                      <a:pt x="269" y="248"/>
                      <a:pt x="267" y="250"/>
                    </a:cubicBezTo>
                    <a:cubicBezTo>
                      <a:pt x="265" y="252"/>
                      <a:pt x="261" y="258"/>
                      <a:pt x="260" y="263"/>
                    </a:cubicBezTo>
                    <a:cubicBezTo>
                      <a:pt x="259" y="268"/>
                      <a:pt x="261" y="278"/>
                      <a:pt x="261" y="283"/>
                    </a:cubicBezTo>
                    <a:cubicBezTo>
                      <a:pt x="261" y="288"/>
                      <a:pt x="262" y="291"/>
                      <a:pt x="263" y="295"/>
                    </a:cubicBezTo>
                    <a:cubicBezTo>
                      <a:pt x="264" y="299"/>
                      <a:pt x="266" y="304"/>
                      <a:pt x="267" y="307"/>
                    </a:cubicBezTo>
                    <a:cubicBezTo>
                      <a:pt x="267" y="310"/>
                      <a:pt x="276" y="295"/>
                      <a:pt x="272" y="314"/>
                    </a:cubicBezTo>
                    <a:cubicBezTo>
                      <a:pt x="272" y="317"/>
                      <a:pt x="269" y="324"/>
                      <a:pt x="267" y="328"/>
                    </a:cubicBezTo>
                    <a:cubicBezTo>
                      <a:pt x="265" y="332"/>
                      <a:pt x="261" y="336"/>
                      <a:pt x="260" y="340"/>
                    </a:cubicBezTo>
                    <a:cubicBezTo>
                      <a:pt x="259" y="344"/>
                      <a:pt x="258" y="350"/>
                      <a:pt x="258" y="355"/>
                    </a:cubicBezTo>
                    <a:cubicBezTo>
                      <a:pt x="258" y="360"/>
                      <a:pt x="258" y="368"/>
                      <a:pt x="257" y="373"/>
                    </a:cubicBezTo>
                    <a:cubicBezTo>
                      <a:pt x="256" y="378"/>
                      <a:pt x="253" y="383"/>
                      <a:pt x="252" y="388"/>
                    </a:cubicBezTo>
                    <a:cubicBezTo>
                      <a:pt x="251" y="393"/>
                      <a:pt x="250" y="401"/>
                      <a:pt x="249" y="406"/>
                    </a:cubicBezTo>
                    <a:cubicBezTo>
                      <a:pt x="248" y="411"/>
                      <a:pt x="243" y="412"/>
                      <a:pt x="245" y="416"/>
                    </a:cubicBezTo>
                    <a:cubicBezTo>
                      <a:pt x="248" y="419"/>
                      <a:pt x="256" y="426"/>
                      <a:pt x="264" y="428"/>
                    </a:cubicBezTo>
                    <a:cubicBezTo>
                      <a:pt x="272" y="430"/>
                      <a:pt x="286" y="428"/>
                      <a:pt x="294" y="428"/>
                    </a:cubicBezTo>
                    <a:cubicBezTo>
                      <a:pt x="305" y="432"/>
                      <a:pt x="307" y="425"/>
                      <a:pt x="312" y="428"/>
                    </a:cubicBezTo>
                    <a:cubicBezTo>
                      <a:pt x="317" y="431"/>
                      <a:pt x="321" y="443"/>
                      <a:pt x="327" y="449"/>
                    </a:cubicBezTo>
                    <a:cubicBezTo>
                      <a:pt x="348" y="463"/>
                      <a:pt x="332" y="441"/>
                      <a:pt x="347" y="467"/>
                    </a:cubicBezTo>
                    <a:cubicBezTo>
                      <a:pt x="352" y="475"/>
                      <a:pt x="364" y="478"/>
                      <a:pt x="369" y="479"/>
                    </a:cubicBezTo>
                    <a:cubicBezTo>
                      <a:pt x="376" y="485"/>
                      <a:pt x="374" y="498"/>
                      <a:pt x="377" y="505"/>
                    </a:cubicBezTo>
                    <a:cubicBezTo>
                      <a:pt x="380" y="512"/>
                      <a:pt x="387" y="514"/>
                      <a:pt x="389" y="520"/>
                    </a:cubicBezTo>
                    <a:cubicBezTo>
                      <a:pt x="391" y="526"/>
                      <a:pt x="387" y="532"/>
                      <a:pt x="387" y="539"/>
                    </a:cubicBezTo>
                    <a:cubicBezTo>
                      <a:pt x="390" y="553"/>
                      <a:pt x="389" y="553"/>
                      <a:pt x="389" y="563"/>
                    </a:cubicBezTo>
                    <a:cubicBezTo>
                      <a:pt x="389" y="573"/>
                      <a:pt x="384" y="587"/>
                      <a:pt x="384" y="599"/>
                    </a:cubicBezTo>
                    <a:cubicBezTo>
                      <a:pt x="384" y="611"/>
                      <a:pt x="391" y="629"/>
                      <a:pt x="389" y="638"/>
                    </a:cubicBezTo>
                    <a:cubicBezTo>
                      <a:pt x="387" y="647"/>
                      <a:pt x="375" y="646"/>
                      <a:pt x="371" y="653"/>
                    </a:cubicBezTo>
                    <a:cubicBezTo>
                      <a:pt x="367" y="676"/>
                      <a:pt x="367" y="676"/>
                      <a:pt x="362" y="682"/>
                    </a:cubicBezTo>
                    <a:cubicBezTo>
                      <a:pt x="357" y="688"/>
                      <a:pt x="347" y="685"/>
                      <a:pt x="344" y="689"/>
                    </a:cubicBezTo>
                    <a:cubicBezTo>
                      <a:pt x="341" y="693"/>
                      <a:pt x="345" y="700"/>
                      <a:pt x="342" y="704"/>
                    </a:cubicBezTo>
                    <a:cubicBezTo>
                      <a:pt x="342" y="704"/>
                      <a:pt x="328" y="710"/>
                      <a:pt x="323" y="712"/>
                    </a:cubicBezTo>
                    <a:cubicBezTo>
                      <a:pt x="320" y="713"/>
                      <a:pt x="306" y="716"/>
                      <a:pt x="306" y="716"/>
                    </a:cubicBezTo>
                    <a:cubicBezTo>
                      <a:pt x="302" y="728"/>
                      <a:pt x="295" y="726"/>
                      <a:pt x="288" y="737"/>
                    </a:cubicBezTo>
                    <a:cubicBezTo>
                      <a:pt x="279" y="741"/>
                      <a:pt x="266" y="735"/>
                      <a:pt x="257" y="736"/>
                    </a:cubicBezTo>
                    <a:cubicBezTo>
                      <a:pt x="248" y="737"/>
                      <a:pt x="245" y="743"/>
                      <a:pt x="234" y="742"/>
                    </a:cubicBezTo>
                    <a:cubicBezTo>
                      <a:pt x="223" y="741"/>
                      <a:pt x="200" y="734"/>
                      <a:pt x="192" y="731"/>
                    </a:cubicBezTo>
                    <a:cubicBezTo>
                      <a:pt x="188" y="730"/>
                      <a:pt x="189" y="724"/>
                      <a:pt x="186" y="722"/>
                    </a:cubicBezTo>
                    <a:cubicBezTo>
                      <a:pt x="181" y="717"/>
                      <a:pt x="168" y="727"/>
                      <a:pt x="168" y="727"/>
                    </a:cubicBezTo>
                    <a:cubicBezTo>
                      <a:pt x="132" y="734"/>
                      <a:pt x="165" y="721"/>
                      <a:pt x="144" y="722"/>
                    </a:cubicBezTo>
                    <a:cubicBezTo>
                      <a:pt x="138" y="725"/>
                      <a:pt x="126" y="725"/>
                      <a:pt x="126" y="725"/>
                    </a:cubicBezTo>
                    <a:cubicBezTo>
                      <a:pt x="117" y="738"/>
                      <a:pt x="114" y="736"/>
                      <a:pt x="98" y="739"/>
                    </a:cubicBezTo>
                    <a:cubicBezTo>
                      <a:pt x="95" y="741"/>
                      <a:pt x="90" y="746"/>
                      <a:pt x="87" y="749"/>
                    </a:cubicBezTo>
                    <a:cubicBezTo>
                      <a:pt x="84" y="752"/>
                      <a:pt x="84" y="756"/>
                      <a:pt x="81" y="758"/>
                    </a:cubicBezTo>
                    <a:cubicBezTo>
                      <a:pt x="77" y="761"/>
                      <a:pt x="68" y="759"/>
                      <a:pt x="62" y="760"/>
                    </a:cubicBezTo>
                    <a:cubicBezTo>
                      <a:pt x="56" y="761"/>
                      <a:pt x="48" y="763"/>
                      <a:pt x="42" y="767"/>
                    </a:cubicBezTo>
                    <a:cubicBezTo>
                      <a:pt x="33" y="772"/>
                      <a:pt x="32" y="779"/>
                      <a:pt x="27" y="785"/>
                    </a:cubicBezTo>
                    <a:cubicBezTo>
                      <a:pt x="22" y="791"/>
                      <a:pt x="16" y="795"/>
                      <a:pt x="12" y="800"/>
                    </a:cubicBezTo>
                    <a:cubicBezTo>
                      <a:pt x="8" y="806"/>
                      <a:pt x="0" y="818"/>
                      <a:pt x="0" y="818"/>
                    </a:cubicBezTo>
                    <a:cubicBezTo>
                      <a:pt x="0" y="824"/>
                      <a:pt x="13" y="827"/>
                      <a:pt x="17" y="833"/>
                    </a:cubicBezTo>
                    <a:cubicBezTo>
                      <a:pt x="21" y="839"/>
                      <a:pt x="23" y="847"/>
                      <a:pt x="24" y="856"/>
                    </a:cubicBezTo>
                    <a:cubicBezTo>
                      <a:pt x="31" y="877"/>
                      <a:pt x="13" y="872"/>
                      <a:pt x="23" y="886"/>
                    </a:cubicBezTo>
                    <a:cubicBezTo>
                      <a:pt x="25" y="896"/>
                      <a:pt x="25" y="908"/>
                      <a:pt x="27" y="919"/>
                    </a:cubicBezTo>
                    <a:cubicBezTo>
                      <a:pt x="29" y="930"/>
                      <a:pt x="30" y="942"/>
                      <a:pt x="33" y="950"/>
                    </a:cubicBezTo>
                    <a:cubicBezTo>
                      <a:pt x="37" y="956"/>
                      <a:pt x="38" y="966"/>
                      <a:pt x="45" y="968"/>
                    </a:cubicBezTo>
                    <a:cubicBezTo>
                      <a:pt x="54" y="971"/>
                      <a:pt x="72" y="977"/>
                      <a:pt x="72" y="977"/>
                    </a:cubicBezTo>
                    <a:cubicBezTo>
                      <a:pt x="78" y="983"/>
                      <a:pt x="75" y="1001"/>
                      <a:pt x="80" y="1006"/>
                    </a:cubicBezTo>
                    <a:cubicBezTo>
                      <a:pt x="85" y="1011"/>
                      <a:pt x="94" y="1008"/>
                      <a:pt x="102" y="1010"/>
                    </a:cubicBezTo>
                    <a:cubicBezTo>
                      <a:pt x="110" y="1018"/>
                      <a:pt x="123" y="1014"/>
                      <a:pt x="129" y="1019"/>
                    </a:cubicBezTo>
                    <a:cubicBezTo>
                      <a:pt x="135" y="1024"/>
                      <a:pt x="133" y="1035"/>
                      <a:pt x="138" y="1040"/>
                    </a:cubicBezTo>
                    <a:cubicBezTo>
                      <a:pt x="146" y="1063"/>
                      <a:pt x="142" y="1032"/>
                      <a:pt x="158" y="1051"/>
                    </a:cubicBezTo>
                    <a:cubicBezTo>
                      <a:pt x="163" y="1056"/>
                      <a:pt x="165" y="1062"/>
                      <a:pt x="170" y="1066"/>
                    </a:cubicBezTo>
                    <a:cubicBezTo>
                      <a:pt x="175" y="1070"/>
                      <a:pt x="182" y="1072"/>
                      <a:pt x="186" y="1078"/>
                    </a:cubicBezTo>
                    <a:cubicBezTo>
                      <a:pt x="194" y="1089"/>
                      <a:pt x="184" y="1090"/>
                      <a:pt x="192" y="1102"/>
                    </a:cubicBezTo>
                    <a:cubicBezTo>
                      <a:pt x="194" y="1105"/>
                      <a:pt x="198" y="1099"/>
                      <a:pt x="200" y="1097"/>
                    </a:cubicBezTo>
                    <a:cubicBezTo>
                      <a:pt x="203" y="1093"/>
                      <a:pt x="213" y="1086"/>
                      <a:pt x="216" y="1085"/>
                    </a:cubicBezTo>
                    <a:cubicBezTo>
                      <a:pt x="223" y="1074"/>
                      <a:pt x="208" y="1068"/>
                      <a:pt x="219" y="1061"/>
                    </a:cubicBezTo>
                    <a:cubicBezTo>
                      <a:pt x="223" y="1054"/>
                      <a:pt x="221" y="1051"/>
                      <a:pt x="225" y="1045"/>
                    </a:cubicBezTo>
                    <a:cubicBezTo>
                      <a:pt x="229" y="1039"/>
                      <a:pt x="239" y="1033"/>
                      <a:pt x="245" y="1028"/>
                    </a:cubicBezTo>
                    <a:cubicBezTo>
                      <a:pt x="251" y="1023"/>
                      <a:pt x="256" y="1018"/>
                      <a:pt x="263" y="1015"/>
                    </a:cubicBezTo>
                    <a:cubicBezTo>
                      <a:pt x="270" y="1012"/>
                      <a:pt x="279" y="1013"/>
                      <a:pt x="285" y="1010"/>
                    </a:cubicBezTo>
                    <a:cubicBezTo>
                      <a:pt x="297" y="1001"/>
                      <a:pt x="293" y="998"/>
                      <a:pt x="299" y="995"/>
                    </a:cubicBezTo>
                    <a:cubicBezTo>
                      <a:pt x="305" y="992"/>
                      <a:pt x="315" y="992"/>
                      <a:pt x="324" y="991"/>
                    </a:cubicBezTo>
                    <a:cubicBezTo>
                      <a:pt x="332" y="987"/>
                      <a:pt x="341" y="991"/>
                      <a:pt x="351" y="991"/>
                    </a:cubicBezTo>
                    <a:cubicBezTo>
                      <a:pt x="361" y="991"/>
                      <a:pt x="375" y="991"/>
                      <a:pt x="386" y="992"/>
                    </a:cubicBezTo>
                    <a:cubicBezTo>
                      <a:pt x="397" y="993"/>
                      <a:pt x="411" y="999"/>
                      <a:pt x="420" y="995"/>
                    </a:cubicBezTo>
                    <a:cubicBezTo>
                      <a:pt x="439" y="991"/>
                      <a:pt x="431" y="975"/>
                      <a:pt x="440" y="971"/>
                    </a:cubicBezTo>
                    <a:cubicBezTo>
                      <a:pt x="449" y="967"/>
                      <a:pt x="464" y="978"/>
                      <a:pt x="474" y="971"/>
                    </a:cubicBezTo>
                    <a:cubicBezTo>
                      <a:pt x="487" y="958"/>
                      <a:pt x="498" y="946"/>
                      <a:pt x="501" y="929"/>
                    </a:cubicBezTo>
                    <a:cubicBezTo>
                      <a:pt x="504" y="919"/>
                      <a:pt x="492" y="920"/>
                      <a:pt x="489" y="910"/>
                    </a:cubicBezTo>
                    <a:cubicBezTo>
                      <a:pt x="486" y="900"/>
                      <a:pt x="483" y="875"/>
                      <a:pt x="485" y="866"/>
                    </a:cubicBezTo>
                    <a:cubicBezTo>
                      <a:pt x="485" y="853"/>
                      <a:pt x="495" y="860"/>
                      <a:pt x="501" y="857"/>
                    </a:cubicBezTo>
                    <a:cubicBezTo>
                      <a:pt x="507" y="854"/>
                      <a:pt x="513" y="849"/>
                      <a:pt x="521" y="847"/>
                    </a:cubicBezTo>
                    <a:cubicBezTo>
                      <a:pt x="529" y="845"/>
                      <a:pt x="540" y="841"/>
                      <a:pt x="552" y="842"/>
                    </a:cubicBezTo>
                    <a:cubicBezTo>
                      <a:pt x="564" y="843"/>
                      <a:pt x="584" y="847"/>
                      <a:pt x="593" y="850"/>
                    </a:cubicBezTo>
                    <a:cubicBezTo>
                      <a:pt x="616" y="848"/>
                      <a:pt x="601" y="860"/>
                      <a:pt x="605" y="863"/>
                    </a:cubicBezTo>
                    <a:cubicBezTo>
                      <a:pt x="609" y="866"/>
                      <a:pt x="616" y="868"/>
                      <a:pt x="620" y="868"/>
                    </a:cubicBezTo>
                    <a:cubicBezTo>
                      <a:pt x="624" y="868"/>
                      <a:pt x="624" y="865"/>
                      <a:pt x="632" y="865"/>
                    </a:cubicBezTo>
                    <a:cubicBezTo>
                      <a:pt x="640" y="865"/>
                      <a:pt x="658" y="868"/>
                      <a:pt x="669" y="869"/>
                    </a:cubicBezTo>
                    <a:cubicBezTo>
                      <a:pt x="676" y="867"/>
                      <a:pt x="689" y="862"/>
                      <a:pt x="696" y="869"/>
                    </a:cubicBezTo>
                    <a:cubicBezTo>
                      <a:pt x="710" y="883"/>
                      <a:pt x="693" y="889"/>
                      <a:pt x="711" y="890"/>
                    </a:cubicBezTo>
                    <a:cubicBezTo>
                      <a:pt x="719" y="893"/>
                      <a:pt x="734" y="892"/>
                      <a:pt x="744" y="892"/>
                    </a:cubicBezTo>
                    <a:cubicBezTo>
                      <a:pt x="754" y="892"/>
                      <a:pt x="763" y="887"/>
                      <a:pt x="770" y="887"/>
                    </a:cubicBezTo>
                    <a:cubicBezTo>
                      <a:pt x="777" y="887"/>
                      <a:pt x="781" y="889"/>
                      <a:pt x="789" y="893"/>
                    </a:cubicBezTo>
                    <a:cubicBezTo>
                      <a:pt x="802" y="897"/>
                      <a:pt x="804" y="907"/>
                      <a:pt x="816" y="914"/>
                    </a:cubicBezTo>
                    <a:cubicBezTo>
                      <a:pt x="825" y="919"/>
                      <a:pt x="852" y="920"/>
                      <a:pt x="855" y="920"/>
                    </a:cubicBezTo>
                    <a:cubicBezTo>
                      <a:pt x="865" y="924"/>
                      <a:pt x="862" y="934"/>
                      <a:pt x="869" y="940"/>
                    </a:cubicBezTo>
                    <a:cubicBezTo>
                      <a:pt x="876" y="946"/>
                      <a:pt x="887" y="953"/>
                      <a:pt x="897" y="955"/>
                    </a:cubicBezTo>
                    <a:cubicBezTo>
                      <a:pt x="907" y="957"/>
                      <a:pt x="920" y="951"/>
                      <a:pt x="927" y="953"/>
                    </a:cubicBezTo>
                    <a:cubicBezTo>
                      <a:pt x="942" y="960"/>
                      <a:pt x="934" y="965"/>
                      <a:pt x="939" y="968"/>
                    </a:cubicBezTo>
                    <a:cubicBezTo>
                      <a:pt x="944" y="971"/>
                      <a:pt x="952" y="971"/>
                      <a:pt x="956" y="970"/>
                    </a:cubicBezTo>
                    <a:cubicBezTo>
                      <a:pt x="960" y="969"/>
                      <a:pt x="957" y="960"/>
                      <a:pt x="963" y="959"/>
                    </a:cubicBezTo>
                    <a:cubicBezTo>
                      <a:pt x="974" y="957"/>
                      <a:pt x="993" y="962"/>
                      <a:pt x="993" y="962"/>
                    </a:cubicBezTo>
                    <a:cubicBezTo>
                      <a:pt x="1006" y="942"/>
                      <a:pt x="990" y="962"/>
                      <a:pt x="1026" y="950"/>
                    </a:cubicBezTo>
                    <a:cubicBezTo>
                      <a:pt x="1030" y="949"/>
                      <a:pt x="1032" y="944"/>
                      <a:pt x="1035" y="941"/>
                    </a:cubicBezTo>
                    <a:cubicBezTo>
                      <a:pt x="1046" y="932"/>
                      <a:pt x="1054" y="930"/>
                      <a:pt x="1068" y="928"/>
                    </a:cubicBezTo>
                    <a:cubicBezTo>
                      <a:pt x="1077" y="919"/>
                      <a:pt x="1080" y="912"/>
                      <a:pt x="1092" y="908"/>
                    </a:cubicBezTo>
                    <a:cubicBezTo>
                      <a:pt x="1103" y="910"/>
                      <a:pt x="1125" y="917"/>
                      <a:pt x="1125" y="917"/>
                    </a:cubicBezTo>
                    <a:cubicBezTo>
                      <a:pt x="1134" y="921"/>
                      <a:pt x="1141" y="929"/>
                      <a:pt x="1151" y="932"/>
                    </a:cubicBezTo>
                    <a:cubicBezTo>
                      <a:pt x="1161" y="935"/>
                      <a:pt x="1177" y="929"/>
                      <a:pt x="1185" y="932"/>
                    </a:cubicBezTo>
                    <a:cubicBezTo>
                      <a:pt x="1197" y="939"/>
                      <a:pt x="1197" y="948"/>
                      <a:pt x="1202" y="953"/>
                    </a:cubicBezTo>
                    <a:cubicBezTo>
                      <a:pt x="1207" y="958"/>
                      <a:pt x="1213" y="954"/>
                      <a:pt x="1218" y="962"/>
                    </a:cubicBezTo>
                    <a:cubicBezTo>
                      <a:pt x="1225" y="974"/>
                      <a:pt x="1230" y="992"/>
                      <a:pt x="1232" y="1004"/>
                    </a:cubicBezTo>
                    <a:cubicBezTo>
                      <a:pt x="1234" y="1016"/>
                      <a:pt x="1228" y="1026"/>
                      <a:pt x="1230" y="1033"/>
                    </a:cubicBezTo>
                    <a:cubicBezTo>
                      <a:pt x="1232" y="1040"/>
                      <a:pt x="1241" y="1041"/>
                      <a:pt x="1245" y="1048"/>
                    </a:cubicBezTo>
                    <a:cubicBezTo>
                      <a:pt x="1249" y="1055"/>
                      <a:pt x="1250" y="1066"/>
                      <a:pt x="1254" y="1073"/>
                    </a:cubicBezTo>
                    <a:cubicBezTo>
                      <a:pt x="1262" y="1094"/>
                      <a:pt x="1263" y="1083"/>
                      <a:pt x="1269" y="1088"/>
                    </a:cubicBezTo>
                    <a:cubicBezTo>
                      <a:pt x="1275" y="1093"/>
                      <a:pt x="1285" y="1097"/>
                      <a:pt x="1290" y="1106"/>
                    </a:cubicBezTo>
                    <a:cubicBezTo>
                      <a:pt x="1294" y="1117"/>
                      <a:pt x="1292" y="1138"/>
                      <a:pt x="1302" y="1144"/>
                    </a:cubicBezTo>
                    <a:cubicBezTo>
                      <a:pt x="1305" y="1146"/>
                      <a:pt x="1316" y="1146"/>
                      <a:pt x="1319" y="1148"/>
                    </a:cubicBezTo>
                    <a:cubicBezTo>
                      <a:pt x="1322" y="1149"/>
                      <a:pt x="1317" y="1161"/>
                      <a:pt x="1320" y="1163"/>
                    </a:cubicBezTo>
                    <a:cubicBezTo>
                      <a:pt x="1326" y="1167"/>
                      <a:pt x="1341" y="1172"/>
                      <a:pt x="1341" y="1172"/>
                    </a:cubicBezTo>
                    <a:cubicBezTo>
                      <a:pt x="1345" y="1175"/>
                      <a:pt x="1341" y="1184"/>
                      <a:pt x="1344" y="1187"/>
                    </a:cubicBezTo>
                    <a:cubicBezTo>
                      <a:pt x="1347" y="1190"/>
                      <a:pt x="1354" y="1194"/>
                      <a:pt x="1359" y="1190"/>
                    </a:cubicBezTo>
                    <a:cubicBezTo>
                      <a:pt x="1373" y="1169"/>
                      <a:pt x="1369" y="1179"/>
                      <a:pt x="1374" y="1163"/>
                    </a:cubicBezTo>
                    <a:cubicBezTo>
                      <a:pt x="1377" y="1145"/>
                      <a:pt x="1375" y="1136"/>
                      <a:pt x="1392" y="1130"/>
                    </a:cubicBezTo>
                    <a:cubicBezTo>
                      <a:pt x="1396" y="1120"/>
                      <a:pt x="1409" y="1120"/>
                      <a:pt x="1412" y="1112"/>
                    </a:cubicBezTo>
                    <a:cubicBezTo>
                      <a:pt x="1415" y="1104"/>
                      <a:pt x="1408" y="1087"/>
                      <a:pt x="1410" y="1081"/>
                    </a:cubicBezTo>
                    <a:cubicBezTo>
                      <a:pt x="1411" y="1074"/>
                      <a:pt x="1418" y="1079"/>
                      <a:pt x="1422" y="1075"/>
                    </a:cubicBezTo>
                    <a:cubicBezTo>
                      <a:pt x="1426" y="1071"/>
                      <a:pt x="1426" y="1065"/>
                      <a:pt x="1434" y="1058"/>
                    </a:cubicBezTo>
                    <a:cubicBezTo>
                      <a:pt x="1452" y="1031"/>
                      <a:pt x="1421" y="1038"/>
                      <a:pt x="1470" y="1031"/>
                    </a:cubicBezTo>
                    <a:cubicBezTo>
                      <a:pt x="1477" y="1023"/>
                      <a:pt x="1486" y="1019"/>
                      <a:pt x="1488" y="1012"/>
                    </a:cubicBezTo>
                    <a:cubicBezTo>
                      <a:pt x="1490" y="1005"/>
                      <a:pt x="1483" y="991"/>
                      <a:pt x="1485" y="986"/>
                    </a:cubicBezTo>
                    <a:cubicBezTo>
                      <a:pt x="1490" y="982"/>
                      <a:pt x="1497" y="982"/>
                      <a:pt x="1503" y="980"/>
                    </a:cubicBezTo>
                    <a:cubicBezTo>
                      <a:pt x="1510" y="978"/>
                      <a:pt x="1521" y="968"/>
                      <a:pt x="1521" y="968"/>
                    </a:cubicBezTo>
                    <a:cubicBezTo>
                      <a:pt x="1525" y="962"/>
                      <a:pt x="1532" y="952"/>
                      <a:pt x="1538" y="947"/>
                    </a:cubicBezTo>
                    <a:cubicBezTo>
                      <a:pt x="1544" y="942"/>
                      <a:pt x="1551" y="940"/>
                      <a:pt x="1557" y="937"/>
                    </a:cubicBezTo>
                    <a:cubicBezTo>
                      <a:pt x="1561" y="931"/>
                      <a:pt x="1569" y="930"/>
                      <a:pt x="1575" y="926"/>
                    </a:cubicBezTo>
                    <a:cubicBezTo>
                      <a:pt x="1579" y="922"/>
                      <a:pt x="1583" y="911"/>
                      <a:pt x="1590" y="908"/>
                    </a:cubicBezTo>
                    <a:cubicBezTo>
                      <a:pt x="1597" y="905"/>
                      <a:pt x="1609" y="913"/>
                      <a:pt x="1617" y="910"/>
                    </a:cubicBezTo>
                    <a:cubicBezTo>
                      <a:pt x="1630" y="906"/>
                      <a:pt x="1624" y="898"/>
                      <a:pt x="1637" y="892"/>
                    </a:cubicBezTo>
                    <a:cubicBezTo>
                      <a:pt x="1644" y="888"/>
                      <a:pt x="1654" y="886"/>
                      <a:pt x="1664" y="886"/>
                    </a:cubicBezTo>
                    <a:cubicBezTo>
                      <a:pt x="1674" y="886"/>
                      <a:pt x="1685" y="890"/>
                      <a:pt x="1695" y="890"/>
                    </a:cubicBezTo>
                    <a:cubicBezTo>
                      <a:pt x="1709" y="887"/>
                      <a:pt x="1717" y="889"/>
                      <a:pt x="1727" y="886"/>
                    </a:cubicBezTo>
                    <a:cubicBezTo>
                      <a:pt x="1737" y="883"/>
                      <a:pt x="1751" y="875"/>
                      <a:pt x="1757" y="869"/>
                    </a:cubicBezTo>
                    <a:cubicBezTo>
                      <a:pt x="1767" y="862"/>
                      <a:pt x="1764" y="853"/>
                      <a:pt x="1761" y="847"/>
                    </a:cubicBezTo>
                    <a:cubicBezTo>
                      <a:pt x="1758" y="841"/>
                      <a:pt x="1746" y="835"/>
                      <a:pt x="1740" y="830"/>
                    </a:cubicBezTo>
                    <a:cubicBezTo>
                      <a:pt x="1735" y="819"/>
                      <a:pt x="1728" y="824"/>
                      <a:pt x="1724" y="817"/>
                    </a:cubicBezTo>
                    <a:cubicBezTo>
                      <a:pt x="1720" y="810"/>
                      <a:pt x="1717" y="795"/>
                      <a:pt x="1713" y="788"/>
                    </a:cubicBezTo>
                    <a:cubicBezTo>
                      <a:pt x="1707" y="777"/>
                      <a:pt x="1703" y="782"/>
                      <a:pt x="1701" y="775"/>
                    </a:cubicBezTo>
                    <a:cubicBezTo>
                      <a:pt x="1699" y="768"/>
                      <a:pt x="1701" y="749"/>
                      <a:pt x="1698" y="743"/>
                    </a:cubicBezTo>
                    <a:cubicBezTo>
                      <a:pt x="1694" y="734"/>
                      <a:pt x="1686" y="743"/>
                      <a:pt x="1683" y="739"/>
                    </a:cubicBezTo>
                    <a:cubicBezTo>
                      <a:pt x="1680" y="735"/>
                      <a:pt x="1679" y="725"/>
                      <a:pt x="1677" y="716"/>
                    </a:cubicBezTo>
                    <a:cubicBezTo>
                      <a:pt x="1674" y="706"/>
                      <a:pt x="1671" y="696"/>
                      <a:pt x="1671" y="685"/>
                    </a:cubicBezTo>
                    <a:cubicBezTo>
                      <a:pt x="1671" y="674"/>
                      <a:pt x="1677" y="657"/>
                      <a:pt x="1680" y="650"/>
                    </a:cubicBezTo>
                    <a:cubicBezTo>
                      <a:pt x="1681" y="646"/>
                      <a:pt x="1687" y="647"/>
                      <a:pt x="1689" y="644"/>
                    </a:cubicBezTo>
                    <a:cubicBezTo>
                      <a:pt x="1694" y="639"/>
                      <a:pt x="1701" y="626"/>
                      <a:pt x="1701" y="626"/>
                    </a:cubicBezTo>
                    <a:cubicBezTo>
                      <a:pt x="1697" y="611"/>
                      <a:pt x="1697" y="608"/>
                      <a:pt x="1710" y="599"/>
                    </a:cubicBezTo>
                    <a:cubicBezTo>
                      <a:pt x="1712" y="596"/>
                      <a:pt x="1720" y="586"/>
                      <a:pt x="1719" y="581"/>
                    </a:cubicBezTo>
                    <a:cubicBezTo>
                      <a:pt x="1719" y="581"/>
                      <a:pt x="1676" y="531"/>
                      <a:pt x="1671" y="530"/>
                    </a:cubicBezTo>
                    <a:cubicBezTo>
                      <a:pt x="1657" y="527"/>
                      <a:pt x="1643" y="528"/>
                      <a:pt x="1629" y="527"/>
                    </a:cubicBezTo>
                    <a:cubicBezTo>
                      <a:pt x="1597" y="522"/>
                      <a:pt x="1611" y="517"/>
                      <a:pt x="1590" y="503"/>
                    </a:cubicBezTo>
                    <a:cubicBezTo>
                      <a:pt x="1583" y="496"/>
                      <a:pt x="1592" y="487"/>
                      <a:pt x="1590" y="481"/>
                    </a:cubicBezTo>
                    <a:cubicBezTo>
                      <a:pt x="1588" y="475"/>
                      <a:pt x="1578" y="472"/>
                      <a:pt x="1575" y="467"/>
                    </a:cubicBezTo>
                    <a:cubicBezTo>
                      <a:pt x="1572" y="458"/>
                      <a:pt x="1570" y="459"/>
                      <a:pt x="1569" y="451"/>
                    </a:cubicBezTo>
                    <a:cubicBezTo>
                      <a:pt x="1568" y="443"/>
                      <a:pt x="1571" y="425"/>
                      <a:pt x="1568" y="421"/>
                    </a:cubicBezTo>
                    <a:cubicBezTo>
                      <a:pt x="1565" y="417"/>
                      <a:pt x="1557" y="424"/>
                      <a:pt x="1548" y="424"/>
                    </a:cubicBezTo>
                    <a:cubicBezTo>
                      <a:pt x="1539" y="424"/>
                      <a:pt x="1525" y="424"/>
                      <a:pt x="1515" y="424"/>
                    </a:cubicBezTo>
                    <a:cubicBezTo>
                      <a:pt x="1505" y="424"/>
                      <a:pt x="1503" y="422"/>
                      <a:pt x="1488" y="422"/>
                    </a:cubicBezTo>
                    <a:cubicBezTo>
                      <a:pt x="1473" y="422"/>
                      <a:pt x="1434" y="425"/>
                      <a:pt x="1422" y="425"/>
                    </a:cubicBezTo>
                    <a:cubicBezTo>
                      <a:pt x="1395" y="417"/>
                      <a:pt x="1419" y="421"/>
                      <a:pt x="1418" y="419"/>
                    </a:cubicBezTo>
                    <a:cubicBezTo>
                      <a:pt x="1417" y="417"/>
                      <a:pt x="1416" y="418"/>
                      <a:pt x="1416" y="415"/>
                    </a:cubicBezTo>
                    <a:cubicBezTo>
                      <a:pt x="1416" y="412"/>
                      <a:pt x="1422" y="399"/>
                      <a:pt x="1416" y="398"/>
                    </a:cubicBezTo>
                    <a:cubicBezTo>
                      <a:pt x="1410" y="397"/>
                      <a:pt x="1392" y="406"/>
                      <a:pt x="1380" y="406"/>
                    </a:cubicBezTo>
                    <a:cubicBezTo>
                      <a:pt x="1368" y="406"/>
                      <a:pt x="1349" y="403"/>
                      <a:pt x="1341" y="398"/>
                    </a:cubicBezTo>
                    <a:cubicBezTo>
                      <a:pt x="1324" y="391"/>
                      <a:pt x="1336" y="378"/>
                      <a:pt x="1329" y="374"/>
                    </a:cubicBezTo>
                    <a:cubicBezTo>
                      <a:pt x="1322" y="370"/>
                      <a:pt x="1305" y="375"/>
                      <a:pt x="1296" y="371"/>
                    </a:cubicBezTo>
                    <a:cubicBezTo>
                      <a:pt x="1287" y="365"/>
                      <a:pt x="1283" y="355"/>
                      <a:pt x="1272" y="350"/>
                    </a:cubicBezTo>
                    <a:cubicBezTo>
                      <a:pt x="1240" y="336"/>
                      <a:pt x="1265" y="352"/>
                      <a:pt x="1245" y="338"/>
                    </a:cubicBezTo>
                    <a:cubicBezTo>
                      <a:pt x="1235" y="329"/>
                      <a:pt x="1231" y="300"/>
                      <a:pt x="1224" y="290"/>
                    </a:cubicBezTo>
                    <a:cubicBezTo>
                      <a:pt x="1217" y="280"/>
                      <a:pt x="1207" y="283"/>
                      <a:pt x="1200" y="277"/>
                    </a:cubicBezTo>
                    <a:cubicBezTo>
                      <a:pt x="1193" y="271"/>
                      <a:pt x="1192" y="260"/>
                      <a:pt x="1184" y="254"/>
                    </a:cubicBezTo>
                    <a:cubicBezTo>
                      <a:pt x="1176" y="248"/>
                      <a:pt x="1159" y="245"/>
                      <a:pt x="1152" y="242"/>
                    </a:cubicBezTo>
                    <a:cubicBezTo>
                      <a:pt x="1149" y="240"/>
                      <a:pt x="1147" y="236"/>
                      <a:pt x="1143" y="236"/>
                    </a:cubicBezTo>
                    <a:cubicBezTo>
                      <a:pt x="1137" y="236"/>
                      <a:pt x="1130" y="231"/>
                      <a:pt x="1124" y="232"/>
                    </a:cubicBezTo>
                    <a:cubicBezTo>
                      <a:pt x="1109" y="250"/>
                      <a:pt x="1103" y="244"/>
                      <a:pt x="1092" y="245"/>
                    </a:cubicBezTo>
                    <a:cubicBezTo>
                      <a:pt x="1090" y="253"/>
                      <a:pt x="1093" y="264"/>
                      <a:pt x="1086" y="269"/>
                    </a:cubicBezTo>
                    <a:cubicBezTo>
                      <a:pt x="1081" y="273"/>
                      <a:pt x="1068" y="275"/>
                      <a:pt x="1068" y="275"/>
                    </a:cubicBezTo>
                    <a:cubicBezTo>
                      <a:pt x="1019" y="271"/>
                      <a:pt x="1043" y="274"/>
                      <a:pt x="1017" y="257"/>
                    </a:cubicBezTo>
                    <a:cubicBezTo>
                      <a:pt x="1007" y="264"/>
                      <a:pt x="997" y="259"/>
                      <a:pt x="986" y="263"/>
                    </a:cubicBezTo>
                    <a:cubicBezTo>
                      <a:pt x="965" y="249"/>
                      <a:pt x="973" y="253"/>
                      <a:pt x="957" y="248"/>
                    </a:cubicBezTo>
                    <a:cubicBezTo>
                      <a:pt x="939" y="249"/>
                      <a:pt x="924" y="255"/>
                      <a:pt x="906" y="257"/>
                    </a:cubicBezTo>
                    <a:cubicBezTo>
                      <a:pt x="900" y="258"/>
                      <a:pt x="888" y="263"/>
                      <a:pt x="888" y="263"/>
                    </a:cubicBezTo>
                    <a:cubicBezTo>
                      <a:pt x="869" y="258"/>
                      <a:pt x="857" y="235"/>
                      <a:pt x="843" y="233"/>
                    </a:cubicBezTo>
                    <a:cubicBezTo>
                      <a:pt x="834" y="232"/>
                      <a:pt x="825" y="231"/>
                      <a:pt x="816" y="230"/>
                    </a:cubicBezTo>
                    <a:cubicBezTo>
                      <a:pt x="806" y="216"/>
                      <a:pt x="811" y="224"/>
                      <a:pt x="804" y="203"/>
                    </a:cubicBezTo>
                    <a:cubicBezTo>
                      <a:pt x="801" y="194"/>
                      <a:pt x="777" y="191"/>
                      <a:pt x="777" y="191"/>
                    </a:cubicBezTo>
                    <a:cubicBezTo>
                      <a:pt x="768" y="182"/>
                      <a:pt x="753" y="191"/>
                      <a:pt x="743" y="184"/>
                    </a:cubicBezTo>
                    <a:cubicBezTo>
                      <a:pt x="733" y="170"/>
                      <a:pt x="750" y="156"/>
                      <a:pt x="729" y="149"/>
                    </a:cubicBezTo>
                    <a:cubicBezTo>
                      <a:pt x="723" y="147"/>
                      <a:pt x="708" y="152"/>
                      <a:pt x="708" y="152"/>
                    </a:cubicBezTo>
                    <a:cubicBezTo>
                      <a:pt x="701" y="148"/>
                      <a:pt x="692" y="125"/>
                      <a:pt x="684" y="122"/>
                    </a:cubicBezTo>
                    <a:cubicBezTo>
                      <a:pt x="676" y="119"/>
                      <a:pt x="669" y="134"/>
                      <a:pt x="660" y="131"/>
                    </a:cubicBezTo>
                    <a:cubicBezTo>
                      <a:pt x="646" y="126"/>
                      <a:pt x="642" y="112"/>
                      <a:pt x="630" y="104"/>
                    </a:cubicBezTo>
                    <a:cubicBezTo>
                      <a:pt x="621" y="91"/>
                      <a:pt x="623" y="77"/>
                      <a:pt x="606" y="71"/>
                    </a:cubicBezTo>
                    <a:cubicBezTo>
                      <a:pt x="593" y="51"/>
                      <a:pt x="609" y="11"/>
                      <a:pt x="575" y="11"/>
                    </a:cubicBezTo>
                    <a:close/>
                  </a:path>
                </a:pathLst>
              </a:custGeom>
              <a:solidFill>
                <a:srgbClr val="FFCC99"/>
              </a:solidFill>
              <a:ln w="12700">
                <a:solidFill>
                  <a:srgbClr val="FF0000"/>
                </a:solidFill>
                <a:prstDash val="sysDot"/>
                <a:round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Rectangle 40"/>
              <p:cNvSpPr>
                <a:spLocks noChangeArrowheads="1"/>
              </p:cNvSpPr>
              <p:nvPr/>
            </p:nvSpPr>
            <p:spPr bwMode="auto">
              <a:xfrm>
                <a:off x="4201" y="2035"/>
                <a:ext cx="27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CN" sz="2000" b="1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3" name="Rectangle 42"/>
              <p:cNvSpPr>
                <a:spLocks noChangeArrowheads="1"/>
              </p:cNvSpPr>
              <p:nvPr/>
            </p:nvSpPr>
            <p:spPr bwMode="auto">
              <a:xfrm>
                <a:off x="5053" y="2257"/>
                <a:ext cx="2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D</a:t>
                </a:r>
                <a:endParaRPr kumimoji="1" lang="en-US" altLang="zh-CN" sz="20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Rectangle 43"/>
              <p:cNvSpPr>
                <a:spLocks noChangeArrowheads="1"/>
              </p:cNvSpPr>
              <p:nvPr/>
            </p:nvSpPr>
            <p:spPr bwMode="auto">
              <a:xfrm>
                <a:off x="3756" y="2010"/>
                <a:ext cx="2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C</a:t>
                </a:r>
                <a:endParaRPr kumimoji="1" lang="en-US" altLang="zh-CN" sz="20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0" name="Oval 60"/>
            <p:cNvSpPr>
              <a:spLocks noChangeArrowheads="1"/>
            </p:cNvSpPr>
            <p:nvPr/>
          </p:nvSpPr>
          <p:spPr bwMode="auto">
            <a:xfrm>
              <a:off x="4280" y="2084"/>
              <a:ext cx="34" cy="34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Group 58"/>
          <p:cNvGrpSpPr/>
          <p:nvPr/>
        </p:nvGrpSpPr>
        <p:grpSpPr bwMode="auto">
          <a:xfrm>
            <a:off x="8874027" y="3066308"/>
            <a:ext cx="911225" cy="906462"/>
            <a:chOff x="4006" y="1817"/>
            <a:chExt cx="574" cy="571"/>
          </a:xfrm>
        </p:grpSpPr>
        <p:sp>
          <p:nvSpPr>
            <p:cNvPr id="46" name="Oval 15"/>
            <p:cNvSpPr>
              <a:spLocks noChangeArrowheads="1"/>
            </p:cNvSpPr>
            <p:nvPr/>
          </p:nvSpPr>
          <p:spPr bwMode="auto">
            <a:xfrm>
              <a:off x="4008" y="1817"/>
              <a:ext cx="572" cy="571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Line 16"/>
            <p:cNvSpPr>
              <a:spLocks noChangeShapeType="1"/>
            </p:cNvSpPr>
            <p:nvPr/>
          </p:nvSpPr>
          <p:spPr bwMode="auto">
            <a:xfrm flipH="1">
              <a:off x="4006" y="2105"/>
              <a:ext cx="28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oval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41"/>
            <p:cNvSpPr>
              <a:spLocks noChangeArrowheads="1"/>
            </p:cNvSpPr>
            <p:nvPr/>
          </p:nvSpPr>
          <p:spPr bwMode="auto">
            <a:xfrm>
              <a:off x="4062" y="1866"/>
              <a:ext cx="3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endParaRPr kumimoji="1" lang="en-US" altLang="zh-CN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Group 59"/>
          <p:cNvGrpSpPr/>
          <p:nvPr/>
        </p:nvGrpSpPr>
        <p:grpSpPr bwMode="auto">
          <a:xfrm>
            <a:off x="9177240" y="3298083"/>
            <a:ext cx="1063625" cy="671512"/>
            <a:chOff x="4197" y="1963"/>
            <a:chExt cx="670" cy="423"/>
          </a:xfrm>
        </p:grpSpPr>
        <p:sp>
          <p:nvSpPr>
            <p:cNvPr id="50" name="Freeform 50"/>
            <p:cNvSpPr/>
            <p:nvPr/>
          </p:nvSpPr>
          <p:spPr bwMode="auto">
            <a:xfrm>
              <a:off x="4197" y="1995"/>
              <a:ext cx="518" cy="391"/>
            </a:xfrm>
            <a:custGeom>
              <a:avLst/>
              <a:gdLst>
                <a:gd name="T0" fmla="*/ 84 w 518"/>
                <a:gd name="T1" fmla="*/ 30 h 391"/>
                <a:gd name="T2" fmla="*/ 50 w 518"/>
                <a:gd name="T3" fmla="*/ 75 h 391"/>
                <a:gd name="T4" fmla="*/ 23 w 518"/>
                <a:gd name="T5" fmla="*/ 105 h 391"/>
                <a:gd name="T6" fmla="*/ 15 w 518"/>
                <a:gd name="T7" fmla="*/ 129 h 391"/>
                <a:gd name="T8" fmla="*/ 6 w 518"/>
                <a:gd name="T9" fmla="*/ 149 h 391"/>
                <a:gd name="T10" fmla="*/ 3 w 518"/>
                <a:gd name="T11" fmla="*/ 207 h 391"/>
                <a:gd name="T12" fmla="*/ 23 w 518"/>
                <a:gd name="T13" fmla="*/ 264 h 391"/>
                <a:gd name="T14" fmla="*/ 54 w 518"/>
                <a:gd name="T15" fmla="*/ 339 h 391"/>
                <a:gd name="T16" fmla="*/ 114 w 518"/>
                <a:gd name="T17" fmla="*/ 371 h 391"/>
                <a:gd name="T18" fmla="*/ 225 w 518"/>
                <a:gd name="T19" fmla="*/ 339 h 391"/>
                <a:gd name="T20" fmla="*/ 285 w 518"/>
                <a:gd name="T21" fmla="*/ 357 h 391"/>
                <a:gd name="T22" fmla="*/ 345 w 518"/>
                <a:gd name="T23" fmla="*/ 387 h 391"/>
                <a:gd name="T24" fmla="*/ 435 w 518"/>
                <a:gd name="T25" fmla="*/ 381 h 391"/>
                <a:gd name="T26" fmla="*/ 455 w 518"/>
                <a:gd name="T27" fmla="*/ 366 h 391"/>
                <a:gd name="T28" fmla="*/ 489 w 518"/>
                <a:gd name="T29" fmla="*/ 333 h 391"/>
                <a:gd name="T30" fmla="*/ 507 w 518"/>
                <a:gd name="T31" fmla="*/ 255 h 391"/>
                <a:gd name="T32" fmla="*/ 423 w 518"/>
                <a:gd name="T33" fmla="*/ 153 h 391"/>
                <a:gd name="T34" fmla="*/ 369 w 518"/>
                <a:gd name="T35" fmla="*/ 117 h 391"/>
                <a:gd name="T36" fmla="*/ 356 w 518"/>
                <a:gd name="T37" fmla="*/ 101 h 391"/>
                <a:gd name="T38" fmla="*/ 339 w 518"/>
                <a:gd name="T39" fmla="*/ 87 h 391"/>
                <a:gd name="T40" fmla="*/ 303 w 518"/>
                <a:gd name="T41" fmla="*/ 63 h 391"/>
                <a:gd name="T42" fmla="*/ 213 w 518"/>
                <a:gd name="T43" fmla="*/ 9 h 391"/>
                <a:gd name="T44" fmla="*/ 122 w 518"/>
                <a:gd name="T45" fmla="*/ 11 h 391"/>
                <a:gd name="T46" fmla="*/ 84 w 518"/>
                <a:gd name="T47" fmla="*/ 30 h 39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18"/>
                <a:gd name="T73" fmla="*/ 0 h 391"/>
                <a:gd name="T74" fmla="*/ 518 w 518"/>
                <a:gd name="T75" fmla="*/ 391 h 39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18" h="391">
                  <a:moveTo>
                    <a:pt x="84" y="30"/>
                  </a:moveTo>
                  <a:cubicBezTo>
                    <a:pt x="73" y="43"/>
                    <a:pt x="60" y="63"/>
                    <a:pt x="50" y="75"/>
                  </a:cubicBezTo>
                  <a:cubicBezTo>
                    <a:pt x="39" y="87"/>
                    <a:pt x="29" y="96"/>
                    <a:pt x="23" y="105"/>
                  </a:cubicBezTo>
                  <a:cubicBezTo>
                    <a:pt x="17" y="114"/>
                    <a:pt x="18" y="122"/>
                    <a:pt x="15" y="129"/>
                  </a:cubicBezTo>
                  <a:cubicBezTo>
                    <a:pt x="14" y="136"/>
                    <a:pt x="8" y="136"/>
                    <a:pt x="6" y="149"/>
                  </a:cubicBezTo>
                  <a:cubicBezTo>
                    <a:pt x="4" y="162"/>
                    <a:pt x="0" y="188"/>
                    <a:pt x="3" y="207"/>
                  </a:cubicBezTo>
                  <a:cubicBezTo>
                    <a:pt x="6" y="226"/>
                    <a:pt x="18" y="250"/>
                    <a:pt x="23" y="264"/>
                  </a:cubicBezTo>
                  <a:cubicBezTo>
                    <a:pt x="28" y="278"/>
                    <a:pt x="9" y="236"/>
                    <a:pt x="54" y="339"/>
                  </a:cubicBezTo>
                  <a:cubicBezTo>
                    <a:pt x="67" y="359"/>
                    <a:pt x="86" y="371"/>
                    <a:pt x="114" y="371"/>
                  </a:cubicBezTo>
                  <a:cubicBezTo>
                    <a:pt x="142" y="371"/>
                    <a:pt x="197" y="341"/>
                    <a:pt x="225" y="339"/>
                  </a:cubicBezTo>
                  <a:cubicBezTo>
                    <a:pt x="253" y="337"/>
                    <a:pt x="265" y="349"/>
                    <a:pt x="285" y="357"/>
                  </a:cubicBezTo>
                  <a:cubicBezTo>
                    <a:pt x="305" y="365"/>
                    <a:pt x="320" y="383"/>
                    <a:pt x="345" y="387"/>
                  </a:cubicBezTo>
                  <a:cubicBezTo>
                    <a:pt x="370" y="391"/>
                    <a:pt x="417" y="385"/>
                    <a:pt x="435" y="381"/>
                  </a:cubicBezTo>
                  <a:cubicBezTo>
                    <a:pt x="453" y="371"/>
                    <a:pt x="446" y="374"/>
                    <a:pt x="455" y="366"/>
                  </a:cubicBezTo>
                  <a:cubicBezTo>
                    <a:pt x="464" y="358"/>
                    <a:pt x="480" y="351"/>
                    <a:pt x="489" y="333"/>
                  </a:cubicBezTo>
                  <a:cubicBezTo>
                    <a:pt x="498" y="315"/>
                    <a:pt x="518" y="285"/>
                    <a:pt x="507" y="255"/>
                  </a:cubicBezTo>
                  <a:cubicBezTo>
                    <a:pt x="496" y="225"/>
                    <a:pt x="446" y="176"/>
                    <a:pt x="423" y="153"/>
                  </a:cubicBezTo>
                  <a:cubicBezTo>
                    <a:pt x="400" y="130"/>
                    <a:pt x="380" y="126"/>
                    <a:pt x="369" y="117"/>
                  </a:cubicBezTo>
                  <a:cubicBezTo>
                    <a:pt x="358" y="108"/>
                    <a:pt x="361" y="106"/>
                    <a:pt x="356" y="101"/>
                  </a:cubicBezTo>
                  <a:cubicBezTo>
                    <a:pt x="351" y="96"/>
                    <a:pt x="348" y="93"/>
                    <a:pt x="339" y="87"/>
                  </a:cubicBezTo>
                  <a:cubicBezTo>
                    <a:pt x="330" y="81"/>
                    <a:pt x="324" y="76"/>
                    <a:pt x="303" y="63"/>
                  </a:cubicBezTo>
                  <a:cubicBezTo>
                    <a:pt x="282" y="50"/>
                    <a:pt x="243" y="18"/>
                    <a:pt x="213" y="9"/>
                  </a:cubicBezTo>
                  <a:cubicBezTo>
                    <a:pt x="183" y="0"/>
                    <a:pt x="143" y="8"/>
                    <a:pt x="122" y="11"/>
                  </a:cubicBezTo>
                  <a:cubicBezTo>
                    <a:pt x="101" y="14"/>
                    <a:pt x="92" y="26"/>
                    <a:pt x="84" y="30"/>
                  </a:cubicBezTo>
                  <a:close/>
                </a:path>
              </a:pathLst>
            </a:custGeom>
            <a:noFill/>
            <a:ln w="12700">
              <a:solidFill>
                <a:srgbClr val="00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Line 51"/>
            <p:cNvSpPr>
              <a:spLocks noChangeShapeType="1"/>
            </p:cNvSpPr>
            <p:nvPr/>
          </p:nvSpPr>
          <p:spPr bwMode="auto">
            <a:xfrm>
              <a:off x="4624" y="2152"/>
              <a:ext cx="62" cy="6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52"/>
            <p:cNvSpPr>
              <a:spLocks noChangeArrowheads="1"/>
            </p:cNvSpPr>
            <p:nvPr/>
          </p:nvSpPr>
          <p:spPr bwMode="auto">
            <a:xfrm>
              <a:off x="4620" y="1963"/>
              <a:ext cx="24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</a:t>
              </a:r>
              <a:endParaRPr kumimoji="1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4E2498E-0ABA-372A-8708-C24283F87D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502732"/>
              </p:ext>
            </p:extLst>
          </p:nvPr>
        </p:nvGraphicFramePr>
        <p:xfrm>
          <a:off x="2844936" y="5533688"/>
          <a:ext cx="4546464" cy="413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234880" imgH="203040" progId="Equation.DSMT4">
                  <p:embed/>
                </p:oleObj>
              </mc:Choice>
              <mc:Fallback>
                <p:oleObj name="Equation" r:id="rId21" imgW="2234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844936" y="5533688"/>
                        <a:ext cx="4546464" cy="413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eform 60">
            <a:extLst>
              <a:ext uri="{FF2B5EF4-FFF2-40B4-BE49-F238E27FC236}">
                <a16:creationId xmlns:a16="http://schemas.microsoft.com/office/drawing/2014/main" id="{6A7FA653-06BE-4134-8B22-29C5D6C22D0C}"/>
              </a:ext>
            </a:extLst>
          </p:cNvPr>
          <p:cNvSpPr>
            <a:spLocks/>
          </p:cNvSpPr>
          <p:nvPr/>
        </p:nvSpPr>
        <p:spPr bwMode="auto">
          <a:xfrm>
            <a:off x="10126388" y="3412383"/>
            <a:ext cx="373810" cy="537221"/>
          </a:xfrm>
          <a:custGeom>
            <a:avLst/>
            <a:gdLst>
              <a:gd name="T0" fmla="*/ 44 w 135"/>
              <a:gd name="T1" fmla="*/ 13 h 110"/>
              <a:gd name="T2" fmla="*/ 32 w 135"/>
              <a:gd name="T3" fmla="*/ 29 h 110"/>
              <a:gd name="T4" fmla="*/ 9 w 135"/>
              <a:gd name="T5" fmla="*/ 32 h 110"/>
              <a:gd name="T6" fmla="*/ 3 w 135"/>
              <a:gd name="T7" fmla="*/ 50 h 110"/>
              <a:gd name="T8" fmla="*/ 21 w 135"/>
              <a:gd name="T9" fmla="*/ 56 h 110"/>
              <a:gd name="T10" fmla="*/ 44 w 135"/>
              <a:gd name="T11" fmla="*/ 89 h 110"/>
              <a:gd name="T12" fmla="*/ 65 w 135"/>
              <a:gd name="T13" fmla="*/ 83 h 110"/>
              <a:gd name="T14" fmla="*/ 87 w 135"/>
              <a:gd name="T15" fmla="*/ 86 h 110"/>
              <a:gd name="T16" fmla="*/ 104 w 135"/>
              <a:gd name="T17" fmla="*/ 103 h 110"/>
              <a:gd name="T18" fmla="*/ 129 w 135"/>
              <a:gd name="T19" fmla="*/ 106 h 110"/>
              <a:gd name="T20" fmla="*/ 131 w 135"/>
              <a:gd name="T21" fmla="*/ 79 h 110"/>
              <a:gd name="T22" fmla="*/ 135 w 135"/>
              <a:gd name="T23" fmla="*/ 68 h 110"/>
              <a:gd name="T24" fmla="*/ 129 w 135"/>
              <a:gd name="T25" fmla="*/ 49 h 110"/>
              <a:gd name="T26" fmla="*/ 111 w 135"/>
              <a:gd name="T27" fmla="*/ 46 h 110"/>
              <a:gd name="T28" fmla="*/ 105 w 135"/>
              <a:gd name="T29" fmla="*/ 14 h 110"/>
              <a:gd name="T30" fmla="*/ 86 w 135"/>
              <a:gd name="T31" fmla="*/ 19 h 110"/>
              <a:gd name="T32" fmla="*/ 78 w 135"/>
              <a:gd name="T33" fmla="*/ 1 h 110"/>
              <a:gd name="T34" fmla="*/ 44 w 135"/>
              <a:gd name="T35" fmla="*/ 13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35" h="110">
                <a:moveTo>
                  <a:pt x="44" y="13"/>
                </a:moveTo>
                <a:cubicBezTo>
                  <a:pt x="36" y="16"/>
                  <a:pt x="38" y="26"/>
                  <a:pt x="32" y="29"/>
                </a:cubicBezTo>
                <a:cubicBezTo>
                  <a:pt x="26" y="32"/>
                  <a:pt x="14" y="29"/>
                  <a:pt x="9" y="32"/>
                </a:cubicBezTo>
                <a:cubicBezTo>
                  <a:pt x="3" y="35"/>
                  <a:pt x="0" y="44"/>
                  <a:pt x="3" y="50"/>
                </a:cubicBezTo>
                <a:cubicBezTo>
                  <a:pt x="6" y="56"/>
                  <a:pt x="15" y="54"/>
                  <a:pt x="21" y="56"/>
                </a:cubicBezTo>
                <a:cubicBezTo>
                  <a:pt x="28" y="61"/>
                  <a:pt x="33" y="84"/>
                  <a:pt x="44" y="89"/>
                </a:cubicBezTo>
                <a:cubicBezTo>
                  <a:pt x="51" y="93"/>
                  <a:pt x="58" y="83"/>
                  <a:pt x="65" y="83"/>
                </a:cubicBezTo>
                <a:cubicBezTo>
                  <a:pt x="72" y="83"/>
                  <a:pt x="81" y="83"/>
                  <a:pt x="87" y="86"/>
                </a:cubicBezTo>
                <a:cubicBezTo>
                  <a:pt x="93" y="88"/>
                  <a:pt x="97" y="100"/>
                  <a:pt x="104" y="103"/>
                </a:cubicBezTo>
                <a:cubicBezTo>
                  <a:pt x="111" y="106"/>
                  <a:pt x="124" y="110"/>
                  <a:pt x="129" y="106"/>
                </a:cubicBezTo>
                <a:cubicBezTo>
                  <a:pt x="134" y="102"/>
                  <a:pt x="130" y="85"/>
                  <a:pt x="131" y="79"/>
                </a:cubicBezTo>
                <a:cubicBezTo>
                  <a:pt x="132" y="73"/>
                  <a:pt x="135" y="73"/>
                  <a:pt x="135" y="68"/>
                </a:cubicBezTo>
                <a:cubicBezTo>
                  <a:pt x="134" y="64"/>
                  <a:pt x="133" y="53"/>
                  <a:pt x="129" y="49"/>
                </a:cubicBezTo>
                <a:cubicBezTo>
                  <a:pt x="125" y="45"/>
                  <a:pt x="115" y="52"/>
                  <a:pt x="111" y="46"/>
                </a:cubicBezTo>
                <a:cubicBezTo>
                  <a:pt x="107" y="40"/>
                  <a:pt x="109" y="18"/>
                  <a:pt x="105" y="14"/>
                </a:cubicBezTo>
                <a:cubicBezTo>
                  <a:pt x="102" y="7"/>
                  <a:pt x="90" y="21"/>
                  <a:pt x="86" y="19"/>
                </a:cubicBezTo>
                <a:cubicBezTo>
                  <a:pt x="82" y="17"/>
                  <a:pt x="85" y="2"/>
                  <a:pt x="78" y="1"/>
                </a:cubicBezTo>
                <a:cubicBezTo>
                  <a:pt x="71" y="0"/>
                  <a:pt x="52" y="10"/>
                  <a:pt x="44" y="13"/>
                </a:cubicBez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FF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43">
            <a:extLst>
              <a:ext uri="{FF2B5EF4-FFF2-40B4-BE49-F238E27FC236}">
                <a16:creationId xmlns:a16="http://schemas.microsoft.com/office/drawing/2014/main" id="{D0B0890D-8EEC-A3B6-D030-F8F4CEB38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4182" y="3342532"/>
            <a:ext cx="469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endParaRPr kumimoji="1" lang="en-US" altLang="zh-CN" sz="20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687388" y="832880"/>
            <a:ext cx="4222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一、泰勒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(Taylor)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1259379" y="1605478"/>
            <a:ext cx="1211263" cy="463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</a:p>
        </p:txBody>
      </p:sp>
      <p:graphicFrame>
        <p:nvGraphicFramePr>
          <p:cNvPr id="2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684313"/>
              </p:ext>
            </p:extLst>
          </p:nvPr>
        </p:nvGraphicFramePr>
        <p:xfrm>
          <a:off x="2135560" y="1676777"/>
          <a:ext cx="97853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775040" imgH="228600" progId="Equation.DSMT4">
                  <p:embed/>
                </p:oleObj>
              </mc:Choice>
              <mc:Fallback>
                <p:oleObj name="Equation" r:id="rId3" imgW="4775040" imgH="228600" progId="Equation.DSMT4">
                  <p:embed/>
                  <p:pic>
                    <p:nvPicPr>
                      <p:cNvPr id="21" name="Object 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1676777"/>
                        <a:ext cx="9785350" cy="463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055696"/>
              </p:ext>
            </p:extLst>
          </p:nvPr>
        </p:nvGraphicFramePr>
        <p:xfrm>
          <a:off x="2135560" y="2264064"/>
          <a:ext cx="5639866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55800" imgH="228600" progId="Equation.DSMT4">
                  <p:embed/>
                </p:oleObj>
              </mc:Choice>
              <mc:Fallback>
                <p:oleObj name="Equation" r:id="rId5" imgW="2755800" imgH="22860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2264064"/>
                        <a:ext cx="5639866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内容占位符 3"/>
          <p:cNvSpPr txBox="1"/>
          <p:nvPr/>
        </p:nvSpPr>
        <p:spPr>
          <a:xfrm>
            <a:off x="1343025" y="106363"/>
            <a:ext cx="413605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解析函数的泰勒展式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Rectangle 3"/>
          <p:cNvSpPr>
            <a:spLocks noChangeArrowheads="1"/>
          </p:cNvSpPr>
          <p:nvPr/>
        </p:nvSpPr>
        <p:spPr bwMode="auto">
          <a:xfrm>
            <a:off x="723189" y="971734"/>
            <a:ext cx="72088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二、幂级数的和函数在其收敛圆周上的状况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内容占位符 3"/>
          <p:cNvSpPr txBox="1"/>
          <p:nvPr/>
        </p:nvSpPr>
        <p:spPr>
          <a:xfrm>
            <a:off x="1343025" y="106363"/>
            <a:ext cx="413605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解析函数的泰勒展式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873446-AC7A-CC59-8969-B3B229B8B783}"/>
              </a:ext>
            </a:extLst>
          </p:cNvPr>
          <p:cNvSpPr/>
          <p:nvPr/>
        </p:nvSpPr>
        <p:spPr>
          <a:xfrm>
            <a:off x="4007404" y="3547136"/>
            <a:ext cx="122738" cy="28843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4EA3BC3-DF38-DE85-6B6A-AB449C1243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688051"/>
              </p:ext>
            </p:extLst>
          </p:nvPr>
        </p:nvGraphicFramePr>
        <p:xfrm>
          <a:off x="2552076" y="4559478"/>
          <a:ext cx="7998156" cy="2192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76640" imgH="1117440" progId="Equation.DSMT4">
                  <p:embed/>
                </p:oleObj>
              </mc:Choice>
              <mc:Fallback>
                <p:oleObj name="Equation" r:id="rId3" imgW="4076640" imgH="1117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2076" y="4559478"/>
                        <a:ext cx="7998156" cy="21921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>
            <a:extLst>
              <a:ext uri="{FF2B5EF4-FFF2-40B4-BE49-F238E27FC236}">
                <a16:creationId xmlns:a16="http://schemas.microsoft.com/office/drawing/2014/main" id="{0716C687-E47A-FC40-8F93-AB66B59BA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580" y="4559478"/>
            <a:ext cx="1211263" cy="463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推论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45818" y="845668"/>
            <a:ext cx="60975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三、一些初等函数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的泰勒展式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2067223" y="1467832"/>
            <a:ext cx="236061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直接展开法</a:t>
            </a:r>
          </a:p>
        </p:txBody>
      </p:sp>
      <p:grpSp>
        <p:nvGrpSpPr>
          <p:cNvPr id="7" name="Group 25"/>
          <p:cNvGrpSpPr/>
          <p:nvPr/>
        </p:nvGrpSpPr>
        <p:grpSpPr bwMode="auto">
          <a:xfrm>
            <a:off x="2399011" y="1890107"/>
            <a:ext cx="6738938" cy="785813"/>
            <a:chOff x="544" y="1001"/>
            <a:chExt cx="4245" cy="495"/>
          </a:xfrm>
        </p:grpSpPr>
        <p:graphicFrame>
          <p:nvGraphicFramePr>
            <p:cNvPr id="8" name="Object 8"/>
            <p:cNvGraphicFramePr/>
            <p:nvPr>
              <p:extLst>
                <p:ext uri="{D42A27DB-BD31-4B8C-83A1-F6EECF244321}">
                  <p14:modId xmlns:p14="http://schemas.microsoft.com/office/powerpoint/2010/main" val="1748818279"/>
                </p:ext>
              </p:extLst>
            </p:nvPr>
          </p:nvGraphicFramePr>
          <p:xfrm>
            <a:off x="3680" y="1001"/>
            <a:ext cx="1109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14400" imgH="419040" progId="Equation.DSMT4">
                    <p:embed/>
                  </p:oleObj>
                </mc:Choice>
                <mc:Fallback>
                  <p:oleObj name="Equation" r:id="rId3" imgW="914400" imgH="419040" progId="Equation.DSMT4">
                    <p:embed/>
                    <p:pic>
                      <p:nvPicPr>
                        <p:cNvPr id="8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0" y="1001"/>
                          <a:ext cx="1109" cy="49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544" y="1105"/>
              <a:ext cx="34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Blip>
                  <a:blip r:embed="rId5"/>
                </a:buBlip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利用泰勒定理，直接计算展开系数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26"/>
          <p:cNvGrpSpPr/>
          <p:nvPr/>
        </p:nvGrpSpPr>
        <p:grpSpPr bwMode="auto">
          <a:xfrm>
            <a:off x="2071986" y="2844195"/>
            <a:ext cx="6918325" cy="492125"/>
            <a:chOff x="338" y="1602"/>
            <a:chExt cx="4358" cy="310"/>
          </a:xfrm>
        </p:grpSpPr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658" y="1620"/>
              <a:ext cx="403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将函数                 在          点展开为幂级数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338" y="1602"/>
              <a:ext cx="6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例</a:t>
              </a:r>
            </a:p>
          </p:txBody>
        </p:sp>
        <p:graphicFrame>
          <p:nvGraphicFramePr>
            <p:cNvPr id="13" name="Object 6"/>
            <p:cNvGraphicFramePr/>
            <p:nvPr/>
          </p:nvGraphicFramePr>
          <p:xfrm>
            <a:off x="1321" y="1617"/>
            <a:ext cx="76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206500" imgH="431800" progId="Equation.3">
                    <p:embed/>
                  </p:oleObj>
                </mc:Choice>
                <mc:Fallback>
                  <p:oleObj name="公式" r:id="rId6" imgW="1206500" imgH="431800" progId="Equation.3">
                    <p:embed/>
                    <p:pic>
                      <p:nvPicPr>
                        <p:cNvPr id="13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1" y="1617"/>
                          <a:ext cx="760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7"/>
            <p:cNvGraphicFramePr/>
            <p:nvPr/>
          </p:nvGraphicFramePr>
          <p:xfrm>
            <a:off x="2356" y="1671"/>
            <a:ext cx="407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647700" imgH="292100" progId="Equation.3">
                    <p:embed/>
                  </p:oleObj>
                </mc:Choice>
                <mc:Fallback>
                  <p:oleObj name="公式" r:id="rId8" imgW="647700" imgH="292100" progId="Equation.3">
                    <p:embed/>
                    <p:pic>
                      <p:nvPicPr>
                        <p:cNvPr id="14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6" y="1671"/>
                          <a:ext cx="407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27"/>
          <p:cNvGrpSpPr/>
          <p:nvPr/>
        </p:nvGrpSpPr>
        <p:grpSpPr bwMode="auto">
          <a:xfrm>
            <a:off x="2070398" y="3795107"/>
            <a:ext cx="3141662" cy="506412"/>
            <a:chOff x="337" y="2153"/>
            <a:chExt cx="1979" cy="319"/>
          </a:xfrm>
        </p:grpSpPr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337" y="2153"/>
              <a:ext cx="5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</a:t>
              </a:r>
            </a:p>
          </p:txBody>
        </p:sp>
        <p:graphicFrame>
          <p:nvGraphicFramePr>
            <p:cNvPr id="17" name="Object 5"/>
            <p:cNvGraphicFramePr/>
            <p:nvPr/>
          </p:nvGraphicFramePr>
          <p:xfrm>
            <a:off x="724" y="2160"/>
            <a:ext cx="1592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527300" imgH="495300" progId="Equation.3">
                    <p:embed/>
                  </p:oleObj>
                </mc:Choice>
                <mc:Fallback>
                  <p:oleObj name="公式" r:id="rId10" imgW="2527300" imgH="495300" progId="Equation.3">
                    <p:embed/>
                    <p:pic>
                      <p:nvPicPr>
                        <p:cNvPr id="17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4" y="2160"/>
                          <a:ext cx="1592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2"/>
          <p:cNvGraphicFramePr/>
          <p:nvPr>
            <p:extLst>
              <p:ext uri="{D42A27DB-BD31-4B8C-83A1-F6EECF244321}">
                <p14:modId xmlns:p14="http://schemas.microsoft.com/office/powerpoint/2010/main" val="3985410971"/>
              </p:ext>
            </p:extLst>
          </p:nvPr>
        </p:nvGraphicFramePr>
        <p:xfrm>
          <a:off x="5331390" y="3580604"/>
          <a:ext cx="2781608" cy="878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09400" imgH="419040" progId="Equation.DSMT4">
                  <p:embed/>
                </p:oleObj>
              </mc:Choice>
              <mc:Fallback>
                <p:oleObj name="Equation" r:id="rId12" imgW="1409400" imgH="419040" progId="Equation.DSMT4">
                  <p:embed/>
                  <p:pic>
                    <p:nvPicPr>
                      <p:cNvPr id="18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1390" y="3580604"/>
                        <a:ext cx="2781608" cy="8788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"/>
          <p:cNvGraphicFramePr/>
          <p:nvPr/>
        </p:nvGraphicFramePr>
        <p:xfrm>
          <a:off x="8625185" y="4928582"/>
          <a:ext cx="114458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524000" imgH="457200" progId="Equation.3">
                  <p:embed/>
                </p:oleObj>
              </mc:Choice>
              <mc:Fallback>
                <p:oleObj name="公式" r:id="rId14" imgW="1524000" imgH="457200" progId="Equation.3">
                  <p:embed/>
                  <p:pic>
                    <p:nvPicPr>
                      <p:cNvPr id="20" name="Object 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5185" y="4928582"/>
                        <a:ext cx="1144588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1"/>
          <p:cNvGraphicFramePr>
            <a:graphicFrameLocks noChangeAspect="1"/>
          </p:cNvGraphicFramePr>
          <p:nvPr/>
        </p:nvGraphicFramePr>
        <p:xfrm>
          <a:off x="2580764" y="4666640"/>
          <a:ext cx="5722968" cy="93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5227200" imgH="10668000" progId="Equation.DSMT4">
                  <p:embed/>
                </p:oleObj>
              </mc:Choice>
              <mc:Fallback>
                <p:oleObj name="Equation" r:id="rId16" imgW="65227200" imgH="10668000" progId="Equation.DSMT4">
                  <p:embed/>
                  <p:pic>
                    <p:nvPicPr>
                      <p:cNvPr id="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0764" y="4666640"/>
                        <a:ext cx="5722968" cy="93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内容占位符 3"/>
          <p:cNvSpPr txBox="1"/>
          <p:nvPr/>
        </p:nvSpPr>
        <p:spPr>
          <a:xfrm>
            <a:off x="1343025" y="106363"/>
            <a:ext cx="413605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解析函数的泰勒展式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12504" y="867098"/>
            <a:ext cx="6021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二、将函数展开为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泰勒级数的方法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904605" y="1634281"/>
            <a:ext cx="26050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直接展开法</a:t>
            </a:r>
          </a:p>
        </p:txBody>
      </p:sp>
      <p:grpSp>
        <p:nvGrpSpPr>
          <p:cNvPr id="7" name="Group 22"/>
          <p:cNvGrpSpPr/>
          <p:nvPr/>
        </p:nvGrpSpPr>
        <p:grpSpPr bwMode="auto">
          <a:xfrm>
            <a:off x="2236392" y="2008931"/>
            <a:ext cx="6723064" cy="833438"/>
            <a:chOff x="544" y="971"/>
            <a:chExt cx="4235" cy="525"/>
          </a:xfrm>
        </p:grpSpPr>
        <p:graphicFrame>
          <p:nvGraphicFramePr>
            <p:cNvPr id="8" name="Object 8"/>
            <p:cNvGraphicFramePr/>
            <p:nvPr>
              <p:extLst>
                <p:ext uri="{D42A27DB-BD31-4B8C-83A1-F6EECF244321}">
                  <p14:modId xmlns:p14="http://schemas.microsoft.com/office/powerpoint/2010/main" val="4052062141"/>
                </p:ext>
              </p:extLst>
            </p:nvPr>
          </p:nvGraphicFramePr>
          <p:xfrm>
            <a:off x="3734" y="971"/>
            <a:ext cx="1045" cy="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14400" imgH="419040" progId="Equation.DSMT4">
                    <p:embed/>
                  </p:oleObj>
                </mc:Choice>
                <mc:Fallback>
                  <p:oleObj name="Equation" r:id="rId3" imgW="914400" imgH="419040" progId="Equation.DSMT4">
                    <p:embed/>
                    <p:pic>
                      <p:nvPicPr>
                        <p:cNvPr id="8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4" y="971"/>
                          <a:ext cx="1045" cy="5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544" y="1105"/>
              <a:ext cx="34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Blip>
                  <a:blip r:embed="rId5"/>
                </a:buBlip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利用泰勒定理，直接计算展开系数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0" name="Object 2"/>
          <p:cNvGraphicFramePr/>
          <p:nvPr/>
        </p:nvGraphicFramePr>
        <p:xfrm>
          <a:off x="2639616" y="4725144"/>
          <a:ext cx="27686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68600" imgH="850900" progId="Equation.3">
                  <p:embed/>
                </p:oleObj>
              </mc:Choice>
              <mc:Fallback>
                <p:oleObj name="公式" r:id="rId6" imgW="2768600" imgH="850900" progId="Equation.3">
                  <p:embed/>
                  <p:pic>
                    <p:nvPicPr>
                      <p:cNvPr id="1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6" y="4725144"/>
                        <a:ext cx="2768600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/>
          <p:nvPr/>
        </p:nvGraphicFramePr>
        <p:xfrm>
          <a:off x="2666604" y="3515469"/>
          <a:ext cx="31369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36900" imgH="850900" progId="Equation.3">
                  <p:embed/>
                </p:oleObj>
              </mc:Choice>
              <mc:Fallback>
                <p:oleObj name="公式" r:id="rId8" imgW="3136900" imgH="850900" progId="Equation.3">
                  <p:embed/>
                  <p:pic>
                    <p:nvPicPr>
                      <p:cNvPr id="11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6604" y="3515469"/>
                        <a:ext cx="3136900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2234805" y="2886818"/>
            <a:ext cx="204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Blip>
                <a:blip r:embed="rId10"/>
              </a:buBlip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同理可得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217E4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3" name="Group 23"/>
          <p:cNvGrpSpPr/>
          <p:nvPr/>
        </p:nvGrpSpPr>
        <p:grpSpPr bwMode="auto">
          <a:xfrm>
            <a:off x="5501880" y="4733081"/>
            <a:ext cx="3724275" cy="787400"/>
            <a:chOff x="2601" y="2687"/>
            <a:chExt cx="2346" cy="496"/>
          </a:xfrm>
        </p:grpSpPr>
        <p:graphicFrame>
          <p:nvGraphicFramePr>
            <p:cNvPr id="14" name="Object 6"/>
            <p:cNvGraphicFramePr/>
            <p:nvPr/>
          </p:nvGraphicFramePr>
          <p:xfrm>
            <a:off x="4226" y="2873"/>
            <a:ext cx="721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524000" imgH="457200" progId="Equation.3">
                    <p:embed/>
                  </p:oleObj>
                </mc:Choice>
                <mc:Fallback>
                  <p:oleObj name="公式" r:id="rId11" imgW="1524000" imgH="457200" progId="Equation.3">
                    <p:embed/>
                    <p:pic>
                      <p:nvPicPr>
                        <p:cNvPr id="14" name="Object 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6" y="2873"/>
                          <a:ext cx="721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7"/>
            <p:cNvGraphicFramePr/>
            <p:nvPr/>
          </p:nvGraphicFramePr>
          <p:xfrm>
            <a:off x="2601" y="2687"/>
            <a:ext cx="152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3238500" imgH="1054100" progId="Equation.3">
                    <p:embed/>
                  </p:oleObj>
                </mc:Choice>
                <mc:Fallback>
                  <p:oleObj name="公式" r:id="rId13" imgW="3238500" imgH="1054100" progId="Equation.3">
                    <p:embed/>
                    <p:pic>
                      <p:nvPicPr>
                        <p:cNvPr id="15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1" y="2687"/>
                          <a:ext cx="1528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4"/>
          <p:cNvGraphicFramePr/>
          <p:nvPr/>
        </p:nvGraphicFramePr>
        <p:xfrm>
          <a:off x="5884466" y="3521818"/>
          <a:ext cx="2438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251200" imgH="1054100" progId="Equation.3">
                  <p:embed/>
                </p:oleObj>
              </mc:Choice>
              <mc:Fallback>
                <p:oleObj name="公式" r:id="rId15" imgW="3251200" imgH="1054100" progId="Equation.3">
                  <p:embed/>
                  <p:pic>
                    <p:nvPicPr>
                      <p:cNvPr id="16" name="Object 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466" y="3521818"/>
                        <a:ext cx="24384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/>
          <p:cNvGraphicFramePr/>
          <p:nvPr/>
        </p:nvGraphicFramePr>
        <p:xfrm>
          <a:off x="8460980" y="3798044"/>
          <a:ext cx="11445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524000" imgH="457200" progId="Equation.3">
                  <p:embed/>
                </p:oleObj>
              </mc:Choice>
              <mc:Fallback>
                <p:oleObj name="公式" r:id="rId17" imgW="1524000" imgH="457200" progId="Equation.3">
                  <p:embed/>
                  <p:pic>
                    <p:nvPicPr>
                      <p:cNvPr id="17" name="Object 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0980" y="3798044"/>
                        <a:ext cx="1144587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内容占位符 3"/>
          <p:cNvSpPr txBox="1"/>
          <p:nvPr/>
        </p:nvSpPr>
        <p:spPr>
          <a:xfrm>
            <a:off x="1343025" y="106363"/>
            <a:ext cx="413605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解析函数的泰勒展式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1590675" y="796246"/>
            <a:ext cx="581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二、将函数展开为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泰勒级数的方法</a:t>
            </a: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847528" y="1410449"/>
            <a:ext cx="244475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间接展开法</a:t>
            </a:r>
          </a:p>
        </p:txBody>
      </p:sp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337173" y="1945260"/>
            <a:ext cx="8048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Blip>
                <a:blip r:embed="rId3"/>
              </a:buBlip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根据唯一性，利用一些已知的展开式，通过有理运算、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217E4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2597522" y="2644404"/>
            <a:ext cx="672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代换运算、逐项求导、逐项求积等方法展开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内容占位符 3"/>
          <p:cNvSpPr txBox="1"/>
          <p:nvPr/>
        </p:nvSpPr>
        <p:spPr>
          <a:xfrm>
            <a:off x="1343025" y="106363"/>
            <a:ext cx="413605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解析函数的泰勒展式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1590675" y="796246"/>
            <a:ext cx="581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二、将函数展开为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泰勒级数的方法</a:t>
            </a: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847528" y="1410449"/>
            <a:ext cx="244475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间接展开法</a:t>
            </a:r>
          </a:p>
        </p:txBody>
      </p:sp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337173" y="1945260"/>
            <a:ext cx="8048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Blip>
                <a:blip r:embed="rId3"/>
              </a:buBlip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根据唯一性，利用一些已知的展开式，通过有理运算、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217E4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2597522" y="2644404"/>
            <a:ext cx="672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代换运算、逐项求导、逐项求积等方法展开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ectangle 19"/>
          <p:cNvSpPr>
            <a:spLocks noChangeArrowheads="1"/>
          </p:cNvSpPr>
          <p:nvPr/>
        </p:nvSpPr>
        <p:spPr bwMode="auto">
          <a:xfrm>
            <a:off x="2352492" y="3206738"/>
            <a:ext cx="4035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Blip>
                <a:blip r:embed="rId4"/>
              </a:buBlip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几个重要的已知展开式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973801"/>
              </p:ext>
            </p:extLst>
          </p:nvPr>
        </p:nvGraphicFramePr>
        <p:xfrm>
          <a:off x="2166610" y="3713099"/>
          <a:ext cx="5243840" cy="950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50880" imgH="444240" progId="Equation.DSMT4">
                  <p:embed/>
                </p:oleObj>
              </mc:Choice>
              <mc:Fallback>
                <p:oleObj name="Equation" r:id="rId5" imgW="2450880" imgH="444240" progId="Equation.DSMT4">
                  <p:embed/>
                  <p:pic>
                    <p:nvPicPr>
                      <p:cNvPr id="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610" y="3713099"/>
                        <a:ext cx="5243840" cy="950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5"/>
          <p:cNvGraphicFramePr>
            <a:graphicFrameLocks noChangeAspect="1"/>
          </p:cNvGraphicFramePr>
          <p:nvPr/>
        </p:nvGraphicFramePr>
        <p:xfrm>
          <a:off x="2166610" y="4750785"/>
          <a:ext cx="5321035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956300" imgH="927100" progId="Equation.3">
                  <p:embed/>
                </p:oleObj>
              </mc:Choice>
              <mc:Fallback>
                <p:oleObj name="Equation" r:id="rId7" imgW="5956300" imgH="927100" progId="Equation.3">
                  <p:embed/>
                  <p:pic>
                    <p:nvPicPr>
                      <p:cNvPr id="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610" y="4750785"/>
                        <a:ext cx="5321035" cy="82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904148"/>
              </p:ext>
            </p:extLst>
          </p:nvPr>
        </p:nvGraphicFramePr>
        <p:xfrm>
          <a:off x="2166610" y="5589610"/>
          <a:ext cx="6099812" cy="88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25600" imgH="431640" progId="Equation.DSMT4">
                  <p:embed/>
                </p:oleObj>
              </mc:Choice>
              <mc:Fallback>
                <p:oleObj name="Equation" r:id="rId9" imgW="3225600" imgH="431640" progId="Equation.DSMT4">
                  <p:embed/>
                  <p:pic>
                    <p:nvPicPr>
                      <p:cNvPr id="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610" y="5589610"/>
                        <a:ext cx="6099812" cy="884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8"/>
          <p:cNvGraphicFramePr>
            <a:graphicFrameLocks noChangeAspect="1"/>
          </p:cNvGraphicFramePr>
          <p:nvPr/>
        </p:nvGraphicFramePr>
        <p:xfrm>
          <a:off x="7941812" y="4928848"/>
          <a:ext cx="931098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40765" imgH="444500" progId="Equation.3">
                  <p:embed/>
                </p:oleObj>
              </mc:Choice>
              <mc:Fallback>
                <p:oleObj name="Equation" r:id="rId11" imgW="1040765" imgH="444500" progId="Equation.3">
                  <p:embed/>
                  <p:pic>
                    <p:nvPicPr>
                      <p:cNvPr id="2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1812" y="4928848"/>
                        <a:ext cx="931098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9"/>
          <p:cNvGraphicFramePr>
            <a:graphicFrameLocks noChangeAspect="1"/>
          </p:cNvGraphicFramePr>
          <p:nvPr/>
        </p:nvGraphicFramePr>
        <p:xfrm>
          <a:off x="8876670" y="5950278"/>
          <a:ext cx="931096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40765" imgH="444500" progId="Equation.3">
                  <p:embed/>
                </p:oleObj>
              </mc:Choice>
              <mc:Fallback>
                <p:oleObj name="Equation" r:id="rId13" imgW="1040765" imgH="444500" progId="Equation.3">
                  <p:embed/>
                  <p:pic>
                    <p:nvPicPr>
                      <p:cNvPr id="2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6670" y="5950278"/>
                        <a:ext cx="931096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1"/>
          <p:cNvGraphicFramePr>
            <a:graphicFrameLocks noChangeAspect="1"/>
          </p:cNvGraphicFramePr>
          <p:nvPr/>
        </p:nvGraphicFramePr>
        <p:xfrm>
          <a:off x="7879461" y="3980425"/>
          <a:ext cx="993449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3000" imgH="457200" progId="Equation.3">
                  <p:embed/>
                </p:oleObj>
              </mc:Choice>
              <mc:Fallback>
                <p:oleObj name="Equation" r:id="rId14" imgW="1143000" imgH="457200" progId="Equation.3">
                  <p:embed/>
                  <p:pic>
                    <p:nvPicPr>
                      <p:cNvPr id="2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9461" y="3980425"/>
                        <a:ext cx="993449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内容占位符 3"/>
          <p:cNvSpPr txBox="1"/>
          <p:nvPr/>
        </p:nvSpPr>
        <p:spPr>
          <a:xfrm>
            <a:off x="1343025" y="106363"/>
            <a:ext cx="413605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解析函数的泰勒展式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" name="Object 7"/>
          <p:cNvGraphicFramePr>
            <a:graphicFrameLocks noChangeAspect="1"/>
          </p:cNvGraphicFramePr>
          <p:nvPr/>
        </p:nvGraphicFramePr>
        <p:xfrm>
          <a:off x="1673032" y="837259"/>
          <a:ext cx="5947105" cy="8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42100" imgH="965200" progId="Equation.3">
                  <p:embed/>
                </p:oleObj>
              </mc:Choice>
              <mc:Fallback>
                <p:oleObj name="Equation" r:id="rId3" imgW="6642100" imgH="965200" progId="Equation.3">
                  <p:embed/>
                  <p:pic>
                    <p:nvPicPr>
                      <p:cNvPr id="2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032" y="837259"/>
                        <a:ext cx="5947105" cy="8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0"/>
          <p:cNvGraphicFramePr>
            <a:graphicFrameLocks noChangeAspect="1"/>
          </p:cNvGraphicFramePr>
          <p:nvPr/>
        </p:nvGraphicFramePr>
        <p:xfrm>
          <a:off x="8198293" y="1086057"/>
          <a:ext cx="993449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457200" progId="Equation.3">
                  <p:embed/>
                </p:oleObj>
              </mc:Choice>
              <mc:Fallback>
                <p:oleObj name="Equation" r:id="rId5" imgW="1143000" imgH="457200" progId="Equation.3">
                  <p:embed/>
                  <p:pic>
                    <p:nvPicPr>
                      <p:cNvPr id="2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8293" y="1086057"/>
                        <a:ext cx="993449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"/>
          <p:cNvGraphicFramePr>
            <a:graphicFrameLocks noChangeAspect="1"/>
          </p:cNvGraphicFramePr>
          <p:nvPr/>
        </p:nvGraphicFramePr>
        <p:xfrm>
          <a:off x="1673032" y="2084510"/>
          <a:ext cx="5651527" cy="8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11900" imgH="965200" progId="Equation.3">
                  <p:embed/>
                </p:oleObj>
              </mc:Choice>
              <mc:Fallback>
                <p:oleObj name="Equation" r:id="rId7" imgW="6311900" imgH="965200" progId="Equation.3">
                  <p:embed/>
                  <p:pic>
                    <p:nvPicPr>
                      <p:cNvPr id="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032" y="2084510"/>
                        <a:ext cx="5651527" cy="8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8046055" y="2290433"/>
          <a:ext cx="993450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3000" imgH="457200" progId="Equation.3">
                  <p:embed/>
                </p:oleObj>
              </mc:Choice>
              <mc:Fallback>
                <p:oleObj name="Equation" r:id="rId9" imgW="1143000" imgH="457200" progId="Equation.3">
                  <p:embed/>
                  <p:pic>
                    <p:nvPicPr>
                      <p:cNvPr id="2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6055" y="2290433"/>
                        <a:ext cx="993450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内容占位符 3"/>
          <p:cNvSpPr txBox="1"/>
          <p:nvPr/>
        </p:nvSpPr>
        <p:spPr>
          <a:xfrm>
            <a:off x="1343025" y="106363"/>
            <a:ext cx="413605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解析函数的泰勒展式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950416" y="1736287"/>
            <a:ext cx="787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16" name="Object 2"/>
          <p:cNvGraphicFramePr/>
          <p:nvPr>
            <p:extLst>
              <p:ext uri="{D42A27DB-BD31-4B8C-83A1-F6EECF244321}">
                <p14:modId xmlns:p14="http://schemas.microsoft.com/office/powerpoint/2010/main" val="1027733773"/>
              </p:ext>
            </p:extLst>
          </p:nvPr>
        </p:nvGraphicFramePr>
        <p:xfrm>
          <a:off x="2929944" y="4137637"/>
          <a:ext cx="2926903" cy="941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469800" progId="Equation.DSMT4">
                  <p:embed/>
                </p:oleObj>
              </mc:Choice>
              <mc:Fallback>
                <p:oleObj name="Equation" r:id="rId3" imgW="1307880" imgH="469800" progId="Equation.DSMT4">
                  <p:embed/>
                  <p:pic>
                    <p:nvPicPr>
                      <p:cNvPr id="16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9944" y="4137637"/>
                        <a:ext cx="2926903" cy="9419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41"/>
          <p:cNvGrpSpPr/>
          <p:nvPr/>
        </p:nvGrpSpPr>
        <p:grpSpPr bwMode="auto">
          <a:xfrm>
            <a:off x="1674505" y="2919140"/>
            <a:ext cx="1525588" cy="787400"/>
            <a:chOff x="658" y="1264"/>
            <a:chExt cx="961" cy="496"/>
          </a:xfrm>
        </p:grpSpPr>
        <p:graphicFrame>
          <p:nvGraphicFramePr>
            <p:cNvPr id="18" name="Object 13"/>
            <p:cNvGraphicFramePr/>
            <p:nvPr/>
          </p:nvGraphicFramePr>
          <p:xfrm>
            <a:off x="1011" y="1264"/>
            <a:ext cx="60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965200" imgH="787400" progId="Equation.3">
                    <p:embed/>
                  </p:oleObj>
                </mc:Choice>
                <mc:Fallback>
                  <p:oleObj name="公式" r:id="rId5" imgW="965200" imgH="787400" progId="Equation.3">
                    <p:embed/>
                    <p:pic>
                      <p:nvPicPr>
                        <p:cNvPr id="18" name="Object 1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1" y="1264"/>
                          <a:ext cx="608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658" y="1356"/>
              <a:ext cx="6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1" name="Object 3"/>
          <p:cNvGraphicFramePr/>
          <p:nvPr>
            <p:extLst>
              <p:ext uri="{D42A27DB-BD31-4B8C-83A1-F6EECF244321}">
                <p14:modId xmlns:p14="http://schemas.microsoft.com/office/powerpoint/2010/main" val="521735044"/>
              </p:ext>
            </p:extLst>
          </p:nvPr>
        </p:nvGraphicFramePr>
        <p:xfrm>
          <a:off x="5166065" y="2919140"/>
          <a:ext cx="2410204" cy="117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80800" imgH="622080" progId="Equation.DSMT4">
                  <p:embed/>
                </p:oleObj>
              </mc:Choice>
              <mc:Fallback>
                <p:oleObj name="Equation" r:id="rId7" imgW="1180800" imgH="622080" progId="Equation.DSMT4">
                  <p:embed/>
                  <p:pic>
                    <p:nvPicPr>
                      <p:cNvPr id="21" name="Object 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6065" y="2919140"/>
                        <a:ext cx="2410204" cy="11783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/>
          <p:nvPr>
            <p:extLst>
              <p:ext uri="{D42A27DB-BD31-4B8C-83A1-F6EECF244321}">
                <p14:modId xmlns:p14="http://schemas.microsoft.com/office/powerpoint/2010/main" val="3463862823"/>
              </p:ext>
            </p:extLst>
          </p:nvPr>
        </p:nvGraphicFramePr>
        <p:xfrm>
          <a:off x="5856847" y="4212159"/>
          <a:ext cx="225068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41120" imgH="444240" progId="Equation.DSMT4">
                  <p:embed/>
                </p:oleObj>
              </mc:Choice>
              <mc:Fallback>
                <p:oleObj name="Equation" r:id="rId9" imgW="1041120" imgH="444240" progId="Equation.DSMT4">
                  <p:embed/>
                  <p:pic>
                    <p:nvPicPr>
                      <p:cNvPr id="22" name="Object 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847" y="4212159"/>
                        <a:ext cx="2250680" cy="863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/>
          <p:cNvGraphicFramePr/>
          <p:nvPr>
            <p:extLst>
              <p:ext uri="{D42A27DB-BD31-4B8C-83A1-F6EECF244321}">
                <p14:modId xmlns:p14="http://schemas.microsoft.com/office/powerpoint/2010/main" val="1356182117"/>
              </p:ext>
            </p:extLst>
          </p:nvPr>
        </p:nvGraphicFramePr>
        <p:xfrm>
          <a:off x="8243858" y="4365468"/>
          <a:ext cx="1849906" cy="486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87320" imgH="241200" progId="Equation.DSMT4">
                  <p:embed/>
                </p:oleObj>
              </mc:Choice>
              <mc:Fallback>
                <p:oleObj name="Equation" r:id="rId11" imgW="787320" imgH="241200" progId="Equation.DSMT4">
                  <p:embed/>
                  <p:pic>
                    <p:nvPicPr>
                      <p:cNvPr id="23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3858" y="4365468"/>
                        <a:ext cx="1849906" cy="4862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42"/>
          <p:cNvGrpSpPr/>
          <p:nvPr/>
        </p:nvGrpSpPr>
        <p:grpSpPr bwMode="auto">
          <a:xfrm>
            <a:off x="1713696" y="5499158"/>
            <a:ext cx="2844800" cy="825500"/>
            <a:chOff x="657" y="2869"/>
            <a:chExt cx="1792" cy="520"/>
          </a:xfrm>
        </p:grpSpPr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657" y="2963"/>
              <a:ext cx="6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6" name="Object 11"/>
            <p:cNvGraphicFramePr/>
            <p:nvPr/>
          </p:nvGraphicFramePr>
          <p:xfrm>
            <a:off x="2345" y="2869"/>
            <a:ext cx="10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65100" imgH="381000" progId="Equation.3">
                    <p:embed/>
                  </p:oleObj>
                </mc:Choice>
                <mc:Fallback>
                  <p:oleObj name="公式" r:id="rId13" imgW="165100" imgH="381000" progId="Equation.3">
                    <p:embed/>
                    <p:pic>
                      <p:nvPicPr>
                        <p:cNvPr id="26" name="Object 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5" y="2869"/>
                          <a:ext cx="10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2"/>
            <p:cNvGraphicFramePr/>
            <p:nvPr/>
          </p:nvGraphicFramePr>
          <p:xfrm>
            <a:off x="1032" y="2877"/>
            <a:ext cx="1351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146300" imgH="812800" progId="Equation.3">
                    <p:embed/>
                  </p:oleObj>
                </mc:Choice>
                <mc:Fallback>
                  <p:oleObj name="公式" r:id="rId15" imgW="2146300" imgH="812800" progId="Equation.3">
                    <p:embed/>
                    <p:pic>
                      <p:nvPicPr>
                        <p:cNvPr id="27" name="Object 1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2" y="2877"/>
                          <a:ext cx="1351" cy="5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6"/>
          <p:cNvGraphicFramePr/>
          <p:nvPr>
            <p:extLst>
              <p:ext uri="{D42A27DB-BD31-4B8C-83A1-F6EECF244321}">
                <p14:modId xmlns:p14="http://schemas.microsoft.com/office/powerpoint/2010/main" val="690337437"/>
              </p:ext>
            </p:extLst>
          </p:nvPr>
        </p:nvGraphicFramePr>
        <p:xfrm>
          <a:off x="4548194" y="5476382"/>
          <a:ext cx="21447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91880" imgH="444240" progId="Equation.DSMT4">
                  <p:embed/>
                </p:oleObj>
              </mc:Choice>
              <mc:Fallback>
                <p:oleObj name="Equation" r:id="rId17" imgW="1091880" imgH="444240" progId="Equation.DSMT4">
                  <p:embed/>
                  <p:pic>
                    <p:nvPicPr>
                      <p:cNvPr id="28" name="Object 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8194" y="5476382"/>
                        <a:ext cx="2144713" cy="863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7"/>
          <p:cNvGraphicFramePr/>
          <p:nvPr>
            <p:extLst>
              <p:ext uri="{D42A27DB-BD31-4B8C-83A1-F6EECF244321}">
                <p14:modId xmlns:p14="http://schemas.microsoft.com/office/powerpoint/2010/main" val="3278667279"/>
              </p:ext>
            </p:extLst>
          </p:nvPr>
        </p:nvGraphicFramePr>
        <p:xfrm>
          <a:off x="6692907" y="5472552"/>
          <a:ext cx="2900490" cy="863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47560" imgH="431640" progId="Equation.DSMT4">
                  <p:embed/>
                </p:oleObj>
              </mc:Choice>
              <mc:Fallback>
                <p:oleObj name="Equation" r:id="rId19" imgW="1447560" imgH="431640" progId="Equation.DSMT4">
                  <p:embed/>
                  <p:pic>
                    <p:nvPicPr>
                      <p:cNvPr id="29" name="Object 7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907" y="5472552"/>
                        <a:ext cx="2900490" cy="8635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8"/>
          <p:cNvGraphicFramePr/>
          <p:nvPr>
            <p:extLst>
              <p:ext uri="{D42A27DB-BD31-4B8C-83A1-F6EECF244321}">
                <p14:modId xmlns:p14="http://schemas.microsoft.com/office/powerpoint/2010/main" val="2265812652"/>
              </p:ext>
            </p:extLst>
          </p:nvPr>
        </p:nvGraphicFramePr>
        <p:xfrm>
          <a:off x="9711835" y="5662958"/>
          <a:ext cx="1708960" cy="44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87320" imgH="241200" progId="Equation.DSMT4">
                  <p:embed/>
                </p:oleObj>
              </mc:Choice>
              <mc:Fallback>
                <p:oleObj name="Equation" r:id="rId21" imgW="787320" imgH="241200" progId="Equation.DSMT4">
                  <p:embed/>
                  <p:pic>
                    <p:nvPicPr>
                      <p:cNvPr id="3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1835" y="5662958"/>
                        <a:ext cx="1708960" cy="442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9"/>
          <p:cNvGraphicFramePr/>
          <p:nvPr>
            <p:extLst>
              <p:ext uri="{D42A27DB-BD31-4B8C-83A1-F6EECF244321}">
                <p14:modId xmlns:p14="http://schemas.microsoft.com/office/powerpoint/2010/main" val="869172113"/>
              </p:ext>
            </p:extLst>
          </p:nvPr>
        </p:nvGraphicFramePr>
        <p:xfrm>
          <a:off x="3282734" y="2903409"/>
          <a:ext cx="1875283" cy="812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77760" imgH="431640" progId="Equation.DSMT4">
                  <p:embed/>
                </p:oleObj>
              </mc:Choice>
              <mc:Fallback>
                <p:oleObj name="Equation" r:id="rId23" imgW="977760" imgH="431640" progId="Equation.DSMT4">
                  <p:embed/>
                  <p:pic>
                    <p:nvPicPr>
                      <p:cNvPr id="32" name="Object 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734" y="2903409"/>
                        <a:ext cx="1875283" cy="8128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947738" y="931863"/>
          <a:ext cx="5683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6400800" imgH="4572000" progId="Equation.DSMT4">
                  <p:embed/>
                </p:oleObj>
              </mc:Choice>
              <mc:Fallback>
                <p:oleObj name="Equation" r:id="rId25" imgW="6400800" imgH="4572000" progId="Equation.DSMT4">
                  <p:embed/>
                  <p:pic>
                    <p:nvPicPr>
                      <p:cNvPr id="35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931863"/>
                        <a:ext cx="568325" cy="406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485457"/>
              </p:ext>
            </p:extLst>
          </p:nvPr>
        </p:nvGraphicFramePr>
        <p:xfrm>
          <a:off x="1674505" y="811188"/>
          <a:ext cx="5333849" cy="845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705040" imgH="431640" progId="Equation.DSMT4">
                  <p:embed/>
                </p:oleObj>
              </mc:Choice>
              <mc:Fallback>
                <p:oleObj name="Equation" r:id="rId27" imgW="2705040" imgH="43164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505" y="811188"/>
                        <a:ext cx="5333849" cy="845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内容占位符 3"/>
          <p:cNvSpPr txBox="1"/>
          <p:nvPr/>
        </p:nvSpPr>
        <p:spPr>
          <a:xfrm>
            <a:off x="1343025" y="106363"/>
            <a:ext cx="413605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解析函数的泰勒展式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7D8CBEB-C620-8893-AC7B-6122C5FED4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824639"/>
              </p:ext>
            </p:extLst>
          </p:nvPr>
        </p:nvGraphicFramePr>
        <p:xfrm>
          <a:off x="1679083" y="1805558"/>
          <a:ext cx="6973964" cy="884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4471107" imgH="566597" progId="Equation.DSMT4">
                  <p:embed/>
                </p:oleObj>
              </mc:Choice>
              <mc:Fallback>
                <p:oleObj name="Equation" r:id="rId29" imgW="4471107" imgH="56659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679083" y="1805558"/>
                        <a:ext cx="6973964" cy="8841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E5569AA-63F7-9864-80B2-00127F4773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788589"/>
              </p:ext>
            </p:extLst>
          </p:nvPr>
        </p:nvGraphicFramePr>
        <p:xfrm>
          <a:off x="8206167" y="2956339"/>
          <a:ext cx="2108604" cy="709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82680" imgH="431640" progId="Equation.DSMT4">
                  <p:embed/>
                </p:oleObj>
              </mc:Choice>
              <mc:Fallback>
                <p:oleObj name="Equation" r:id="rId31" imgW="1282680" imgH="431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47ECD84-E7FF-66EE-8C96-965FE9F238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206167" y="2956339"/>
                        <a:ext cx="2108604" cy="70982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D883F61-AD7A-E30D-EBF3-DAF60D8D2148}"/>
              </a:ext>
            </a:extLst>
          </p:cNvPr>
          <p:cNvSpPr/>
          <p:nvPr/>
        </p:nvSpPr>
        <p:spPr>
          <a:xfrm>
            <a:off x="2234893" y="2903409"/>
            <a:ext cx="5341376" cy="11941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40"/>
          <p:cNvGrpSpPr/>
          <p:nvPr/>
        </p:nvGrpSpPr>
        <p:grpSpPr bwMode="auto">
          <a:xfrm>
            <a:off x="2135560" y="2991390"/>
            <a:ext cx="1258887" cy="787400"/>
            <a:chOff x="963" y="1730"/>
            <a:chExt cx="793" cy="496"/>
          </a:xfrm>
        </p:grpSpPr>
        <p:sp>
          <p:nvSpPr>
            <p:cNvPr id="6" name="Rectangle 13"/>
            <p:cNvSpPr>
              <a:spLocks noChangeArrowheads="1"/>
            </p:cNvSpPr>
            <p:nvPr/>
          </p:nvSpPr>
          <p:spPr bwMode="auto">
            <a:xfrm>
              <a:off x="963" y="1818"/>
              <a:ext cx="6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Object 14"/>
            <p:cNvGraphicFramePr/>
            <p:nvPr/>
          </p:nvGraphicFramePr>
          <p:xfrm>
            <a:off x="1284" y="1730"/>
            <a:ext cx="472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749300" imgH="787400" progId="Equation.3">
                    <p:embed/>
                  </p:oleObj>
                </mc:Choice>
                <mc:Fallback>
                  <p:oleObj name="公式" r:id="rId3" imgW="749300" imgH="787400" progId="Equation.3">
                    <p:embed/>
                    <p:pic>
                      <p:nvPicPr>
                        <p:cNvPr id="7" name="Object 1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4" y="1730"/>
                          <a:ext cx="472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2"/>
          <p:cNvGraphicFramePr/>
          <p:nvPr/>
        </p:nvGraphicFramePr>
        <p:xfrm>
          <a:off x="3446834" y="2989803"/>
          <a:ext cx="17907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790700" imgH="1168400" progId="Equation.3">
                  <p:embed/>
                </p:oleObj>
              </mc:Choice>
              <mc:Fallback>
                <p:oleObj name="公式" r:id="rId5" imgW="1790700" imgH="1168400" progId="Equation.3">
                  <p:embed/>
                  <p:pic>
                    <p:nvPicPr>
                      <p:cNvPr id="8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834" y="2989803"/>
                        <a:ext cx="17907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41"/>
          <p:cNvGrpSpPr/>
          <p:nvPr/>
        </p:nvGrpSpPr>
        <p:grpSpPr bwMode="auto">
          <a:xfrm>
            <a:off x="5324846" y="2934240"/>
            <a:ext cx="2794000" cy="863600"/>
            <a:chOff x="2972" y="1694"/>
            <a:chExt cx="1760" cy="544"/>
          </a:xfrm>
        </p:grpSpPr>
        <p:graphicFrame>
          <p:nvGraphicFramePr>
            <p:cNvPr id="10" name="Object 12"/>
            <p:cNvGraphicFramePr/>
            <p:nvPr/>
          </p:nvGraphicFramePr>
          <p:xfrm>
            <a:off x="2972" y="1694"/>
            <a:ext cx="1056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675765" imgH="862965" progId="Equation.3">
                    <p:embed/>
                  </p:oleObj>
                </mc:Choice>
                <mc:Fallback>
                  <p:oleObj name="公式" r:id="rId7" imgW="1675765" imgH="862965" progId="Equation.3">
                    <p:embed/>
                    <p:pic>
                      <p:nvPicPr>
                        <p:cNvPr id="10" name="Object 1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2" y="1694"/>
                          <a:ext cx="1056" cy="5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3"/>
            <p:cNvGraphicFramePr/>
            <p:nvPr/>
          </p:nvGraphicFramePr>
          <p:xfrm>
            <a:off x="4164" y="1865"/>
            <a:ext cx="568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206500" imgH="457200" progId="Equation.3">
                    <p:embed/>
                  </p:oleObj>
                </mc:Choice>
                <mc:Fallback>
                  <p:oleObj name="公式" r:id="rId9" imgW="1206500" imgH="457200" progId="Equation.3">
                    <p:embed/>
                    <p:pic>
                      <p:nvPicPr>
                        <p:cNvPr id="11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4" y="1865"/>
                          <a:ext cx="568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39"/>
          <p:cNvGrpSpPr/>
          <p:nvPr/>
        </p:nvGrpSpPr>
        <p:grpSpPr bwMode="auto">
          <a:xfrm>
            <a:off x="1487488" y="1846412"/>
            <a:ext cx="3544888" cy="800100"/>
            <a:chOff x="336" y="1033"/>
            <a:chExt cx="2233" cy="504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336" y="1104"/>
              <a:ext cx="4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</a:t>
              </a:r>
            </a:p>
          </p:txBody>
        </p:sp>
        <p:graphicFrame>
          <p:nvGraphicFramePr>
            <p:cNvPr id="14" name="Object 11"/>
            <p:cNvGraphicFramePr/>
            <p:nvPr/>
          </p:nvGraphicFramePr>
          <p:xfrm>
            <a:off x="713" y="1033"/>
            <a:ext cx="1856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946400" imgH="800100" progId="Equation.3">
                    <p:embed/>
                  </p:oleObj>
                </mc:Choice>
                <mc:Fallback>
                  <p:oleObj name="公式" r:id="rId11" imgW="2946400" imgH="800100" progId="Equation.3">
                    <p:embed/>
                    <p:pic>
                      <p:nvPicPr>
                        <p:cNvPr id="14" name="Object 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3" y="1033"/>
                          <a:ext cx="1856" cy="5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3"/>
          <p:cNvGraphicFramePr/>
          <p:nvPr/>
        </p:nvGraphicFramePr>
        <p:xfrm>
          <a:off x="5141913" y="1844824"/>
          <a:ext cx="2222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222500" imgH="800100" progId="Equation.3">
                  <p:embed/>
                </p:oleObj>
              </mc:Choice>
              <mc:Fallback>
                <p:oleObj name="公式" r:id="rId13" imgW="2222500" imgH="800100" progId="Equation.3">
                  <p:embed/>
                  <p:pic>
                    <p:nvPicPr>
                      <p:cNvPr id="15" name="Object 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913" y="1844824"/>
                        <a:ext cx="22225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42"/>
          <p:cNvGrpSpPr/>
          <p:nvPr/>
        </p:nvGrpSpPr>
        <p:grpSpPr bwMode="auto">
          <a:xfrm>
            <a:off x="2135560" y="4283203"/>
            <a:ext cx="1370013" cy="800100"/>
            <a:chOff x="968" y="2621"/>
            <a:chExt cx="863" cy="504"/>
          </a:xfrm>
        </p:grpSpPr>
        <p:graphicFrame>
          <p:nvGraphicFramePr>
            <p:cNvPr id="17" name="Object 10"/>
            <p:cNvGraphicFramePr/>
            <p:nvPr/>
          </p:nvGraphicFramePr>
          <p:xfrm>
            <a:off x="1279" y="2621"/>
            <a:ext cx="552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876300" imgH="800100" progId="Equation.3">
                    <p:embed/>
                  </p:oleObj>
                </mc:Choice>
                <mc:Fallback>
                  <p:oleObj name="公式" r:id="rId15" imgW="876300" imgH="800100" progId="Equation.3">
                    <p:embed/>
                    <p:pic>
                      <p:nvPicPr>
                        <p:cNvPr id="17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9" y="2621"/>
                          <a:ext cx="552" cy="5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32"/>
            <p:cNvSpPr>
              <a:spLocks noChangeArrowheads="1"/>
            </p:cNvSpPr>
            <p:nvPr/>
          </p:nvSpPr>
          <p:spPr bwMode="auto">
            <a:xfrm>
              <a:off x="968" y="2699"/>
              <a:ext cx="6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0" name="Object 4"/>
          <p:cNvGraphicFramePr/>
          <p:nvPr/>
        </p:nvGraphicFramePr>
        <p:xfrm>
          <a:off x="3567484" y="4281615"/>
          <a:ext cx="1511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511300" imgH="800100" progId="Equation.3">
                  <p:embed/>
                </p:oleObj>
              </mc:Choice>
              <mc:Fallback>
                <p:oleObj name="公式" r:id="rId17" imgW="1511300" imgH="800100" progId="Equation.3">
                  <p:embed/>
                  <p:pic>
                    <p:nvPicPr>
                      <p:cNvPr id="20" name="Object 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484" y="4281615"/>
                        <a:ext cx="15113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43"/>
          <p:cNvGrpSpPr/>
          <p:nvPr/>
        </p:nvGrpSpPr>
        <p:grpSpPr bwMode="auto">
          <a:xfrm>
            <a:off x="5175622" y="4248278"/>
            <a:ext cx="3905250" cy="825500"/>
            <a:chOff x="2883" y="2599"/>
            <a:chExt cx="2460" cy="520"/>
          </a:xfrm>
        </p:grpSpPr>
        <p:graphicFrame>
          <p:nvGraphicFramePr>
            <p:cNvPr id="22" name="Object 8"/>
            <p:cNvGraphicFramePr/>
            <p:nvPr/>
          </p:nvGraphicFramePr>
          <p:xfrm>
            <a:off x="2883" y="2599"/>
            <a:ext cx="1784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832100" imgH="825500" progId="Equation.3">
                    <p:embed/>
                  </p:oleObj>
                </mc:Choice>
                <mc:Fallback>
                  <p:oleObj name="公式" r:id="rId19" imgW="2832100" imgH="825500" progId="Equation.3">
                    <p:embed/>
                    <p:pic>
                      <p:nvPicPr>
                        <p:cNvPr id="22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3" y="2599"/>
                          <a:ext cx="1784" cy="5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9"/>
            <p:cNvGraphicFramePr/>
            <p:nvPr/>
          </p:nvGraphicFramePr>
          <p:xfrm>
            <a:off x="4799" y="2758"/>
            <a:ext cx="54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1155700" imgH="457200" progId="Equation.3">
                    <p:embed/>
                  </p:oleObj>
                </mc:Choice>
                <mc:Fallback>
                  <p:oleObj name="公式" r:id="rId21" imgW="1155700" imgH="457200" progId="Equation.3">
                    <p:embed/>
                    <p:pic>
                      <p:nvPicPr>
                        <p:cNvPr id="23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9" y="2758"/>
                          <a:ext cx="544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5"/>
          <p:cNvGraphicFramePr/>
          <p:nvPr/>
        </p:nvGraphicFramePr>
        <p:xfrm>
          <a:off x="2166720" y="5460716"/>
          <a:ext cx="6324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6324600" imgH="863600" progId="Equation.3">
                  <p:embed/>
                </p:oleObj>
              </mc:Choice>
              <mc:Fallback>
                <p:oleObj name="公式" r:id="rId23" imgW="6324600" imgH="863600" progId="Equation.3">
                  <p:embed/>
                  <p:pic>
                    <p:nvPicPr>
                      <p:cNvPr id="24" name="Object 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720" y="5460716"/>
                        <a:ext cx="63246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"/>
          <p:cNvGraphicFramePr/>
          <p:nvPr/>
        </p:nvGraphicFramePr>
        <p:xfrm>
          <a:off x="8667532" y="5692491"/>
          <a:ext cx="8636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155700" imgH="457200" progId="Equation.3">
                  <p:embed/>
                </p:oleObj>
              </mc:Choice>
              <mc:Fallback>
                <p:oleObj name="公式" r:id="rId25" imgW="1155700" imgH="457200" progId="Equation.3">
                  <p:embed/>
                  <p:pic>
                    <p:nvPicPr>
                      <p:cNvPr id="25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532" y="5692491"/>
                        <a:ext cx="86360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568033" y="993139"/>
          <a:ext cx="569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400800" imgH="4572000" progId="Equation.DSMT4">
                  <p:embed/>
                </p:oleObj>
              </mc:Choice>
              <mc:Fallback>
                <p:oleObj name="Equation" r:id="rId27" imgW="6400800" imgH="457200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033" y="993139"/>
                        <a:ext cx="569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135560" y="755015"/>
          <a:ext cx="718661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80772000" imgH="10668000" progId="Equation.DSMT4">
                  <p:embed/>
                </p:oleObj>
              </mc:Choice>
              <mc:Fallback>
                <p:oleObj name="Equation" r:id="rId29" imgW="80772000" imgH="106680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755015"/>
                        <a:ext cx="7186613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内容占位符 3"/>
          <p:cNvSpPr txBox="1"/>
          <p:nvPr/>
        </p:nvSpPr>
        <p:spPr>
          <a:xfrm>
            <a:off x="1343025" y="106363"/>
            <a:ext cx="413605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解析函数的泰勒展式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4D2D108-052A-6C40-9240-FDFAB9A693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302288"/>
              </p:ext>
            </p:extLst>
          </p:nvPr>
        </p:nvGraphicFramePr>
        <p:xfrm>
          <a:off x="9396008" y="409790"/>
          <a:ext cx="2108604" cy="709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82680" imgH="431640" progId="Equation.DSMT4">
                  <p:embed/>
                </p:oleObj>
              </mc:Choice>
              <mc:Fallback>
                <p:oleObj name="Equation" r:id="rId31" imgW="1282680" imgH="4316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E5569AA-63F7-9864-80B2-00127F4773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396008" y="409790"/>
                        <a:ext cx="2108604" cy="70982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§4.3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教材第四章习题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 (1)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7 (2)(3).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340</Words>
  <Application>Microsoft Office PowerPoint</Application>
  <PresentationFormat>宽屏</PresentationFormat>
  <Paragraphs>61</Paragraphs>
  <Slides>12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等线</vt:lpstr>
      <vt:lpstr>等线 Light</vt:lpstr>
      <vt:lpstr>楷体</vt:lpstr>
      <vt:lpstr>微软雅黑</vt:lpstr>
      <vt:lpstr>Arial</vt:lpstr>
      <vt:lpstr>Calibri</vt:lpstr>
      <vt:lpstr>Calibri Light</vt:lpstr>
      <vt:lpstr>Times New Roman</vt:lpstr>
      <vt:lpstr>Office 主题​​</vt:lpstr>
      <vt:lpstr>新媒体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48</cp:revision>
  <dcterms:created xsi:type="dcterms:W3CDTF">2025-07-31T03:30:34Z</dcterms:created>
  <dcterms:modified xsi:type="dcterms:W3CDTF">2025-10-29T02:34:29Z</dcterms:modified>
</cp:coreProperties>
</file>