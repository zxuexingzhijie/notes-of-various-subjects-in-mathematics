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8"/>
  </p:notesMasterIdLst>
  <p:sldIdLst>
    <p:sldId id="524" r:id="rId3"/>
    <p:sldId id="1323" r:id="rId4"/>
    <p:sldId id="1223" r:id="rId5"/>
    <p:sldId id="1242" r:id="rId6"/>
    <p:sldId id="1249" r:id="rId7"/>
    <p:sldId id="1254" r:id="rId8"/>
    <p:sldId id="1324" r:id="rId9"/>
    <p:sldId id="1262" r:id="rId10"/>
    <p:sldId id="1234" r:id="rId11"/>
    <p:sldId id="1265" r:id="rId12"/>
    <p:sldId id="1235" r:id="rId13"/>
    <p:sldId id="1263" r:id="rId14"/>
    <p:sldId id="1266" r:id="rId15"/>
    <p:sldId id="1271" r:id="rId16"/>
    <p:sldId id="685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8000"/>
    <a:srgbClr val="0000FF"/>
    <a:srgbClr val="00DAFE"/>
    <a:srgbClr val="000099"/>
    <a:srgbClr val="99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D3B04-BD75-4A9F-93C2-9FD7F2E0EE19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18BF7A-142F-4795-A291-3355ACBE0A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7939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E707C-A030-CEB5-5A0B-4F02CFF91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8072D62-1E53-46A4-8AB0-D5B5F0D67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2A69A75-36F7-2FF3-ABE3-210D7FC00E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723849E-C966-6401-AFA1-B046B97D81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0A0A30-BB03-4908-BCA7-D010DAA4C75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0106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AF164-2884-7A14-60D7-22FA760FD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B07F0D7-7950-9CA2-1311-3AB0F5006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889C71-A89E-8B31-5F62-7186DB6A2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FC8596-1B36-C8E1-A4DF-48273E5ED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3408A3-5DF5-B007-C3E8-32A566D3C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7172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A9B836-6A5E-B0DE-B4D8-87A97851F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785DBE-36EA-0690-5B48-E081506C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9339F1-04BC-92F3-DAE1-40515AE4E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BDA210-D872-DE00-4E5C-46C9E2205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34ACE8-1E1D-26DE-683D-4390DE51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5612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DAF7BE-8EA3-1997-85E5-2ECE57B6B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90B807-8F27-DB1A-5D7F-3A8C28912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786AF7F-8979-0E1A-6B98-23E0F363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F28D4EF-1762-A1E2-3537-88107B2897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3679C5-6DFB-7D92-DBBA-56D36367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184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76AD45-4007-DC7F-5A41-26191DED0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544589-0E13-751A-6AE7-AC1BD18DC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4FE7C3-F631-164E-DD41-E35CA46AF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40414F5-595C-979C-3C47-1E36C10D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B9A8E0E-17E0-67E0-C4D2-07AD6BF21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D4BFD4C-A1EC-041C-0D65-40CA8032A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65289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CC2BBD-225B-18C0-6F16-3367BAC35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6483C0-60B7-D71E-7D5E-706A09A16C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2BCA47E-8204-E422-BB84-8569B2275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2F40F438-F7A5-4E4F-1CCC-4DC8A6CEE3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7D6601B-2BD6-5345-FE44-2B520B094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47656FA-9BD1-A362-DDBC-5D9D02E25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F7BC1A2-E7CF-B38F-7C57-89D1E9C82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8901728-C050-55E5-4F13-4ED3A08D4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0564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78282-4B9F-EA07-C3F1-E36F662C4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A37FCAC-8E97-7FF4-BD54-F84CC73A6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5A84EB-F12E-02AC-D3E9-156593DC3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036160-6681-F22C-7E7F-24571ED31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960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C650B6F-07FA-9B03-93CA-89B3DC522F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474DC74-4F25-7504-90E2-E0849C65E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48E2CF7-58EC-ACF2-7B4B-63D62CE52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620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3050E6-6A85-F48D-1293-0C23D1777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230AED-F983-DCEA-FBC2-1AAD04B06E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5560E99-BF43-C6D1-3860-CACE4D487F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2A91E8-3ECB-0135-21E2-E62296C6F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CAF30C-BB11-D692-E88F-CEDB91532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060B6-BBDE-3456-42A4-1E1D2EF88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8110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64CF6E-3CFB-D33D-C630-F12434D8D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4DC2F7A-53E4-3A33-5FF0-1D3426EB9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ECC417-0117-3B30-7BB6-23E8C4F4F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865C632-3BB1-586A-52A4-64BBD993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5BDF3A-8882-8201-60D6-2B128F72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7721BE-6762-522F-A48E-BB8F622B6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7108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AE5D32-02B6-50B5-C463-04ABFA971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6FCAE92-AB62-E9D1-CFE5-E176B13E8F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4AD3FD4-ADF3-59D8-B95D-F6F0C4E3F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44D34E-2DDF-6701-719D-251015AEC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8B2EA57-4B4B-B872-A676-ECC5DAB55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986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F560DA4-FE4B-3781-0F0C-C8F3411AC8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B2487EB-C30F-3526-9464-BCEB767E96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16BBD6D-2F37-72AA-E438-D7517024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5F8CF3E-363E-4488-11D0-9EFBDE7DB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25D210-A19A-EA58-8B9A-1F364C96C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018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5249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6074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8744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45393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0486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31957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49454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43192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5845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8635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68448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7267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EAD190-A783-913D-5A6B-E1431A5A9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4A288C-CA20-E5FD-452E-B04C4110F8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B257CD-0753-8E49-EA80-E93CDEABB5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229C0-EF6D-4B05-8A75-443D9ABCD15C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EA251A7-2C17-5B57-E35B-3BA5632264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24BDE8-ECEE-F4A7-9D84-A5C100F0B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5C585-F035-4DD6-A7AC-FB7576C4E0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450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9422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9.wmf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6.wmf"/><Relationship Id="rId12" Type="http://schemas.openxmlformats.org/officeDocument/2006/relationships/oleObject" Target="../embeddings/oleObject5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8.emf"/><Relationship Id="rId5" Type="http://schemas.openxmlformats.org/officeDocument/2006/relationships/image" Target="../media/image5.emf"/><Relationship Id="rId15" Type="http://schemas.openxmlformats.org/officeDocument/2006/relationships/image" Target="../media/image10.wmf"/><Relationship Id="rId10" Type="http://schemas.openxmlformats.org/officeDocument/2006/relationships/oleObject" Target="../embeddings/oleObject4.bin"/><Relationship Id="rId4" Type="http://schemas.openxmlformats.org/officeDocument/2006/relationships/oleObject" Target="../embeddings/oleObject1.bin"/><Relationship Id="rId9" Type="http://schemas.openxmlformats.org/officeDocument/2006/relationships/image" Target="../media/image7.emf"/><Relationship Id="rId14" Type="http://schemas.openxmlformats.org/officeDocument/2006/relationships/oleObject" Target="../embeddings/oleObject6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image" Target="../media/image11.png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5.wmf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6.xml"/><Relationship Id="rId6" Type="http://schemas.openxmlformats.org/officeDocument/2006/relationships/image" Target="../media/image18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7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oleObject" Target="../embeddings/oleObject17.bin"/><Relationship Id="rId18" Type="http://schemas.openxmlformats.org/officeDocument/2006/relationships/image" Target="../media/image27.emf"/><Relationship Id="rId26" Type="http://schemas.openxmlformats.org/officeDocument/2006/relationships/image" Target="../media/image31.emf"/><Relationship Id="rId3" Type="http://schemas.openxmlformats.org/officeDocument/2006/relationships/oleObject" Target="../embeddings/oleObject13.bin"/><Relationship Id="rId21" Type="http://schemas.openxmlformats.org/officeDocument/2006/relationships/oleObject" Target="../embeddings/oleObject21.bin"/><Relationship Id="rId7" Type="http://schemas.openxmlformats.org/officeDocument/2006/relationships/image" Target="../media/image21.emf"/><Relationship Id="rId12" Type="http://schemas.openxmlformats.org/officeDocument/2006/relationships/image" Target="../media/image24.emf"/><Relationship Id="rId17" Type="http://schemas.openxmlformats.org/officeDocument/2006/relationships/oleObject" Target="../embeddings/oleObject19.bin"/><Relationship Id="rId25" Type="http://schemas.openxmlformats.org/officeDocument/2006/relationships/oleObject" Target="../embeddings/oleObject2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6.wmf"/><Relationship Id="rId20" Type="http://schemas.openxmlformats.org/officeDocument/2006/relationships/image" Target="../media/image28.wmf"/><Relationship Id="rId1" Type="http://schemas.openxmlformats.org/officeDocument/2006/relationships/tags" Target="../tags/tag7.xml"/><Relationship Id="rId6" Type="http://schemas.openxmlformats.org/officeDocument/2006/relationships/image" Target="../media/image20.emf"/><Relationship Id="rId11" Type="http://schemas.openxmlformats.org/officeDocument/2006/relationships/oleObject" Target="../embeddings/oleObject16.bin"/><Relationship Id="rId24" Type="http://schemas.openxmlformats.org/officeDocument/2006/relationships/image" Target="../media/image30.emf"/><Relationship Id="rId5" Type="http://schemas.openxmlformats.org/officeDocument/2006/relationships/oleObject" Target="../embeddings/oleObject14.bin"/><Relationship Id="rId15" Type="http://schemas.openxmlformats.org/officeDocument/2006/relationships/oleObject" Target="../embeddings/oleObject18.bin"/><Relationship Id="rId23" Type="http://schemas.openxmlformats.org/officeDocument/2006/relationships/oleObject" Target="../embeddings/oleObject22.bin"/><Relationship Id="rId10" Type="http://schemas.openxmlformats.org/officeDocument/2006/relationships/image" Target="../media/image23.wmf"/><Relationship Id="rId19" Type="http://schemas.openxmlformats.org/officeDocument/2006/relationships/oleObject" Target="../embeddings/oleObject20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5.bin"/><Relationship Id="rId14" Type="http://schemas.openxmlformats.org/officeDocument/2006/relationships/image" Target="../media/image25.emf"/><Relationship Id="rId22" Type="http://schemas.openxmlformats.org/officeDocument/2006/relationships/image" Target="../media/image29.w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wmf"/><Relationship Id="rId18" Type="http://schemas.openxmlformats.org/officeDocument/2006/relationships/oleObject" Target="../embeddings/oleObject31.bin"/><Relationship Id="rId26" Type="http://schemas.openxmlformats.org/officeDocument/2006/relationships/oleObject" Target="../embeddings/oleObject35.bin"/><Relationship Id="rId39" Type="http://schemas.openxmlformats.org/officeDocument/2006/relationships/oleObject" Target="../embeddings/oleObject41.bin"/><Relationship Id="rId21" Type="http://schemas.openxmlformats.org/officeDocument/2006/relationships/image" Target="../media/image41.wmf"/><Relationship Id="rId34" Type="http://schemas.openxmlformats.org/officeDocument/2006/relationships/image" Target="../media/image48.wmf"/><Relationship Id="rId42" Type="http://schemas.openxmlformats.org/officeDocument/2006/relationships/image" Target="../media/image52.wmf"/><Relationship Id="rId47" Type="http://schemas.openxmlformats.org/officeDocument/2006/relationships/oleObject" Target="../embeddings/oleObject45.bin"/><Relationship Id="rId50" Type="http://schemas.openxmlformats.org/officeDocument/2006/relationships/oleObject" Target="../embeddings/oleObject46.bin"/><Relationship Id="rId55" Type="http://schemas.openxmlformats.org/officeDocument/2006/relationships/image" Target="../media/image58.wmf"/><Relationship Id="rId7" Type="http://schemas.openxmlformats.org/officeDocument/2006/relationships/oleObject" Target="../embeddings/oleObject26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30.bin"/><Relationship Id="rId29" Type="http://schemas.openxmlformats.org/officeDocument/2006/relationships/image" Target="../media/image45.wmf"/><Relationship Id="rId11" Type="http://schemas.openxmlformats.org/officeDocument/2006/relationships/image" Target="../media/image36.wmf"/><Relationship Id="rId24" Type="http://schemas.openxmlformats.org/officeDocument/2006/relationships/oleObject" Target="../embeddings/oleObject34.bin"/><Relationship Id="rId32" Type="http://schemas.openxmlformats.org/officeDocument/2006/relationships/image" Target="../media/image47.emf"/><Relationship Id="rId37" Type="http://schemas.openxmlformats.org/officeDocument/2006/relationships/oleObject" Target="../embeddings/oleObject40.bin"/><Relationship Id="rId40" Type="http://schemas.openxmlformats.org/officeDocument/2006/relationships/image" Target="../media/image51.wmf"/><Relationship Id="rId45" Type="http://schemas.openxmlformats.org/officeDocument/2006/relationships/oleObject" Target="../embeddings/oleObject44.bin"/><Relationship Id="rId53" Type="http://schemas.openxmlformats.org/officeDocument/2006/relationships/image" Target="../media/image57.emf"/><Relationship Id="rId5" Type="http://schemas.openxmlformats.org/officeDocument/2006/relationships/oleObject" Target="../embeddings/oleObject25.bin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40.emf"/><Relationship Id="rId31" Type="http://schemas.openxmlformats.org/officeDocument/2006/relationships/image" Target="../media/image46.wmf"/><Relationship Id="rId44" Type="http://schemas.openxmlformats.org/officeDocument/2006/relationships/image" Target="../media/image53.wmf"/><Relationship Id="rId52" Type="http://schemas.openxmlformats.org/officeDocument/2006/relationships/oleObject" Target="../embeddings/oleObject47.bin"/><Relationship Id="rId4" Type="http://schemas.openxmlformats.org/officeDocument/2006/relationships/image" Target="../media/image32.emf"/><Relationship Id="rId9" Type="http://schemas.openxmlformats.org/officeDocument/2006/relationships/image" Target="../media/image35.e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Relationship Id="rId27" Type="http://schemas.openxmlformats.org/officeDocument/2006/relationships/image" Target="../media/image44.emf"/><Relationship Id="rId30" Type="http://schemas.openxmlformats.org/officeDocument/2006/relationships/oleObject" Target="../embeddings/oleObject37.bin"/><Relationship Id="rId35" Type="http://schemas.openxmlformats.org/officeDocument/2006/relationships/oleObject" Target="../embeddings/oleObject39.bin"/><Relationship Id="rId43" Type="http://schemas.openxmlformats.org/officeDocument/2006/relationships/oleObject" Target="../embeddings/oleObject43.bin"/><Relationship Id="rId48" Type="http://schemas.openxmlformats.org/officeDocument/2006/relationships/image" Target="../media/image55.wmf"/><Relationship Id="rId8" Type="http://schemas.openxmlformats.org/officeDocument/2006/relationships/image" Target="../media/image34.emf"/><Relationship Id="rId51" Type="http://schemas.openxmlformats.org/officeDocument/2006/relationships/image" Target="../media/image56.emf"/><Relationship Id="rId3" Type="http://schemas.openxmlformats.org/officeDocument/2006/relationships/oleObject" Target="../embeddings/oleObject24.bin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9.emf"/><Relationship Id="rId25" Type="http://schemas.openxmlformats.org/officeDocument/2006/relationships/image" Target="../media/image43.emf"/><Relationship Id="rId33" Type="http://schemas.openxmlformats.org/officeDocument/2006/relationships/oleObject" Target="../embeddings/oleObject38.bin"/><Relationship Id="rId38" Type="http://schemas.openxmlformats.org/officeDocument/2006/relationships/image" Target="../media/image50.wmf"/><Relationship Id="rId46" Type="http://schemas.openxmlformats.org/officeDocument/2006/relationships/image" Target="../media/image54.wmf"/><Relationship Id="rId20" Type="http://schemas.openxmlformats.org/officeDocument/2006/relationships/oleObject" Target="../embeddings/oleObject32.bin"/><Relationship Id="rId41" Type="http://schemas.openxmlformats.org/officeDocument/2006/relationships/oleObject" Target="../embeddings/oleObject42.bin"/><Relationship Id="rId54" Type="http://schemas.openxmlformats.org/officeDocument/2006/relationships/oleObject" Target="../embeddings/oleObject48.bin"/><Relationship Id="rId1" Type="http://schemas.openxmlformats.org/officeDocument/2006/relationships/tags" Target="../tags/tag8.xml"/><Relationship Id="rId6" Type="http://schemas.openxmlformats.org/officeDocument/2006/relationships/image" Target="../media/image33.emf"/><Relationship Id="rId15" Type="http://schemas.openxmlformats.org/officeDocument/2006/relationships/image" Target="../media/image38.emf"/><Relationship Id="rId23" Type="http://schemas.openxmlformats.org/officeDocument/2006/relationships/image" Target="../media/image42.wmf"/><Relationship Id="rId28" Type="http://schemas.openxmlformats.org/officeDocument/2006/relationships/oleObject" Target="../embeddings/oleObject36.bin"/><Relationship Id="rId36" Type="http://schemas.openxmlformats.org/officeDocument/2006/relationships/image" Target="../media/image49.wmf"/><Relationship Id="rId49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w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66.wmf"/><Relationship Id="rId3" Type="http://schemas.openxmlformats.org/officeDocument/2006/relationships/oleObject" Target="../embeddings/oleObject49.bin"/><Relationship Id="rId21" Type="http://schemas.openxmlformats.org/officeDocument/2006/relationships/oleObject" Target="../embeddings/oleObject58.bin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63.w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65.wmf"/><Relationship Id="rId20" Type="http://schemas.openxmlformats.org/officeDocument/2006/relationships/image" Target="../media/image67.wmf"/><Relationship Id="rId1" Type="http://schemas.openxmlformats.org/officeDocument/2006/relationships/tags" Target="../tags/tag9.xml"/><Relationship Id="rId6" Type="http://schemas.openxmlformats.org/officeDocument/2006/relationships/image" Target="../media/image60.wmf"/><Relationship Id="rId11" Type="http://schemas.openxmlformats.org/officeDocument/2006/relationships/oleObject" Target="../embeddings/oleObject53.bin"/><Relationship Id="rId24" Type="http://schemas.openxmlformats.org/officeDocument/2006/relationships/image" Target="../media/image69.wmf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23" Type="http://schemas.openxmlformats.org/officeDocument/2006/relationships/oleObject" Target="../embeddings/oleObject59.bin"/><Relationship Id="rId10" Type="http://schemas.openxmlformats.org/officeDocument/2006/relationships/image" Target="../media/image62.wmf"/><Relationship Id="rId19" Type="http://schemas.openxmlformats.org/officeDocument/2006/relationships/oleObject" Target="../embeddings/oleObject57.bin"/><Relationship Id="rId4" Type="http://schemas.openxmlformats.org/officeDocument/2006/relationships/image" Target="../media/image59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64.wmf"/><Relationship Id="rId22" Type="http://schemas.openxmlformats.org/officeDocument/2006/relationships/image" Target="../media/image68.wmf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4.bin"/><Relationship Id="rId18" Type="http://schemas.openxmlformats.org/officeDocument/2006/relationships/image" Target="../media/image78.wmf"/><Relationship Id="rId26" Type="http://schemas.openxmlformats.org/officeDocument/2006/relationships/oleObject" Target="../embeddings/oleObject70.bin"/><Relationship Id="rId39" Type="http://schemas.openxmlformats.org/officeDocument/2006/relationships/image" Target="../media/image41.wmf"/><Relationship Id="rId21" Type="http://schemas.openxmlformats.org/officeDocument/2006/relationships/image" Target="../media/image80.emf"/><Relationship Id="rId34" Type="http://schemas.openxmlformats.org/officeDocument/2006/relationships/oleObject" Target="../embeddings/oleObject74.bin"/><Relationship Id="rId42" Type="http://schemas.openxmlformats.org/officeDocument/2006/relationships/image" Target="../media/image89.emf"/><Relationship Id="rId47" Type="http://schemas.openxmlformats.org/officeDocument/2006/relationships/oleObject" Target="../embeddings/oleObject8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77.emf"/><Relationship Id="rId29" Type="http://schemas.openxmlformats.org/officeDocument/2006/relationships/image" Target="../media/image84.emf"/><Relationship Id="rId1" Type="http://schemas.openxmlformats.org/officeDocument/2006/relationships/tags" Target="../tags/tag10.xml"/><Relationship Id="rId6" Type="http://schemas.openxmlformats.org/officeDocument/2006/relationships/image" Target="../media/image71.emf"/><Relationship Id="rId11" Type="http://schemas.openxmlformats.org/officeDocument/2006/relationships/image" Target="../media/image74.emf"/><Relationship Id="rId24" Type="http://schemas.openxmlformats.org/officeDocument/2006/relationships/oleObject" Target="../embeddings/oleObject69.bin"/><Relationship Id="rId32" Type="http://schemas.openxmlformats.org/officeDocument/2006/relationships/oleObject" Target="../embeddings/oleObject73.bin"/><Relationship Id="rId37" Type="http://schemas.openxmlformats.org/officeDocument/2006/relationships/image" Target="../media/image37.wmf"/><Relationship Id="rId40" Type="http://schemas.openxmlformats.org/officeDocument/2006/relationships/oleObject" Target="../embeddings/oleObject77.bin"/><Relationship Id="rId45" Type="http://schemas.openxmlformats.org/officeDocument/2006/relationships/oleObject" Target="../embeddings/oleObject79.bin"/><Relationship Id="rId5" Type="http://schemas.openxmlformats.org/officeDocument/2006/relationships/oleObject" Target="../embeddings/oleObject61.bin"/><Relationship Id="rId15" Type="http://schemas.openxmlformats.org/officeDocument/2006/relationships/oleObject" Target="../embeddings/oleObject65.bin"/><Relationship Id="rId23" Type="http://schemas.openxmlformats.org/officeDocument/2006/relationships/image" Target="../media/image81.emf"/><Relationship Id="rId28" Type="http://schemas.openxmlformats.org/officeDocument/2006/relationships/oleObject" Target="../embeddings/oleObject71.bin"/><Relationship Id="rId36" Type="http://schemas.openxmlformats.org/officeDocument/2006/relationships/oleObject" Target="../embeddings/oleObject75.bin"/><Relationship Id="rId10" Type="http://schemas.openxmlformats.org/officeDocument/2006/relationships/image" Target="../media/image73.emf"/><Relationship Id="rId19" Type="http://schemas.openxmlformats.org/officeDocument/2006/relationships/oleObject" Target="../embeddings/oleObject67.bin"/><Relationship Id="rId31" Type="http://schemas.openxmlformats.org/officeDocument/2006/relationships/image" Target="../media/image85.emf"/><Relationship Id="rId44" Type="http://schemas.openxmlformats.org/officeDocument/2006/relationships/image" Target="../media/image90.emf"/><Relationship Id="rId4" Type="http://schemas.openxmlformats.org/officeDocument/2006/relationships/image" Target="../media/image70.emf"/><Relationship Id="rId9" Type="http://schemas.openxmlformats.org/officeDocument/2006/relationships/oleObject" Target="../embeddings/oleObject63.bin"/><Relationship Id="rId14" Type="http://schemas.openxmlformats.org/officeDocument/2006/relationships/image" Target="../media/image76.emf"/><Relationship Id="rId22" Type="http://schemas.openxmlformats.org/officeDocument/2006/relationships/oleObject" Target="../embeddings/oleObject68.bin"/><Relationship Id="rId27" Type="http://schemas.openxmlformats.org/officeDocument/2006/relationships/image" Target="../media/image83.wmf"/><Relationship Id="rId30" Type="http://schemas.openxmlformats.org/officeDocument/2006/relationships/oleObject" Target="../embeddings/oleObject72.bin"/><Relationship Id="rId35" Type="http://schemas.openxmlformats.org/officeDocument/2006/relationships/image" Target="../media/image87.wmf"/><Relationship Id="rId43" Type="http://schemas.openxmlformats.org/officeDocument/2006/relationships/oleObject" Target="../embeddings/oleObject78.bin"/><Relationship Id="rId48" Type="http://schemas.openxmlformats.org/officeDocument/2006/relationships/image" Target="../media/image92.wmf"/><Relationship Id="rId8" Type="http://schemas.openxmlformats.org/officeDocument/2006/relationships/image" Target="../media/image72.emf"/><Relationship Id="rId3" Type="http://schemas.openxmlformats.org/officeDocument/2006/relationships/oleObject" Target="../embeddings/oleObject60.bin"/><Relationship Id="rId12" Type="http://schemas.openxmlformats.org/officeDocument/2006/relationships/image" Target="../media/image75.emf"/><Relationship Id="rId17" Type="http://schemas.openxmlformats.org/officeDocument/2006/relationships/oleObject" Target="../embeddings/oleObject66.bin"/><Relationship Id="rId25" Type="http://schemas.openxmlformats.org/officeDocument/2006/relationships/image" Target="../media/image82.wmf"/><Relationship Id="rId33" Type="http://schemas.openxmlformats.org/officeDocument/2006/relationships/image" Target="../media/image86.wmf"/><Relationship Id="rId38" Type="http://schemas.openxmlformats.org/officeDocument/2006/relationships/oleObject" Target="../embeddings/oleObject76.bin"/><Relationship Id="rId46" Type="http://schemas.openxmlformats.org/officeDocument/2006/relationships/image" Target="../media/image91.emf"/><Relationship Id="rId20" Type="http://schemas.openxmlformats.org/officeDocument/2006/relationships/image" Target="../media/image79.emf"/><Relationship Id="rId41" Type="http://schemas.openxmlformats.org/officeDocument/2006/relationships/image" Target="../media/image88.wmf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83.bin"/><Relationship Id="rId18" Type="http://schemas.openxmlformats.org/officeDocument/2006/relationships/image" Target="../media/image96.emf"/><Relationship Id="rId26" Type="http://schemas.openxmlformats.org/officeDocument/2006/relationships/image" Target="../media/image100.emf"/><Relationship Id="rId39" Type="http://schemas.openxmlformats.org/officeDocument/2006/relationships/oleObject" Target="../embeddings/oleObject94.bin"/><Relationship Id="rId21" Type="http://schemas.openxmlformats.org/officeDocument/2006/relationships/oleObject" Target="../embeddings/oleObject85.bin"/><Relationship Id="rId34" Type="http://schemas.openxmlformats.org/officeDocument/2006/relationships/image" Target="../media/image103.wmf"/><Relationship Id="rId42" Type="http://schemas.openxmlformats.org/officeDocument/2006/relationships/image" Target="../media/image875.png"/><Relationship Id="rId7" Type="http://schemas.openxmlformats.org/officeDocument/2006/relationships/oleObject" Target="../embeddings/oleObject60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8.wmf"/><Relationship Id="rId20" Type="http://schemas.openxmlformats.org/officeDocument/2006/relationships/image" Target="../media/image98.emf"/><Relationship Id="rId29" Type="http://schemas.openxmlformats.org/officeDocument/2006/relationships/oleObject" Target="../embeddings/oleObject89.bin"/><Relationship Id="rId41" Type="http://schemas.openxmlformats.org/officeDocument/2006/relationships/image" Target="../media/image874.png"/><Relationship Id="rId1" Type="http://schemas.openxmlformats.org/officeDocument/2006/relationships/tags" Target="../tags/tag11.x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62.bin"/><Relationship Id="rId24" Type="http://schemas.openxmlformats.org/officeDocument/2006/relationships/image" Target="../media/image99.emf"/><Relationship Id="rId32" Type="http://schemas.openxmlformats.org/officeDocument/2006/relationships/image" Target="../media/image102.wmf"/><Relationship Id="rId37" Type="http://schemas.openxmlformats.org/officeDocument/2006/relationships/oleObject" Target="../embeddings/oleObject93.bin"/><Relationship Id="rId40" Type="http://schemas.openxmlformats.org/officeDocument/2006/relationships/image" Target="../media/image105.wmf"/><Relationship Id="rId5" Type="http://schemas.openxmlformats.org/officeDocument/2006/relationships/oleObject" Target="../embeddings/oleObject82.bin"/><Relationship Id="rId15" Type="http://schemas.openxmlformats.org/officeDocument/2006/relationships/oleObject" Target="../embeddings/oleObject84.bin"/><Relationship Id="rId23" Type="http://schemas.openxmlformats.org/officeDocument/2006/relationships/oleObject" Target="../embeddings/oleObject86.bin"/><Relationship Id="rId28" Type="http://schemas.openxmlformats.org/officeDocument/2006/relationships/image" Target="../media/image48.wmf"/><Relationship Id="rId36" Type="http://schemas.openxmlformats.org/officeDocument/2006/relationships/image" Target="../media/image53.wmf"/><Relationship Id="rId10" Type="http://schemas.openxmlformats.org/officeDocument/2006/relationships/image" Target="../media/image94.emf"/><Relationship Id="rId19" Type="http://schemas.openxmlformats.org/officeDocument/2006/relationships/image" Target="../media/image97.emf"/><Relationship Id="rId31" Type="http://schemas.openxmlformats.org/officeDocument/2006/relationships/oleObject" Target="../embeddings/oleObject90.bin"/><Relationship Id="rId44" Type="http://schemas.openxmlformats.org/officeDocument/2006/relationships/image" Target="../media/image662.png"/><Relationship Id="rId4" Type="http://schemas.openxmlformats.org/officeDocument/2006/relationships/image" Target="../media/image86.wmf"/><Relationship Id="rId9" Type="http://schemas.openxmlformats.org/officeDocument/2006/relationships/oleObject" Target="../embeddings/oleObject61.bin"/><Relationship Id="rId14" Type="http://schemas.openxmlformats.org/officeDocument/2006/relationships/image" Target="../media/image41.wmf"/><Relationship Id="rId22" Type="http://schemas.openxmlformats.org/officeDocument/2006/relationships/image" Target="../media/image92.wmf"/><Relationship Id="rId27" Type="http://schemas.openxmlformats.org/officeDocument/2006/relationships/oleObject" Target="../embeddings/oleObject88.bin"/><Relationship Id="rId30" Type="http://schemas.openxmlformats.org/officeDocument/2006/relationships/image" Target="../media/image101.wmf"/><Relationship Id="rId35" Type="http://schemas.openxmlformats.org/officeDocument/2006/relationships/oleObject" Target="../embeddings/oleObject92.bin"/><Relationship Id="rId43" Type="http://schemas.openxmlformats.org/officeDocument/2006/relationships/image" Target="../media/image876.png"/><Relationship Id="rId8" Type="http://schemas.openxmlformats.org/officeDocument/2006/relationships/image" Target="../media/image93.emf"/><Relationship Id="rId3" Type="http://schemas.openxmlformats.org/officeDocument/2006/relationships/oleObject" Target="../embeddings/oleObject81.bin"/><Relationship Id="rId12" Type="http://schemas.openxmlformats.org/officeDocument/2006/relationships/image" Target="../media/image95.emf"/><Relationship Id="rId17" Type="http://schemas.openxmlformats.org/officeDocument/2006/relationships/oleObject" Target="../embeddings/oleObject63.bin"/><Relationship Id="rId25" Type="http://schemas.openxmlformats.org/officeDocument/2006/relationships/oleObject" Target="../embeddings/oleObject87.bin"/><Relationship Id="rId33" Type="http://schemas.openxmlformats.org/officeDocument/2006/relationships/oleObject" Target="../embeddings/oleObject91.bin"/><Relationship Id="rId38" Type="http://schemas.openxmlformats.org/officeDocument/2006/relationships/image" Target="../media/image104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wmf"/><Relationship Id="rId13" Type="http://schemas.openxmlformats.org/officeDocument/2006/relationships/oleObject" Target="../embeddings/oleObject100.bin"/><Relationship Id="rId18" Type="http://schemas.openxmlformats.org/officeDocument/2006/relationships/image" Target="../media/image113.wmf"/><Relationship Id="rId3" Type="http://schemas.openxmlformats.org/officeDocument/2006/relationships/oleObject" Target="../embeddings/oleObject95.bin"/><Relationship Id="rId21" Type="http://schemas.openxmlformats.org/officeDocument/2006/relationships/oleObject" Target="../embeddings/oleObject104.bin"/><Relationship Id="rId7" Type="http://schemas.openxmlformats.org/officeDocument/2006/relationships/oleObject" Target="../embeddings/oleObject97.bin"/><Relationship Id="rId12" Type="http://schemas.openxmlformats.org/officeDocument/2006/relationships/image" Target="../media/image110.wmf"/><Relationship Id="rId17" Type="http://schemas.openxmlformats.org/officeDocument/2006/relationships/oleObject" Target="../embeddings/oleObject10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2.wmf"/><Relationship Id="rId20" Type="http://schemas.openxmlformats.org/officeDocument/2006/relationships/image" Target="../media/image114.wmf"/><Relationship Id="rId1" Type="http://schemas.openxmlformats.org/officeDocument/2006/relationships/tags" Target="../tags/tag12.x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99.bin"/><Relationship Id="rId5" Type="http://schemas.openxmlformats.org/officeDocument/2006/relationships/oleObject" Target="../embeddings/oleObject96.bin"/><Relationship Id="rId15" Type="http://schemas.openxmlformats.org/officeDocument/2006/relationships/oleObject" Target="../embeddings/oleObject101.bin"/><Relationship Id="rId10" Type="http://schemas.openxmlformats.org/officeDocument/2006/relationships/image" Target="../media/image109.wmf"/><Relationship Id="rId19" Type="http://schemas.openxmlformats.org/officeDocument/2006/relationships/oleObject" Target="../embeddings/oleObject103.bin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98.bin"/><Relationship Id="rId14" Type="http://schemas.openxmlformats.org/officeDocument/2006/relationships/image" Target="../media/image111.wmf"/><Relationship Id="rId22" Type="http://schemas.openxmlformats.org/officeDocument/2006/relationships/image" Target="../media/image115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wmf"/><Relationship Id="rId3" Type="http://schemas.openxmlformats.org/officeDocument/2006/relationships/oleObject" Target="../embeddings/oleObject105.bin"/><Relationship Id="rId7" Type="http://schemas.openxmlformats.org/officeDocument/2006/relationships/oleObject" Target="../embeddings/oleObject107.bin"/><Relationship Id="rId12" Type="http://schemas.openxmlformats.org/officeDocument/2006/relationships/image" Target="../media/image120.e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3.xml"/><Relationship Id="rId6" Type="http://schemas.openxmlformats.org/officeDocument/2006/relationships/image" Target="../media/image117.wmf"/><Relationship Id="rId11" Type="http://schemas.openxmlformats.org/officeDocument/2006/relationships/oleObject" Target="../embeddings/oleObject109.bin"/><Relationship Id="rId5" Type="http://schemas.openxmlformats.org/officeDocument/2006/relationships/oleObject" Target="../embeddings/oleObject106.bin"/><Relationship Id="rId10" Type="http://schemas.openxmlformats.org/officeDocument/2006/relationships/image" Target="../media/image119.wmf"/><Relationship Id="rId4" Type="http://schemas.openxmlformats.org/officeDocument/2006/relationships/image" Target="../media/image116.wmf"/><Relationship Id="rId9" Type="http://schemas.openxmlformats.org/officeDocument/2006/relationships/oleObject" Target="../embeddings/oleObject108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52239" y="3003550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第七章 共形映射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A8AF3E2-F2A0-4844-8E3B-5028AF924B92}"/>
              </a:ext>
            </a:extLst>
          </p:cNvPr>
          <p:cNvSpPr txBox="1"/>
          <p:nvPr/>
        </p:nvSpPr>
        <p:spPr>
          <a:xfrm>
            <a:off x="3274637" y="3882892"/>
            <a:ext cx="5627549" cy="515501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7.2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分式线性变换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BA747-17A4-F7E7-7F5D-8F40C16C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B3928FB2-75A8-D1C9-88DE-32503AE99FEF}"/>
              </a:ext>
            </a:extLst>
          </p:cNvPr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1CBD1585-78BD-F873-2D8A-5A80213A510E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>
            <a:extLst>
              <a:ext uri="{FF2B5EF4-FFF2-40B4-BE49-F238E27FC236}">
                <a16:creationId xmlns:a16="http://schemas.microsoft.com/office/drawing/2014/main" id="{79C34BB6-C01A-18B5-163F-88A5625B4CF4}"/>
              </a:ext>
            </a:extLst>
          </p:cNvPr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8B29CD50-B6D5-E34E-B546-83F19112E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174" y="818617"/>
            <a:ext cx="63995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一、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分式线性变换（映射）及其分解</a:t>
            </a:r>
          </a:p>
        </p:txBody>
      </p:sp>
      <p:sp>
        <p:nvSpPr>
          <p:cNvPr id="22" name="Rectangle 23">
            <a:extLst>
              <a:ext uri="{FF2B5EF4-FFF2-40B4-BE49-F238E27FC236}">
                <a16:creationId xmlns:a16="http://schemas.microsoft.com/office/drawing/2014/main" id="{EFBEECD7-8C29-ACA8-B272-323133FC55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191" y="1664343"/>
            <a:ext cx="111120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定义    </a:t>
            </a:r>
          </a:p>
        </p:txBody>
      </p:sp>
      <p:grpSp>
        <p:nvGrpSpPr>
          <p:cNvPr id="23" name="Group 24">
            <a:extLst>
              <a:ext uri="{FF2B5EF4-FFF2-40B4-BE49-F238E27FC236}">
                <a16:creationId xmlns:a16="http://schemas.microsoft.com/office/drawing/2014/main" id="{0A1EB8CF-E55C-A572-F4F9-E3CEB1093202}"/>
              </a:ext>
            </a:extLst>
          </p:cNvPr>
          <p:cNvGrpSpPr/>
          <p:nvPr/>
        </p:nvGrpSpPr>
        <p:grpSpPr bwMode="auto">
          <a:xfrm>
            <a:off x="1691341" y="1532581"/>
            <a:ext cx="8518525" cy="1379539"/>
            <a:chOff x="854" y="698"/>
            <a:chExt cx="5366" cy="869"/>
          </a:xfrm>
        </p:grpSpPr>
        <p:sp>
          <p:nvSpPr>
            <p:cNvPr id="24" name="Text Box 25">
              <a:extLst>
                <a:ext uri="{FF2B5EF4-FFF2-40B4-BE49-F238E27FC236}">
                  <a16:creationId xmlns:a16="http://schemas.microsoft.com/office/drawing/2014/main" id="{A2859546-230A-EC90-4850-DBB3B47FFB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783"/>
              <a:ext cx="294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(          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为复数且                  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)  </a:t>
              </a:r>
            </a:p>
          </p:txBody>
        </p:sp>
        <p:graphicFrame>
          <p:nvGraphicFramePr>
            <p:cNvPr id="26" name="Object 26">
              <a:extLst>
                <a:ext uri="{FF2B5EF4-FFF2-40B4-BE49-F238E27FC236}">
                  <a16:creationId xmlns:a16="http://schemas.microsoft.com/office/drawing/2014/main" id="{14A5B6DE-BDB4-FF60-BF30-A5ACA0ED0DE5}"/>
                </a:ext>
              </a:extLst>
            </p:cNvPr>
            <p:cNvGraphicFramePr/>
            <p:nvPr/>
          </p:nvGraphicFramePr>
          <p:xfrm>
            <a:off x="2337" y="698"/>
            <a:ext cx="928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265555" imgH="677545" progId="Equation.DSMT4">
                    <p:embed/>
                  </p:oleObj>
                </mc:Choice>
                <mc:Fallback>
                  <p:oleObj name="Equation" r:id="rId4" imgW="1265555" imgH="677545" progId="Equation.DSMT4">
                    <p:embed/>
                    <p:pic>
                      <p:nvPicPr>
                        <p:cNvPr id="26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7" y="698"/>
                          <a:ext cx="928" cy="4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27">
              <a:extLst>
                <a:ext uri="{FF2B5EF4-FFF2-40B4-BE49-F238E27FC236}">
                  <a16:creationId xmlns:a16="http://schemas.microsoft.com/office/drawing/2014/main" id="{FF0744FB-61D2-3B97-7D1D-79CC9B0272DE}"/>
                </a:ext>
              </a:extLst>
            </p:cNvPr>
            <p:cNvGraphicFramePr/>
            <p:nvPr/>
          </p:nvGraphicFramePr>
          <p:xfrm>
            <a:off x="5003" y="819"/>
            <a:ext cx="940" cy="2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36560" imgH="177480" progId="Equation.DSMT4">
                    <p:embed/>
                  </p:oleObj>
                </mc:Choice>
                <mc:Fallback>
                  <p:oleObj name="Equation" r:id="rId6" imgW="736560" imgH="177480" progId="Equation.DSMT4">
                    <p:embed/>
                    <p:pic>
                      <p:nvPicPr>
                        <p:cNvPr id="27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3" y="819"/>
                          <a:ext cx="940" cy="22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" name="Rectangle 28">
              <a:extLst>
                <a:ext uri="{FF2B5EF4-FFF2-40B4-BE49-F238E27FC236}">
                  <a16:creationId xmlns:a16="http://schemas.microsoft.com/office/drawing/2014/main" id="{AA1BD879-2ECC-8E81-DA6D-CA33E437A1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781"/>
              <a:ext cx="172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由分式线性函数     </a:t>
              </a:r>
            </a:p>
          </p:txBody>
        </p:sp>
        <p:graphicFrame>
          <p:nvGraphicFramePr>
            <p:cNvPr id="33" name="Object 29">
              <a:extLst>
                <a:ext uri="{FF2B5EF4-FFF2-40B4-BE49-F238E27FC236}">
                  <a16:creationId xmlns:a16="http://schemas.microsoft.com/office/drawing/2014/main" id="{32F4811D-5EFE-606C-9858-0787552B1497}"/>
                </a:ext>
              </a:extLst>
            </p:cNvPr>
            <p:cNvGraphicFramePr/>
            <p:nvPr/>
          </p:nvGraphicFramePr>
          <p:xfrm>
            <a:off x="3430" y="828"/>
            <a:ext cx="81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1110615" imgH="294005" progId="Equation.3">
                    <p:embed/>
                  </p:oleObj>
                </mc:Choice>
                <mc:Fallback>
                  <p:oleObj name="公式" r:id="rId8" imgW="1110615" imgH="294005" progId="Equation.3">
                    <p:embed/>
                    <p:pic>
                      <p:nvPicPr>
                        <p:cNvPr id="33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30" y="828"/>
                          <a:ext cx="81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4" name="Rectangle 30">
              <a:extLst>
                <a:ext uri="{FF2B5EF4-FFF2-40B4-BE49-F238E27FC236}">
                  <a16:creationId xmlns:a16="http://schemas.microsoft.com/office/drawing/2014/main" id="{444BF5FE-D9DA-1FE8-FA2A-A3A11C84FE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1276"/>
              <a:ext cx="379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构成的映射，称为</a:t>
              </a:r>
              <a:r>
                <a:rPr kumimoji="0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505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分式线性变换（映射）</a:t>
              </a: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,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</p:grpSp>
      <p:grpSp>
        <p:nvGrpSpPr>
          <p:cNvPr id="35" name="Group 31">
            <a:extLst>
              <a:ext uri="{FF2B5EF4-FFF2-40B4-BE49-F238E27FC236}">
                <a16:creationId xmlns:a16="http://schemas.microsoft.com/office/drawing/2014/main" id="{6F3988DC-6062-E3B9-7C85-0ECF8B76DE2D}"/>
              </a:ext>
            </a:extLst>
          </p:cNvPr>
          <p:cNvGrpSpPr/>
          <p:nvPr/>
        </p:nvGrpSpPr>
        <p:grpSpPr bwMode="auto">
          <a:xfrm>
            <a:off x="1685399" y="3156391"/>
            <a:ext cx="7319963" cy="461963"/>
            <a:chOff x="854" y="2155"/>
            <a:chExt cx="4611" cy="291"/>
          </a:xfrm>
        </p:grpSpPr>
        <p:sp>
          <p:nvSpPr>
            <p:cNvPr id="36" name="Rectangle 32">
              <a:extLst>
                <a:ext uri="{FF2B5EF4-FFF2-40B4-BE49-F238E27FC236}">
                  <a16:creationId xmlns:a16="http://schemas.microsoft.com/office/drawing/2014/main" id="{5522AB0B-4E45-2370-C9E3-3769F6398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2155"/>
              <a:ext cx="123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特别地，若   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7" name="Object 33">
              <a:extLst>
                <a:ext uri="{FF2B5EF4-FFF2-40B4-BE49-F238E27FC236}">
                  <a16:creationId xmlns:a16="http://schemas.microsoft.com/office/drawing/2014/main" id="{59EE79E8-6366-C79E-FE9B-1848D755F7AD}"/>
                </a:ext>
              </a:extLst>
            </p:cNvPr>
            <p:cNvGraphicFramePr/>
            <p:nvPr/>
          </p:nvGraphicFramePr>
          <p:xfrm>
            <a:off x="1914" y="2199"/>
            <a:ext cx="47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645160" imgH="294005" progId="Equation.3">
                    <p:embed/>
                  </p:oleObj>
                </mc:Choice>
                <mc:Fallback>
                  <p:oleObj name="公式" r:id="rId10" imgW="645160" imgH="294005" progId="Equation.3">
                    <p:embed/>
                    <p:pic>
                      <p:nvPicPr>
                        <p:cNvPr id="37" name="Object 3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14" y="2199"/>
                          <a:ext cx="47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8" name="Rectangle 34">
              <a:extLst>
                <a:ext uri="{FF2B5EF4-FFF2-40B4-BE49-F238E27FC236}">
                  <a16:creationId xmlns:a16="http://schemas.microsoft.com/office/drawing/2014/main" id="{7A43969C-D485-7BFF-37D9-C74E964957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4" y="2155"/>
              <a:ext cx="3041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则称为</a:t>
              </a:r>
              <a:r>
                <a:rPr kumimoji="0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505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505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整式</a:t>
              </a:r>
              <a:r>
                <a:rPr kumimoji="0" lang="en-US" altLang="zh-CN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505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0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505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线性变换（映射）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。</a:t>
              </a: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</p:grpSp>
      <p:sp>
        <p:nvSpPr>
          <p:cNvPr id="39" name="Rectangle 35">
            <a:extLst>
              <a:ext uri="{FF2B5EF4-FFF2-40B4-BE49-F238E27FC236}">
                <a16:creationId xmlns:a16="http://schemas.microsoft.com/office/drawing/2014/main" id="{1D7EC09A-C03F-8159-6A14-A2F51C793D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9990" y="4838757"/>
            <a:ext cx="8389133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0" eaLnBrk="1" fontAlgn="base" hangingPunct="1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分式线性</a:t>
            </a:r>
            <a:r>
              <a:rPr kumimoji="1" lang="zh-CN" altLang="en-US" sz="2400" b="1" dirty="0">
                <a:solidFill>
                  <a:srgbClr val="0066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变换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的逆映射                        也是分式线性</a:t>
            </a:r>
            <a:r>
              <a:rPr kumimoji="1" lang="zh-CN" altLang="en-US" sz="2400" b="1" dirty="0">
                <a:solidFill>
                  <a:srgbClr val="0066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变换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 </a:t>
            </a:r>
          </a:p>
        </p:txBody>
      </p:sp>
      <p:sp>
        <p:nvSpPr>
          <p:cNvPr id="42" name="Rectangle 38">
            <a:extLst>
              <a:ext uri="{FF2B5EF4-FFF2-40B4-BE49-F238E27FC236}">
                <a16:creationId xmlns:a16="http://schemas.microsoft.com/office/drawing/2014/main" id="{5C958CD4-5011-9648-B209-9CF8A4EA9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163" y="4193283"/>
            <a:ext cx="11112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注：    </a:t>
            </a:r>
          </a:p>
        </p:txBody>
      </p:sp>
      <p:graphicFrame>
        <p:nvGraphicFramePr>
          <p:cNvPr id="44" name="Object 40">
            <a:extLst>
              <a:ext uri="{FF2B5EF4-FFF2-40B4-BE49-F238E27FC236}">
                <a16:creationId xmlns:a16="http://schemas.microsoft.com/office/drawing/2014/main" id="{0E6BE308-D2A8-ECB5-24D1-7828982541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7641447"/>
              </p:ext>
            </p:extLst>
          </p:nvPr>
        </p:nvGraphicFramePr>
        <p:xfrm>
          <a:off x="4835834" y="4689680"/>
          <a:ext cx="1800225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12" imgW="1800225" imgH="762000" progId="Paint.Picture">
                  <p:embed/>
                </p:oleObj>
              </mc:Choice>
              <mc:Fallback>
                <p:oleObj name="Bitmap Image" r:id="rId12" imgW="1800225" imgH="762000" progId="Paint.Picture">
                  <p:embed/>
                  <p:pic>
                    <p:nvPicPr>
                      <p:cNvPr id="44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lum contrast="3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5834" y="4689680"/>
                        <a:ext cx="1800225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1" name="直接连接符 50">
            <a:extLst>
              <a:ext uri="{FF2B5EF4-FFF2-40B4-BE49-F238E27FC236}">
                <a16:creationId xmlns:a16="http://schemas.microsoft.com/office/drawing/2014/main" id="{4F220475-62F3-815D-31AA-0A350E52B1C3}"/>
              </a:ext>
            </a:extLst>
          </p:cNvPr>
          <p:cNvCxnSpPr>
            <a:cxnSpLocks/>
          </p:cNvCxnSpPr>
          <p:nvPr/>
        </p:nvCxnSpPr>
        <p:spPr>
          <a:xfrm>
            <a:off x="8302128" y="2093637"/>
            <a:ext cx="1406468" cy="0"/>
          </a:xfrm>
          <a:prstGeom prst="line">
            <a:avLst/>
          </a:prstGeom>
          <a:noFill/>
          <a:ln w="38100" cap="flat" cmpd="thinThick" algn="ctr">
            <a:solidFill>
              <a:srgbClr val="C00000"/>
            </a:solidFill>
            <a:prstDash val="solid"/>
          </a:ln>
          <a:effectLst/>
        </p:spPr>
      </p:cxnSp>
      <p:graphicFrame>
        <p:nvGraphicFramePr>
          <p:cNvPr id="61" name="Object 15">
            <a:extLst>
              <a:ext uri="{FF2B5EF4-FFF2-40B4-BE49-F238E27FC236}">
                <a16:creationId xmlns:a16="http://schemas.microsoft.com/office/drawing/2014/main" id="{B45E281E-3A9D-D1C2-8B8F-D5FA22AD57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7968054"/>
              </p:ext>
            </p:extLst>
          </p:nvPr>
        </p:nvGraphicFramePr>
        <p:xfrm>
          <a:off x="7468570" y="2483311"/>
          <a:ext cx="2117287" cy="4185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091880" imgH="215640" progId="Equation.DSMT4">
                  <p:embed/>
                </p:oleObj>
              </mc:Choice>
              <mc:Fallback>
                <p:oleObj name="Equation" r:id="rId14" imgW="1091880" imgH="215640" progId="Equation.DSMT4">
                  <p:embed/>
                  <p:pic>
                    <p:nvPicPr>
                      <p:cNvPr id="6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8570" y="2483311"/>
                        <a:ext cx="2117287" cy="41854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1241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638174" y="818617"/>
            <a:ext cx="63995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一、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分式线性变换（映射）及其分解</a:t>
            </a:r>
          </a:p>
        </p:txBody>
      </p:sp>
      <p:sp>
        <p:nvSpPr>
          <p:cNvPr id="6" name="Rectangle 23"/>
          <p:cNvSpPr>
            <a:spLocks noChangeArrowheads="1"/>
          </p:cNvSpPr>
          <p:nvPr/>
        </p:nvSpPr>
        <p:spPr bwMode="auto">
          <a:xfrm>
            <a:off x="1015995" y="2071720"/>
            <a:ext cx="2607037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90000"/>
              <a:buFontTx/>
              <a:buBlip>
                <a:blip r:embed="rId3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圆周对称的概念</a:t>
            </a:r>
            <a:endParaRPr kumimoji="0" lang="zh-CN" altLang="en-US" sz="2400" b="1" i="0" u="sng" strike="noStrike" kern="1200" cap="none" spc="0" normalizeH="0" baseline="0" noProof="0" dirty="0">
              <a:ln>
                <a:noFill/>
              </a:ln>
              <a:solidFill>
                <a:srgbClr val="0066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Group 25"/>
          <p:cNvGrpSpPr/>
          <p:nvPr/>
        </p:nvGrpSpPr>
        <p:grpSpPr bwMode="auto">
          <a:xfrm>
            <a:off x="1034574" y="2679786"/>
            <a:ext cx="4468813" cy="466726"/>
            <a:chOff x="337" y="1474"/>
            <a:chExt cx="2815" cy="294"/>
          </a:xfrm>
        </p:grpSpPr>
        <p:sp>
          <p:nvSpPr>
            <p:cNvPr id="9" name="Rectangle 26"/>
            <p:cNvSpPr>
              <a:spLocks noChangeArrowheads="1"/>
            </p:cNvSpPr>
            <p:nvPr/>
          </p:nvSpPr>
          <p:spPr bwMode="auto">
            <a:xfrm>
              <a:off x="337" y="1474"/>
              <a:ext cx="650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   </a:t>
              </a:r>
            </a:p>
          </p:txBody>
        </p:sp>
        <p:sp>
          <p:nvSpPr>
            <p:cNvPr id="10" name="Rectangle 27"/>
            <p:cNvSpPr>
              <a:spLocks noChangeArrowheads="1"/>
            </p:cNvSpPr>
            <p:nvPr/>
          </p:nvSpPr>
          <p:spPr bwMode="auto">
            <a:xfrm>
              <a:off x="854" y="1477"/>
              <a:ext cx="229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设某圆周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的半径为</a:t>
              </a:r>
              <a:r>
                <a:rPr kumimoji="1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R</a:t>
              </a:r>
              <a:r>
                <a:rPr kumimoji="1" lang="en-US" altLang="zh-CN" sz="800" b="1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 </a:t>
              </a:r>
            </a:p>
          </p:txBody>
        </p:sp>
      </p:grpSp>
      <p:sp>
        <p:nvSpPr>
          <p:cNvPr id="11" name="Rectangle 28"/>
          <p:cNvSpPr>
            <a:spLocks noChangeArrowheads="1"/>
          </p:cNvSpPr>
          <p:nvPr/>
        </p:nvSpPr>
        <p:spPr bwMode="auto">
          <a:xfrm>
            <a:off x="6774130" y="3420396"/>
            <a:ext cx="158729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则称</a:t>
            </a:r>
            <a:r>
              <a:rPr kumimoji="1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16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  </a:t>
            </a:r>
          </a:p>
        </p:txBody>
      </p: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5166441" y="2684713"/>
            <a:ext cx="352211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8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两点位于从圆心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O   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Rectangle 30"/>
          <p:cNvSpPr>
            <a:spLocks noChangeArrowheads="1"/>
          </p:cNvSpPr>
          <p:nvPr/>
        </p:nvSpPr>
        <p:spPr bwMode="auto">
          <a:xfrm>
            <a:off x="898390" y="1479680"/>
            <a:ext cx="272382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5.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两个对称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变换     </a:t>
            </a:r>
          </a:p>
        </p:txBody>
      </p:sp>
      <p:grpSp>
        <p:nvGrpSpPr>
          <p:cNvPr id="14" name="Group 31"/>
          <p:cNvGrpSpPr/>
          <p:nvPr/>
        </p:nvGrpSpPr>
        <p:grpSpPr bwMode="auto">
          <a:xfrm>
            <a:off x="1386086" y="4849578"/>
            <a:ext cx="6681788" cy="461963"/>
            <a:chOff x="682" y="3372"/>
            <a:chExt cx="4209" cy="291"/>
          </a:xfrm>
        </p:grpSpPr>
        <p:sp>
          <p:nvSpPr>
            <p:cNvPr id="15" name="Rectangle 32"/>
            <p:cNvSpPr>
              <a:spLocks noChangeArrowheads="1"/>
            </p:cNvSpPr>
            <p:nvPr/>
          </p:nvSpPr>
          <p:spPr bwMode="auto">
            <a:xfrm>
              <a:off x="682" y="3372"/>
              <a:ext cx="420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Pct val="85000"/>
                <a:buFontTx/>
                <a:buBlip>
                  <a:blip r:embed="rId4"/>
                </a:buBlip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规定圆心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O</a:t>
              </a:r>
              <a:r>
                <a:rPr kumimoji="1" lang="en-US" altLang="zh-CN" sz="1600" b="1" i="1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与无穷远点     关于该圆周对称。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  <p:graphicFrame>
          <p:nvGraphicFramePr>
            <p:cNvPr id="16" name="Object 33"/>
            <p:cNvGraphicFramePr/>
            <p:nvPr>
              <p:extLst>
                <p:ext uri="{D42A27DB-BD31-4B8C-83A1-F6EECF244321}">
                  <p14:modId xmlns:p14="http://schemas.microsoft.com/office/powerpoint/2010/main" val="2132002679"/>
                </p:ext>
              </p:extLst>
            </p:nvPr>
          </p:nvGraphicFramePr>
          <p:xfrm>
            <a:off x="2826" y="3427"/>
            <a:ext cx="262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64880" imgH="126720" progId="Equation.DSMT4">
                    <p:embed/>
                  </p:oleObj>
                </mc:Choice>
                <mc:Fallback>
                  <p:oleObj name="Equation" r:id="rId5" imgW="164880" imgH="126720" progId="Equation.DSMT4">
                    <p:embed/>
                    <p:pic>
                      <p:nvPicPr>
                        <p:cNvPr id="16" name="Object 3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6" y="3427"/>
                          <a:ext cx="262" cy="19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" name="Line 35"/>
          <p:cNvSpPr>
            <a:spLocks noChangeAspect="1" noChangeShapeType="1"/>
          </p:cNvSpPr>
          <p:nvPr/>
        </p:nvSpPr>
        <p:spPr bwMode="auto">
          <a:xfrm>
            <a:off x="9245005" y="2187471"/>
            <a:ext cx="248443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Oval 36"/>
          <p:cNvSpPr>
            <a:spLocks noChangeAspect="1" noChangeArrowheads="1"/>
          </p:cNvSpPr>
          <p:nvPr/>
        </p:nvSpPr>
        <p:spPr bwMode="auto">
          <a:xfrm>
            <a:off x="8400256" y="1341333"/>
            <a:ext cx="1820109" cy="1782764"/>
          </a:xfrm>
          <a:prstGeom prst="ellipse">
            <a:avLst/>
          </a:prstGeom>
          <a:noFill/>
          <a:ln w="19050">
            <a:solidFill>
              <a:srgbClr val="0000FF"/>
            </a:solidFill>
            <a:rou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0000" tIns="46800" rIns="90000" bIns="46800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1" name="Line 37"/>
          <p:cNvSpPr>
            <a:spLocks noChangeAspect="1" noChangeShapeType="1"/>
          </p:cNvSpPr>
          <p:nvPr/>
        </p:nvSpPr>
        <p:spPr bwMode="auto">
          <a:xfrm flipH="1">
            <a:off x="9245005" y="1365146"/>
            <a:ext cx="314325" cy="819151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90000" tIns="46800" rIns="90000" bIns="4680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Text Box 38"/>
          <p:cNvSpPr txBox="1">
            <a:spLocks noChangeAspect="1" noChangeArrowheads="1"/>
          </p:cNvSpPr>
          <p:nvPr/>
        </p:nvSpPr>
        <p:spPr bwMode="auto">
          <a:xfrm>
            <a:off x="9970623" y="2743026"/>
            <a:ext cx="48101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  </a:t>
            </a:r>
          </a:p>
        </p:txBody>
      </p:sp>
      <p:sp>
        <p:nvSpPr>
          <p:cNvPr id="23" name="Text Box 39"/>
          <p:cNvSpPr txBox="1">
            <a:spLocks noChangeAspect="1" noChangeArrowheads="1"/>
          </p:cNvSpPr>
          <p:nvPr/>
        </p:nvSpPr>
        <p:spPr bwMode="auto">
          <a:xfrm>
            <a:off x="11327805" y="2166834"/>
            <a:ext cx="48101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  </a:t>
            </a:r>
          </a:p>
        </p:txBody>
      </p:sp>
      <p:sp>
        <p:nvSpPr>
          <p:cNvPr id="24" name="Text Box 40"/>
          <p:cNvSpPr txBox="1">
            <a:spLocks noChangeAspect="1" noChangeArrowheads="1"/>
          </p:cNvSpPr>
          <p:nvPr/>
        </p:nvSpPr>
        <p:spPr bwMode="auto">
          <a:xfrm>
            <a:off x="9391055" y="2155721"/>
            <a:ext cx="46672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  </a:t>
            </a:r>
          </a:p>
        </p:txBody>
      </p:sp>
      <p:sp>
        <p:nvSpPr>
          <p:cNvPr id="25" name="Text Box 41"/>
          <p:cNvSpPr txBox="1">
            <a:spLocks noChangeAspect="1" noChangeArrowheads="1"/>
          </p:cNvSpPr>
          <p:nvPr/>
        </p:nvSpPr>
        <p:spPr bwMode="auto">
          <a:xfrm>
            <a:off x="9071967" y="1530246"/>
            <a:ext cx="48101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  </a:t>
            </a:r>
          </a:p>
        </p:txBody>
      </p:sp>
      <p:sp>
        <p:nvSpPr>
          <p:cNvPr id="26" name="Text Box 42"/>
          <p:cNvSpPr txBox="1">
            <a:spLocks noChangeAspect="1" noChangeArrowheads="1"/>
          </p:cNvSpPr>
          <p:nvPr/>
        </p:nvSpPr>
        <p:spPr bwMode="auto">
          <a:xfrm>
            <a:off x="8881467" y="2050946"/>
            <a:ext cx="495300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  </a:t>
            </a:r>
          </a:p>
        </p:txBody>
      </p:sp>
      <p:sp>
        <p:nvSpPr>
          <p:cNvPr id="27" name="Oval 43"/>
          <p:cNvSpPr>
            <a:spLocks noChangeArrowheads="1"/>
          </p:cNvSpPr>
          <p:nvPr/>
        </p:nvSpPr>
        <p:spPr bwMode="auto">
          <a:xfrm>
            <a:off x="11461155" y="2146196"/>
            <a:ext cx="71438" cy="71438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Oval 44"/>
          <p:cNvSpPr>
            <a:spLocks noChangeArrowheads="1"/>
          </p:cNvSpPr>
          <p:nvPr/>
        </p:nvSpPr>
        <p:spPr bwMode="auto">
          <a:xfrm>
            <a:off x="9533930" y="2143021"/>
            <a:ext cx="71438" cy="71438"/>
          </a:xfrm>
          <a:prstGeom prst="ellipse">
            <a:avLst/>
          </a:prstGeom>
          <a:solidFill>
            <a:srgbClr val="FF0000"/>
          </a:solidFill>
          <a:ln w="9525" algn="ctr">
            <a:solidFill>
              <a:srgbClr val="FF00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Oval 45"/>
          <p:cNvSpPr>
            <a:spLocks noChangeArrowheads="1"/>
          </p:cNvSpPr>
          <p:nvPr/>
        </p:nvSpPr>
        <p:spPr bwMode="auto">
          <a:xfrm>
            <a:off x="9219605" y="2143021"/>
            <a:ext cx="71438" cy="71438"/>
          </a:xfrm>
          <a:prstGeom prst="ellipse">
            <a:avLst/>
          </a:prstGeom>
          <a:solidFill>
            <a:srgbClr val="0000FF"/>
          </a:solidFill>
          <a:ln w="9525" algn="ctr">
            <a:solidFill>
              <a:srgbClr val="FF00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Rectangle 46"/>
          <p:cNvSpPr>
            <a:spLocks noChangeArrowheads="1"/>
          </p:cNvSpPr>
          <p:nvPr/>
        </p:nvSpPr>
        <p:spPr bwMode="auto">
          <a:xfrm>
            <a:off x="1846720" y="4063625"/>
            <a:ext cx="368081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关于圆周</a:t>
            </a:r>
            <a:r>
              <a:rPr kumimoji="1" lang="zh-CN" altLang="en-US" sz="1000" b="1" i="0" u="sng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en-US" altLang="zh-CN" sz="2400" b="1" i="1" u="sng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kumimoji="1" lang="en-US" altLang="zh-CN" sz="2400" b="1" i="0" u="sng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对称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的。  </a:t>
            </a:r>
          </a:p>
        </p:txBody>
      </p:sp>
      <p:sp>
        <p:nvSpPr>
          <p:cNvPr id="32" name="Rectangle 47"/>
          <p:cNvSpPr>
            <a:spLocks noChangeArrowheads="1"/>
          </p:cNvSpPr>
          <p:nvPr/>
        </p:nvSpPr>
        <p:spPr bwMode="auto">
          <a:xfrm>
            <a:off x="1844448" y="3328212"/>
            <a:ext cx="332815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出发的射线上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如图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  </a:t>
            </a:r>
          </a:p>
        </p:txBody>
      </p:sp>
      <p:grpSp>
        <p:nvGrpSpPr>
          <p:cNvPr id="33" name="Group 49"/>
          <p:cNvGrpSpPr/>
          <p:nvPr/>
        </p:nvGrpSpPr>
        <p:grpSpPr bwMode="auto">
          <a:xfrm>
            <a:off x="4983430" y="3398171"/>
            <a:ext cx="1739900" cy="431800"/>
            <a:chOff x="924" y="2541"/>
            <a:chExt cx="1096" cy="272"/>
          </a:xfrm>
        </p:grpSpPr>
        <p:graphicFrame>
          <p:nvGraphicFramePr>
            <p:cNvPr id="34" name="Object 50"/>
            <p:cNvGraphicFramePr/>
            <p:nvPr/>
          </p:nvGraphicFramePr>
          <p:xfrm>
            <a:off x="924" y="2541"/>
            <a:ext cx="1096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526540" imgH="367665" progId="Equation.3">
                    <p:embed/>
                  </p:oleObj>
                </mc:Choice>
                <mc:Fallback>
                  <p:oleObj name="公式" r:id="rId7" imgW="1526540" imgH="367665" progId="Equation.3">
                    <p:embed/>
                    <p:pic>
                      <p:nvPicPr>
                        <p:cNvPr id="34" name="Object 5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4" y="2541"/>
                          <a:ext cx="1096" cy="2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Line 51"/>
            <p:cNvSpPr>
              <a:spLocks noChangeShapeType="1"/>
            </p:cNvSpPr>
            <p:nvPr/>
          </p:nvSpPr>
          <p:spPr bwMode="auto">
            <a:xfrm>
              <a:off x="930" y="2568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52"/>
            <p:cNvSpPr>
              <a:spLocks noChangeShapeType="1"/>
            </p:cNvSpPr>
            <p:nvPr/>
          </p:nvSpPr>
          <p:spPr bwMode="auto">
            <a:xfrm>
              <a:off x="1288" y="2572"/>
              <a:ext cx="264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43" name="Rectangle 64"/>
          <p:cNvSpPr>
            <a:spLocks noChangeArrowheads="1"/>
          </p:cNvSpPr>
          <p:nvPr/>
        </p:nvSpPr>
        <p:spPr bwMode="auto">
          <a:xfrm>
            <a:off x="1386086" y="5481099"/>
            <a:ext cx="816479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85000"/>
              <a:buFontTx/>
              <a:buBlip>
                <a:blip r:embed="rId4"/>
              </a:buBlip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圆周上的点关于该圆周的对称点是自身（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2400" b="1" i="1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重合）。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0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2" grpId="0"/>
      <p:bldP spid="13" grpId="0"/>
      <p:bldP spid="30" grpId="0"/>
      <p:bldP spid="32" grpId="0"/>
      <p:bldP spid="4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1149670" y="818617"/>
            <a:ext cx="63995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二、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分式线性变换的共形性</a:t>
            </a:r>
          </a:p>
        </p:txBody>
      </p:sp>
      <p:graphicFrame>
        <p:nvGraphicFramePr>
          <p:cNvPr id="10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5185958"/>
              </p:ext>
            </p:extLst>
          </p:nvPr>
        </p:nvGraphicFramePr>
        <p:xfrm>
          <a:off x="1556865" y="1689325"/>
          <a:ext cx="6978355" cy="4571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276360" imgH="215640" progId="Equation.DSMT4">
                  <p:embed/>
                </p:oleObj>
              </mc:Choice>
              <mc:Fallback>
                <p:oleObj name="Equation" r:id="rId3" imgW="3276360" imgH="215640" progId="Equation.DSMT4">
                  <p:embed/>
                  <p:pic>
                    <p:nvPicPr>
                      <p:cNvPr id="10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6865" y="1689325"/>
                        <a:ext cx="6978355" cy="4571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8165608"/>
              </p:ext>
            </p:extLst>
          </p:nvPr>
        </p:nvGraphicFramePr>
        <p:xfrm>
          <a:off x="1648411" y="2484644"/>
          <a:ext cx="5704327" cy="4058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57320" imgH="203040" progId="Equation.DSMT4">
                  <p:embed/>
                </p:oleObj>
              </mc:Choice>
              <mc:Fallback>
                <p:oleObj name="Equation" r:id="rId5" imgW="2857320" imgH="203040" progId="Equation.DSMT4">
                  <p:embed/>
                  <p:pic>
                    <p:nvPicPr>
                      <p:cNvPr id="11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8411" y="2484644"/>
                        <a:ext cx="5704327" cy="4058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2"/>
          <p:cNvSpPr>
            <a:spLocks noChangeArrowheads="1"/>
          </p:cNvSpPr>
          <p:nvPr/>
        </p:nvSpPr>
        <p:spPr bwMode="auto">
          <a:xfrm>
            <a:off x="638174" y="961564"/>
            <a:ext cx="63995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四、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分式线性变换的保圆周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性</a:t>
            </a:r>
          </a:p>
        </p:txBody>
      </p:sp>
      <p:grpSp>
        <p:nvGrpSpPr>
          <p:cNvPr id="15" name="Group 36"/>
          <p:cNvGrpSpPr/>
          <p:nvPr/>
        </p:nvGrpSpPr>
        <p:grpSpPr bwMode="auto">
          <a:xfrm>
            <a:off x="806701" y="1681463"/>
            <a:ext cx="8913814" cy="525462"/>
            <a:chOff x="335" y="2962"/>
            <a:chExt cx="5615" cy="331"/>
          </a:xfrm>
        </p:grpSpPr>
        <p:sp>
          <p:nvSpPr>
            <p:cNvPr id="16" name="Rectangle 37"/>
            <p:cNvSpPr>
              <a:spLocks noChangeArrowheads="1"/>
            </p:cNvSpPr>
            <p:nvPr/>
          </p:nvSpPr>
          <p:spPr bwMode="auto">
            <a:xfrm>
              <a:off x="335" y="2962"/>
              <a:ext cx="793" cy="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约定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  <a:endPara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Rectangle 38"/>
            <p:cNvSpPr>
              <a:spLocks noChangeArrowheads="1"/>
            </p:cNvSpPr>
            <p:nvPr/>
          </p:nvSpPr>
          <p:spPr bwMode="auto">
            <a:xfrm>
              <a:off x="1002" y="2963"/>
              <a:ext cx="4948" cy="330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直线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看作是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扩充复平面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上的半径为无穷大的</a:t>
              </a:r>
              <a:r>
                <a:rPr kumimoji="1" lang="zh-CN" altLang="en-US" sz="2800" b="1" i="0" u="sng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圆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。</a:t>
              </a:r>
              <a:r>
                <a:rPr kumimoji="1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D60093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22"/>
          <p:cNvSpPr>
            <a:spLocks noChangeArrowheads="1"/>
          </p:cNvSpPr>
          <p:nvPr/>
        </p:nvSpPr>
        <p:spPr bwMode="auto">
          <a:xfrm>
            <a:off x="992642" y="836712"/>
            <a:ext cx="63995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四、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分式线性变换的保圆周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圆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性</a:t>
            </a:r>
          </a:p>
        </p:txBody>
      </p:sp>
      <p:grpSp>
        <p:nvGrpSpPr>
          <p:cNvPr id="7" name="Group 23"/>
          <p:cNvGrpSpPr/>
          <p:nvPr/>
        </p:nvGrpSpPr>
        <p:grpSpPr bwMode="auto">
          <a:xfrm>
            <a:off x="1127448" y="1602524"/>
            <a:ext cx="7953369" cy="465137"/>
            <a:chOff x="-22" y="1523"/>
            <a:chExt cx="5010" cy="293"/>
          </a:xfrm>
        </p:grpSpPr>
        <p:sp>
          <p:nvSpPr>
            <p:cNvPr id="8" name="Rectangle 25"/>
            <p:cNvSpPr>
              <a:spLocks noChangeArrowheads="1"/>
            </p:cNvSpPr>
            <p:nvPr/>
          </p:nvSpPr>
          <p:spPr bwMode="auto">
            <a:xfrm>
              <a:off x="-22" y="1524"/>
              <a:ext cx="98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7.10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26"/>
            <p:cNvSpPr>
              <a:spLocks noChangeArrowheads="1"/>
            </p:cNvSpPr>
            <p:nvPr/>
          </p:nvSpPr>
          <p:spPr bwMode="auto">
            <a:xfrm>
              <a:off x="849" y="1523"/>
              <a:ext cx="413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扩充复平面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上，分式线性</a:t>
              </a:r>
              <a:r>
                <a:rPr kumimoji="1" lang="zh-CN" altLang="en-US" sz="240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变换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把圆映成圆。   </a:t>
              </a:r>
            </a:p>
          </p:txBody>
        </p:sp>
      </p:grpSp>
      <p:grpSp>
        <p:nvGrpSpPr>
          <p:cNvPr id="10" name="Group 29"/>
          <p:cNvGrpSpPr/>
          <p:nvPr/>
        </p:nvGrpSpPr>
        <p:grpSpPr bwMode="auto">
          <a:xfrm>
            <a:off x="1487488" y="2330206"/>
            <a:ext cx="7967663" cy="468312"/>
            <a:chOff x="338" y="2005"/>
            <a:chExt cx="5019" cy="295"/>
          </a:xfrm>
        </p:grpSpPr>
        <p:sp>
          <p:nvSpPr>
            <p:cNvPr id="11" name="Rectangle 30"/>
            <p:cNvSpPr>
              <a:spLocks noChangeArrowheads="1"/>
            </p:cNvSpPr>
            <p:nvPr/>
          </p:nvSpPr>
          <p:spPr bwMode="auto">
            <a:xfrm>
              <a:off x="660" y="2008"/>
              <a:ext cx="4697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如果给定的圆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或直线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上没有点映射成无穷远点，   </a:t>
              </a:r>
            </a:p>
          </p:txBody>
        </p:sp>
        <p:sp>
          <p:nvSpPr>
            <p:cNvPr id="12" name="Rectangle 31"/>
            <p:cNvSpPr>
              <a:spLocks noChangeArrowheads="1"/>
            </p:cNvSpPr>
            <p:nvPr/>
          </p:nvSpPr>
          <p:spPr bwMode="auto">
            <a:xfrm>
              <a:off x="338" y="2005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   </a:t>
              </a:r>
            </a:p>
          </p:txBody>
        </p:sp>
      </p:grpSp>
      <p:sp>
        <p:nvSpPr>
          <p:cNvPr id="13" name="Rectangle 32"/>
          <p:cNvSpPr>
            <a:spLocks noChangeArrowheads="1"/>
          </p:cNvSpPr>
          <p:nvPr/>
        </p:nvSpPr>
        <p:spPr bwMode="auto">
          <a:xfrm>
            <a:off x="2430463" y="2876306"/>
            <a:ext cx="437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则它就映射成半径有限的圆；   </a:t>
            </a:r>
          </a:p>
        </p:txBody>
      </p:sp>
      <p:sp>
        <p:nvSpPr>
          <p:cNvPr id="14" name="Rectangle 33"/>
          <p:cNvSpPr>
            <a:spLocks noChangeArrowheads="1"/>
          </p:cNvSpPr>
          <p:nvPr/>
        </p:nvSpPr>
        <p:spPr bwMode="auto">
          <a:xfrm>
            <a:off x="1995488" y="3484318"/>
            <a:ext cx="737924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如果给定的圆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或直线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上有一点映射成无穷远点，  </a:t>
            </a:r>
          </a:p>
        </p:txBody>
      </p:sp>
      <p:grpSp>
        <p:nvGrpSpPr>
          <p:cNvPr id="15" name="Group 34"/>
          <p:cNvGrpSpPr/>
          <p:nvPr/>
        </p:nvGrpSpPr>
        <p:grpSpPr bwMode="auto">
          <a:xfrm>
            <a:off x="2427288" y="3995493"/>
            <a:ext cx="4500563" cy="477838"/>
            <a:chOff x="930" y="3054"/>
            <a:chExt cx="2835" cy="301"/>
          </a:xfrm>
        </p:grpSpPr>
        <p:sp>
          <p:nvSpPr>
            <p:cNvPr id="16" name="Rectangle 35"/>
            <p:cNvSpPr>
              <a:spLocks noChangeArrowheads="1"/>
            </p:cNvSpPr>
            <p:nvPr/>
          </p:nvSpPr>
          <p:spPr bwMode="auto">
            <a:xfrm>
              <a:off x="930" y="3067"/>
              <a:ext cx="19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则它就映射成直线；   </a:t>
              </a:r>
            </a:p>
          </p:txBody>
        </p:sp>
        <p:sp>
          <p:nvSpPr>
            <p:cNvPr id="17" name="Rectangle 36"/>
            <p:cNvSpPr>
              <a:spLocks noChangeArrowheads="1"/>
            </p:cNvSpPr>
            <p:nvPr/>
          </p:nvSpPr>
          <p:spPr bwMode="auto">
            <a:xfrm>
              <a:off x="2689" y="3067"/>
              <a:ext cx="8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精彩之处</a:t>
              </a:r>
              <a:r>
                <a:rPr kumimoji="1" lang="en-US" altLang="zh-CN" sz="20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8" name="Rectangle 37"/>
            <p:cNvSpPr>
              <a:spLocks noChangeArrowheads="1"/>
            </p:cNvSpPr>
            <p:nvPr/>
          </p:nvSpPr>
          <p:spPr bwMode="auto">
            <a:xfrm>
              <a:off x="3456" y="3054"/>
              <a:ext cx="30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！</a:t>
              </a: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3CC2B-FFE5-6493-14ED-262F63FE9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CE3A1BFE-FAF7-C426-AA2E-8F1B63210ADC}"/>
              </a:ext>
            </a:extLst>
          </p:cNvPr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A9F06075-835C-7676-BF4F-F0FB27C7487F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>
            <a:extLst>
              <a:ext uri="{FF2B5EF4-FFF2-40B4-BE49-F238E27FC236}">
                <a16:creationId xmlns:a16="http://schemas.microsoft.com/office/drawing/2014/main" id="{7CC43AF1-681D-45C7-F3B3-FF9E91F822DD}"/>
              </a:ext>
            </a:extLst>
          </p:cNvPr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2">
            <a:extLst>
              <a:ext uri="{FF2B5EF4-FFF2-40B4-BE49-F238E27FC236}">
                <a16:creationId xmlns:a16="http://schemas.microsoft.com/office/drawing/2014/main" id="{95226A84-D156-0F87-14A3-E07A2CB744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1424" y="836613"/>
            <a:ext cx="639950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五、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分式线性变换的保对称点性</a:t>
            </a:r>
          </a:p>
        </p:txBody>
      </p:sp>
      <p:graphicFrame>
        <p:nvGraphicFramePr>
          <p:cNvPr id="6" name="Object 27">
            <a:extLst>
              <a:ext uri="{FF2B5EF4-FFF2-40B4-BE49-F238E27FC236}">
                <a16:creationId xmlns:a16="http://schemas.microsoft.com/office/drawing/2014/main" id="{C3E42BE2-9686-DB74-9227-758F0079A0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2887939"/>
              </p:ext>
            </p:extLst>
          </p:nvPr>
        </p:nvGraphicFramePr>
        <p:xfrm>
          <a:off x="1451666" y="1628546"/>
          <a:ext cx="1270586" cy="43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240000" imgH="5181600" progId="Equation.DSMT4">
                  <p:embed/>
                </p:oleObj>
              </mc:Choice>
              <mc:Fallback>
                <p:oleObj name="Equation" r:id="rId3" imgW="15240000" imgH="5181600" progId="Equation.DSMT4">
                  <p:embed/>
                  <p:pic>
                    <p:nvPicPr>
                      <p:cNvPr id="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1666" y="1628546"/>
                        <a:ext cx="1270586" cy="43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27">
            <a:extLst>
              <a:ext uri="{FF2B5EF4-FFF2-40B4-BE49-F238E27FC236}">
                <a16:creationId xmlns:a16="http://schemas.microsoft.com/office/drawing/2014/main" id="{FD70B1D2-FC1A-EFB7-888E-2A1E4DC9A4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13436" y="1650214"/>
          <a:ext cx="5510370" cy="13410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69920" imgH="698400" progId="Equation.DSMT4">
                  <p:embed/>
                </p:oleObj>
              </mc:Choice>
              <mc:Fallback>
                <p:oleObj name="Equation" r:id="rId5" imgW="2869920" imgH="698400" progId="Equation.DSMT4">
                  <p:embed/>
                  <p:pic>
                    <p:nvPicPr>
                      <p:cNvPr id="1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3436" y="1650214"/>
                        <a:ext cx="5510370" cy="134102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48146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8" name="Group 22"/>
          <p:cNvGrpSpPr/>
          <p:nvPr/>
        </p:nvGrpSpPr>
        <p:grpSpPr bwMode="auto">
          <a:xfrm>
            <a:off x="4134999" y="1639997"/>
            <a:ext cx="3352800" cy="1495425"/>
            <a:chOff x="1662" y="2904"/>
            <a:chExt cx="2112" cy="942"/>
          </a:xfrm>
        </p:grpSpPr>
        <p:sp>
          <p:nvSpPr>
            <p:cNvPr id="21" name="Rectangle 23"/>
            <p:cNvSpPr>
              <a:spLocks noChangeArrowheads="1"/>
            </p:cNvSpPr>
            <p:nvPr/>
          </p:nvSpPr>
          <p:spPr bwMode="auto">
            <a:xfrm>
              <a:off x="1668" y="2904"/>
              <a:ext cx="2106" cy="942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26"/>
            <p:cNvSpPr>
              <a:spLocks noChangeArrowheads="1"/>
            </p:cNvSpPr>
            <p:nvPr/>
          </p:nvSpPr>
          <p:spPr bwMode="auto">
            <a:xfrm>
              <a:off x="1662" y="2923"/>
              <a:ext cx="54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 </a:t>
              </a:r>
            </a:p>
          </p:txBody>
        </p:sp>
      </p:grpSp>
      <p:grpSp>
        <p:nvGrpSpPr>
          <p:cNvPr id="26" name="Group 28"/>
          <p:cNvGrpSpPr/>
          <p:nvPr/>
        </p:nvGrpSpPr>
        <p:grpSpPr bwMode="auto">
          <a:xfrm>
            <a:off x="4131823" y="2221020"/>
            <a:ext cx="3494088" cy="887413"/>
            <a:chOff x="1660" y="3270"/>
            <a:chExt cx="2201" cy="559"/>
          </a:xfrm>
        </p:grpSpPr>
        <p:graphicFrame>
          <p:nvGraphicFramePr>
            <p:cNvPr id="27" name="Object 29"/>
            <p:cNvGraphicFramePr/>
            <p:nvPr/>
          </p:nvGraphicFramePr>
          <p:xfrm>
            <a:off x="1958" y="3270"/>
            <a:ext cx="1072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701800" imgH="889000" progId="Equation.3">
                    <p:embed/>
                  </p:oleObj>
                </mc:Choice>
                <mc:Fallback>
                  <p:oleObj name="公式" r:id="rId3" imgW="1701800" imgH="889000" progId="Equation.3">
                    <p:embed/>
                    <p:pic>
                      <p:nvPicPr>
                        <p:cNvPr id="27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8" y="3270"/>
                          <a:ext cx="1072" cy="5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8" name="Rectangle 30"/>
            <p:cNvSpPr>
              <a:spLocks noChangeArrowheads="1"/>
            </p:cNvSpPr>
            <p:nvPr/>
          </p:nvSpPr>
          <p:spPr bwMode="auto">
            <a:xfrm>
              <a:off x="1660" y="3401"/>
              <a:ext cx="45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   </a:t>
              </a:r>
            </a:p>
          </p:txBody>
        </p:sp>
        <p:sp>
          <p:nvSpPr>
            <p:cNvPr id="29" name="Rectangle 31"/>
            <p:cNvSpPr>
              <a:spLocks noChangeArrowheads="1"/>
            </p:cNvSpPr>
            <p:nvPr/>
          </p:nvSpPr>
          <p:spPr bwMode="auto">
            <a:xfrm>
              <a:off x="3014" y="3405"/>
              <a:ext cx="847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k</a:t>
              </a:r>
              <a:r>
                <a:rPr kumimoji="1" lang="en-US" altLang="zh-CN" sz="1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待定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  </a:t>
              </a:r>
            </a:p>
          </p:txBody>
        </p:sp>
      </p:grpSp>
      <p:graphicFrame>
        <p:nvGraphicFramePr>
          <p:cNvPr id="30" name="Object 32"/>
          <p:cNvGraphicFramePr/>
          <p:nvPr>
            <p:extLst>
              <p:ext uri="{D42A27DB-BD31-4B8C-83A1-F6EECF244321}">
                <p14:modId xmlns:p14="http://schemas.microsoft.com/office/powerpoint/2010/main" val="2646415495"/>
              </p:ext>
            </p:extLst>
          </p:nvPr>
        </p:nvGraphicFramePr>
        <p:xfrm>
          <a:off x="5141473" y="2490895"/>
          <a:ext cx="215900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87960" imgH="236855" progId="Equation.3">
                  <p:embed/>
                </p:oleObj>
              </mc:Choice>
              <mc:Fallback>
                <p:oleObj name="公式" r:id="rId5" imgW="187960" imgH="236855" progId="Equation.3">
                  <p:embed/>
                  <p:pic>
                    <p:nvPicPr>
                      <p:cNvPr id="30" name="Object 3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1473" y="2490895"/>
                        <a:ext cx="215900" cy="2778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" name="Object 33"/>
          <p:cNvGraphicFramePr/>
          <p:nvPr>
            <p:extLst>
              <p:ext uri="{D42A27DB-BD31-4B8C-83A1-F6EECF244321}">
                <p14:modId xmlns:p14="http://schemas.microsoft.com/office/powerpoint/2010/main" val="2382860069"/>
              </p:ext>
            </p:extLst>
          </p:nvPr>
        </p:nvGraphicFramePr>
        <p:xfrm>
          <a:off x="5855848" y="2233720"/>
          <a:ext cx="2667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28600" imgH="318135" progId="Equation.3">
                  <p:embed/>
                </p:oleObj>
              </mc:Choice>
              <mc:Fallback>
                <p:oleObj name="公式" r:id="rId5" imgW="228600" imgH="318135" progId="Equation.3">
                  <p:embed/>
                  <p:pic>
                    <p:nvPicPr>
                      <p:cNvPr id="32" name="Object 3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5848" y="2233720"/>
                        <a:ext cx="266700" cy="3667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ct 34"/>
          <p:cNvGraphicFramePr/>
          <p:nvPr>
            <p:extLst>
              <p:ext uri="{D42A27DB-BD31-4B8C-83A1-F6EECF244321}">
                <p14:modId xmlns:p14="http://schemas.microsoft.com/office/powerpoint/2010/main" val="1971590704"/>
              </p:ext>
            </p:extLst>
          </p:nvPr>
        </p:nvGraphicFramePr>
        <p:xfrm>
          <a:off x="5836798" y="2687745"/>
          <a:ext cx="2794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36855" imgH="318135" progId="Equation.3">
                  <p:embed/>
                </p:oleObj>
              </mc:Choice>
              <mc:Fallback>
                <p:oleObj name="公式" r:id="rId5" imgW="236855" imgH="318135" progId="Equation.3">
                  <p:embed/>
                  <p:pic>
                    <p:nvPicPr>
                      <p:cNvPr id="33" name="Object 3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36798" y="2687745"/>
                        <a:ext cx="279400" cy="3667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" name="Group 35"/>
          <p:cNvGrpSpPr/>
          <p:nvPr/>
        </p:nvGrpSpPr>
        <p:grpSpPr bwMode="auto">
          <a:xfrm>
            <a:off x="1465197" y="945466"/>
            <a:ext cx="5162550" cy="463550"/>
            <a:chOff x="336" y="1815"/>
            <a:chExt cx="3252" cy="292"/>
          </a:xfrm>
        </p:grpSpPr>
        <p:sp>
          <p:nvSpPr>
            <p:cNvPr id="35" name="Rectangle 36"/>
            <p:cNvSpPr>
              <a:spLocks noChangeArrowheads="1"/>
            </p:cNvSpPr>
            <p:nvPr/>
          </p:nvSpPr>
          <p:spPr bwMode="auto">
            <a:xfrm>
              <a:off x="854" y="1815"/>
              <a:ext cx="273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                为分式线性变换，  </a:t>
              </a:r>
            </a:p>
          </p:txBody>
        </p:sp>
        <p:sp>
          <p:nvSpPr>
            <p:cNvPr id="36" name="Rectangle 37"/>
            <p:cNvSpPr>
              <a:spLocks noChangeArrowheads="1"/>
            </p:cNvSpPr>
            <p:nvPr/>
          </p:nvSpPr>
          <p:spPr bwMode="auto">
            <a:xfrm>
              <a:off x="336" y="1815"/>
              <a:ext cx="696" cy="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000" tIns="46800" rIns="90000" bIns="46800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推论    </a:t>
              </a:r>
            </a:p>
          </p:txBody>
        </p:sp>
      </p:grpSp>
      <p:grpSp>
        <p:nvGrpSpPr>
          <p:cNvPr id="43" name="Group 44"/>
          <p:cNvGrpSpPr/>
          <p:nvPr/>
        </p:nvGrpSpPr>
        <p:grpSpPr bwMode="auto">
          <a:xfrm>
            <a:off x="7625911" y="2019408"/>
            <a:ext cx="1365250" cy="471487"/>
            <a:chOff x="4082" y="2899"/>
            <a:chExt cx="860" cy="297"/>
          </a:xfrm>
        </p:grpSpPr>
        <p:sp>
          <p:nvSpPr>
            <p:cNvPr id="44" name="Rectangle 45"/>
            <p:cNvSpPr>
              <a:spLocks noChangeArrowheads="1"/>
            </p:cNvSpPr>
            <p:nvPr/>
          </p:nvSpPr>
          <p:spPr bwMode="auto">
            <a:xfrm>
              <a:off x="4082" y="2899"/>
              <a:ext cx="843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0066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非常实用  </a:t>
              </a:r>
            </a:p>
          </p:txBody>
        </p:sp>
        <p:sp>
          <p:nvSpPr>
            <p:cNvPr id="45" name="Rectangle 46"/>
            <p:cNvSpPr>
              <a:spLocks noChangeArrowheads="1"/>
            </p:cNvSpPr>
            <p:nvPr/>
          </p:nvSpPr>
          <p:spPr bwMode="auto">
            <a:xfrm>
              <a:off x="4114" y="2908"/>
              <a:ext cx="828" cy="288"/>
            </a:xfrm>
            <a:prstGeom prst="rect">
              <a:avLst/>
            </a:prstGeom>
            <a:noFill/>
            <a:ln w="9525" algn="ctr">
              <a:solidFill>
                <a:srgbClr val="FF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92997242-6D7D-8B5E-2238-B876ECCBE8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3220415"/>
              </p:ext>
            </p:extLst>
          </p:nvPr>
        </p:nvGraphicFramePr>
        <p:xfrm>
          <a:off x="1764067" y="3343385"/>
          <a:ext cx="8145462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87720" imgH="457200" progId="Equation.DSMT4">
                  <p:embed/>
                </p:oleObj>
              </mc:Choice>
              <mc:Fallback>
                <p:oleObj name="Equation" r:id="rId9" imgW="398772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764067" y="3343385"/>
                        <a:ext cx="8145462" cy="933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871D042-3E08-5FEF-4D2A-A42E97B65FE1}"/>
              </a:ext>
            </a:extLst>
          </p:cNvPr>
          <p:cNvSpPr txBox="1"/>
          <p:nvPr/>
        </p:nvSpPr>
        <p:spPr>
          <a:xfrm>
            <a:off x="1147671" y="3246447"/>
            <a:ext cx="462243" cy="423582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400" b="1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注</a:t>
            </a:r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60BFE7CF-22EB-C4D6-D091-C072AC412D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6527780"/>
              </p:ext>
            </p:extLst>
          </p:nvPr>
        </p:nvGraphicFramePr>
        <p:xfrm>
          <a:off x="2694478" y="1010571"/>
          <a:ext cx="1190069" cy="406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81230" imgH="266523" progId="Equation.DSMT4">
                  <p:embed/>
                </p:oleObj>
              </mc:Choice>
              <mc:Fallback>
                <p:oleObj name="Equation" r:id="rId11" imgW="781230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694478" y="1010571"/>
                        <a:ext cx="1190069" cy="4063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66B2CD8C-4290-A20B-26E1-E477055FE03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4553375"/>
              </p:ext>
            </p:extLst>
          </p:nvPr>
        </p:nvGraphicFramePr>
        <p:xfrm>
          <a:off x="4562208" y="1714608"/>
          <a:ext cx="2574579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695336" imgH="300074" progId="Equation.DSMT4">
                  <p:embed/>
                </p:oleObj>
              </mc:Choice>
              <mc:Fallback>
                <p:oleObj name="Equation" r:id="rId13" imgW="1695336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4562208" y="1714608"/>
                        <a:ext cx="2574579" cy="4556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6BD844EA-AA50-0CFC-D8D3-B2EAEAC418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5159768"/>
              </p:ext>
            </p:extLst>
          </p:nvPr>
        </p:nvGraphicFramePr>
        <p:xfrm>
          <a:off x="1795749" y="4317388"/>
          <a:ext cx="6484943" cy="3949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327120" imgH="203040" progId="Equation.DSMT4">
                  <p:embed/>
                </p:oleObj>
              </mc:Choice>
              <mc:Fallback>
                <p:oleObj name="Equation" r:id="rId15" imgW="332712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795749" y="4317388"/>
                        <a:ext cx="6484943" cy="3949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5814D2A-2BA5-505A-B661-9DA827128D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526149"/>
              </p:ext>
            </p:extLst>
          </p:nvPr>
        </p:nvGraphicFramePr>
        <p:xfrm>
          <a:off x="8321237" y="4326733"/>
          <a:ext cx="776446" cy="376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15009" imgH="249983" progId="Equation.DSMT4">
                  <p:embed/>
                </p:oleObj>
              </mc:Choice>
              <mc:Fallback>
                <p:oleObj name="Equation" r:id="rId17" imgW="515009" imgH="24998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321237" y="4326733"/>
                        <a:ext cx="776446" cy="376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7">
            <a:extLst>
              <a:ext uri="{FF2B5EF4-FFF2-40B4-BE49-F238E27FC236}">
                <a16:creationId xmlns:a16="http://schemas.microsoft.com/office/drawing/2014/main" id="{D8CCEB88-0993-0A9E-3F07-029163AD78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649736"/>
              </p:ext>
            </p:extLst>
          </p:nvPr>
        </p:nvGraphicFramePr>
        <p:xfrm>
          <a:off x="1563183" y="4793424"/>
          <a:ext cx="3475037" cy="436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714320" imgH="215640" progId="Equation.DSMT4">
                  <p:embed/>
                </p:oleObj>
              </mc:Choice>
              <mc:Fallback>
                <p:oleObj name="Equation" r:id="rId19" imgW="1714320" imgH="215640" progId="Equation.DSMT4">
                  <p:embed/>
                  <p:pic>
                    <p:nvPicPr>
                      <p:cNvPr id="1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183" y="4793424"/>
                        <a:ext cx="3475037" cy="436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27">
            <a:extLst>
              <a:ext uri="{FF2B5EF4-FFF2-40B4-BE49-F238E27FC236}">
                <a16:creationId xmlns:a16="http://schemas.microsoft.com/office/drawing/2014/main" id="{13F29F9E-D461-C5D6-0357-8E455309BDC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5583348"/>
              </p:ext>
            </p:extLst>
          </p:nvPr>
        </p:nvGraphicFramePr>
        <p:xfrm>
          <a:off x="1563183" y="5259108"/>
          <a:ext cx="5741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869920" imgH="215640" progId="Equation.DSMT4">
                  <p:embed/>
                </p:oleObj>
              </mc:Choice>
              <mc:Fallback>
                <p:oleObj name="Equation" r:id="rId21" imgW="2869920" imgH="215640" progId="Equation.DSMT4">
                  <p:embed/>
                  <p:pic>
                    <p:nvPicPr>
                      <p:cNvPr id="2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3183" y="5259108"/>
                        <a:ext cx="57419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8877B3BD-C930-7F30-5152-11193FDF18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6026559"/>
              </p:ext>
            </p:extLst>
          </p:nvPr>
        </p:nvGraphicFramePr>
        <p:xfrm>
          <a:off x="1563183" y="5683594"/>
          <a:ext cx="6400746" cy="4904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4121956" imgH="316614" progId="Equation.DSMT4">
                  <p:embed/>
                </p:oleObj>
              </mc:Choice>
              <mc:Fallback>
                <p:oleObj name="Equation" r:id="rId23" imgW="4121956" imgH="31661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63183" y="5683594"/>
                        <a:ext cx="6400746" cy="4904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ACA83C1-8FF3-2E74-530E-6C55E86536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0207509"/>
              </p:ext>
            </p:extLst>
          </p:nvPr>
        </p:nvGraphicFramePr>
        <p:xfrm>
          <a:off x="1609914" y="6174063"/>
          <a:ext cx="1180351" cy="473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64847" imgH="266523" progId="Equation.DSMT4">
                  <p:embed/>
                </p:oleObj>
              </mc:Choice>
              <mc:Fallback>
                <p:oleObj name="Equation" r:id="rId25" imgW="664847" imgH="26652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609914" y="6174063"/>
                        <a:ext cx="1180351" cy="47326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23"/>
          <p:cNvSpPr>
            <a:spLocks noChangeArrowheads="1"/>
          </p:cNvSpPr>
          <p:nvPr/>
        </p:nvSpPr>
        <p:spPr bwMode="auto">
          <a:xfrm>
            <a:off x="884619" y="822326"/>
            <a:ext cx="437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将上半平面映射成单位圆域   </a:t>
            </a:r>
          </a:p>
        </p:txBody>
      </p:sp>
      <p:sp>
        <p:nvSpPr>
          <p:cNvPr id="6" name="Rectangle 24"/>
          <p:cNvSpPr>
            <a:spLocks noChangeArrowheads="1"/>
          </p:cNvSpPr>
          <p:nvPr/>
        </p:nvSpPr>
        <p:spPr bwMode="auto">
          <a:xfrm>
            <a:off x="901932" y="1341344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特点  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25"/>
          <p:cNvSpPr>
            <a:spLocks noChangeArrowheads="1"/>
          </p:cNvSpPr>
          <p:nvPr/>
        </p:nvSpPr>
        <p:spPr bwMode="auto">
          <a:xfrm>
            <a:off x="1721082" y="1341344"/>
            <a:ext cx="414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这两个区域的边界都是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FF505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圆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    </a:t>
            </a:r>
          </a:p>
        </p:txBody>
      </p:sp>
      <p:sp>
        <p:nvSpPr>
          <p:cNvPr id="8" name="Rectangle 26"/>
          <p:cNvSpPr>
            <a:spLocks noChangeArrowheads="1"/>
          </p:cNvSpPr>
          <p:nvPr/>
        </p:nvSpPr>
        <p:spPr bwMode="auto">
          <a:xfrm>
            <a:off x="910806" y="1935198"/>
            <a:ext cx="1098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  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Rectangle 27"/>
          <p:cNvSpPr>
            <a:spLocks noChangeArrowheads="1"/>
          </p:cNvSpPr>
          <p:nvPr/>
        </p:nvSpPr>
        <p:spPr bwMode="auto">
          <a:xfrm>
            <a:off x="1733131" y="1938373"/>
            <a:ext cx="308289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方法二 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通式法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</a:t>
            </a:r>
          </a:p>
        </p:txBody>
      </p:sp>
      <p:sp>
        <p:nvSpPr>
          <p:cNvPr id="10" name="Rectangle 28"/>
          <p:cNvSpPr>
            <a:spLocks noChangeArrowheads="1"/>
          </p:cNvSpPr>
          <p:nvPr/>
        </p:nvSpPr>
        <p:spPr bwMode="auto">
          <a:xfrm>
            <a:off x="1735349" y="3789982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根据前面的推论有    </a:t>
            </a:r>
          </a:p>
        </p:txBody>
      </p:sp>
      <p:grpSp>
        <p:nvGrpSpPr>
          <p:cNvPr id="11" name="Group 29"/>
          <p:cNvGrpSpPr/>
          <p:nvPr/>
        </p:nvGrpSpPr>
        <p:grpSpPr bwMode="auto">
          <a:xfrm>
            <a:off x="1738524" y="2513177"/>
            <a:ext cx="4622800" cy="457200"/>
            <a:chOff x="854" y="1825"/>
            <a:chExt cx="2912" cy="288"/>
          </a:xfrm>
        </p:grpSpPr>
        <p:grpSp>
          <p:nvGrpSpPr>
            <p:cNvPr id="12" name="Group 30"/>
            <p:cNvGrpSpPr/>
            <p:nvPr/>
          </p:nvGrpSpPr>
          <p:grpSpPr bwMode="auto">
            <a:xfrm>
              <a:off x="854" y="1825"/>
              <a:ext cx="2912" cy="288"/>
              <a:chOff x="854" y="1825"/>
              <a:chExt cx="2912" cy="288"/>
            </a:xfrm>
          </p:grpSpPr>
          <p:sp>
            <p:nvSpPr>
              <p:cNvPr id="14" name="Rectangle 31"/>
              <p:cNvSpPr>
                <a:spLocks noChangeArrowheads="1"/>
              </p:cNvSpPr>
              <p:nvPr/>
            </p:nvSpPr>
            <p:spPr bwMode="auto">
              <a:xfrm>
                <a:off x="854" y="1825"/>
                <a:ext cx="20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在上半平面任取一点    </a:t>
                </a:r>
              </a:p>
            </p:txBody>
          </p:sp>
          <p:graphicFrame>
            <p:nvGraphicFramePr>
              <p:cNvPr id="15" name="Object 32"/>
              <p:cNvGraphicFramePr>
                <a:graphicFrameLocks noChangeAspect="1"/>
              </p:cNvGraphicFramePr>
              <p:nvPr/>
            </p:nvGraphicFramePr>
            <p:xfrm>
              <a:off x="2700" y="1841"/>
              <a:ext cx="17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236855" imgH="326390" progId="Equation.3">
                      <p:embed/>
                    </p:oleObj>
                  </mc:Choice>
                  <mc:Fallback>
                    <p:oleObj name="公式" r:id="rId3" imgW="236855" imgH="326390" progId="Equation.3">
                      <p:embed/>
                      <p:pic>
                        <p:nvPicPr>
                          <p:cNvPr id="15" name="Object 3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0" y="1841"/>
                            <a:ext cx="176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33"/>
              <p:cNvGraphicFramePr>
                <a:graphicFrameLocks noChangeAspect="1"/>
              </p:cNvGraphicFramePr>
              <p:nvPr/>
            </p:nvGraphicFramePr>
            <p:xfrm>
              <a:off x="3174" y="1861"/>
              <a:ext cx="592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808355" imgH="318135" progId="Equation.3">
                      <p:embed/>
                    </p:oleObj>
                  </mc:Choice>
                  <mc:Fallback>
                    <p:oleObj name="公式" r:id="rId5" imgW="808355" imgH="318135" progId="Equation.3">
                      <p:embed/>
                      <p:pic>
                        <p:nvPicPr>
                          <p:cNvPr id="16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4" y="1861"/>
                            <a:ext cx="592" cy="2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3" name="Line 34"/>
            <p:cNvSpPr>
              <a:spLocks noChangeShapeType="1"/>
            </p:cNvSpPr>
            <p:nvPr/>
          </p:nvSpPr>
          <p:spPr bwMode="auto">
            <a:xfrm>
              <a:off x="2910" y="1980"/>
              <a:ext cx="218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7" name="Group 35"/>
          <p:cNvGrpSpPr/>
          <p:nvPr/>
        </p:nvGrpSpPr>
        <p:grpSpPr bwMode="auto">
          <a:xfrm>
            <a:off x="1735349" y="3081502"/>
            <a:ext cx="4730750" cy="457200"/>
            <a:chOff x="852" y="2183"/>
            <a:chExt cx="2980" cy="288"/>
          </a:xfrm>
        </p:grpSpPr>
        <p:sp>
          <p:nvSpPr>
            <p:cNvPr id="18" name="Line 36"/>
            <p:cNvSpPr>
              <a:spLocks noChangeShapeType="1"/>
            </p:cNvSpPr>
            <p:nvPr/>
          </p:nvSpPr>
          <p:spPr bwMode="auto">
            <a:xfrm>
              <a:off x="2908" y="2338"/>
              <a:ext cx="218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1" name="Group 37"/>
            <p:cNvGrpSpPr/>
            <p:nvPr/>
          </p:nvGrpSpPr>
          <p:grpSpPr bwMode="auto">
            <a:xfrm>
              <a:off x="852" y="2183"/>
              <a:ext cx="2980" cy="288"/>
              <a:chOff x="852" y="2183"/>
              <a:chExt cx="2980" cy="288"/>
            </a:xfrm>
          </p:grpSpPr>
          <p:sp>
            <p:nvSpPr>
              <p:cNvPr id="22" name="Rectangle 38"/>
              <p:cNvSpPr>
                <a:spLocks noChangeArrowheads="1"/>
              </p:cNvSpPr>
              <p:nvPr/>
            </p:nvSpPr>
            <p:spPr bwMode="auto">
              <a:xfrm>
                <a:off x="852" y="2183"/>
                <a:ext cx="19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由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保对称点性</a:t>
                </a: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，则有   </a:t>
                </a:r>
              </a:p>
            </p:txBody>
          </p:sp>
          <p:graphicFrame>
            <p:nvGraphicFramePr>
              <p:cNvPr id="23" name="Object 39"/>
              <p:cNvGraphicFramePr>
                <a:graphicFrameLocks noChangeAspect="1"/>
              </p:cNvGraphicFramePr>
              <p:nvPr/>
            </p:nvGraphicFramePr>
            <p:xfrm>
              <a:off x="3176" y="2231"/>
              <a:ext cx="656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889635" imgH="318135" progId="Equation.3">
                      <p:embed/>
                    </p:oleObj>
                  </mc:Choice>
                  <mc:Fallback>
                    <p:oleObj name="公式" r:id="rId7" imgW="889635" imgH="318135" progId="Equation.3">
                      <p:embed/>
                      <p:pic>
                        <p:nvPicPr>
                          <p:cNvPr id="23" name="Object 3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76" y="2231"/>
                            <a:ext cx="656" cy="2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4" name="Group 40"/>
              <p:cNvGrpSpPr/>
              <p:nvPr/>
            </p:nvGrpSpPr>
            <p:grpSpPr bwMode="auto">
              <a:xfrm>
                <a:off x="2698" y="2211"/>
                <a:ext cx="176" cy="240"/>
                <a:chOff x="2752" y="2223"/>
                <a:chExt cx="176" cy="240"/>
              </a:xfrm>
            </p:grpSpPr>
            <p:graphicFrame>
              <p:nvGraphicFramePr>
                <p:cNvPr id="25" name="Object 41"/>
                <p:cNvGraphicFramePr>
                  <a:graphicFrameLocks noChangeAspect="1"/>
                </p:cNvGraphicFramePr>
                <p:nvPr/>
              </p:nvGraphicFramePr>
              <p:xfrm>
                <a:off x="2752" y="2223"/>
                <a:ext cx="176" cy="24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" imgW="236855" imgH="326390" progId="Equation.3">
                        <p:embed/>
                      </p:oleObj>
                    </mc:Choice>
                    <mc:Fallback>
                      <p:oleObj name="公式" r:id="rId3" imgW="236855" imgH="326390" progId="Equation.3">
                        <p:embed/>
                        <p:pic>
                          <p:nvPicPr>
                            <p:cNvPr id="25" name="Object 41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9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752" y="2223"/>
                              <a:ext cx="176" cy="240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6" name="Line 42"/>
                <p:cNvSpPr>
                  <a:spLocks noChangeShapeType="1"/>
                </p:cNvSpPr>
                <p:nvPr/>
              </p:nvSpPr>
              <p:spPr bwMode="auto">
                <a:xfrm>
                  <a:off x="2754" y="2274"/>
                  <a:ext cx="113" cy="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</p:grpSp>
      </p:grpSp>
      <p:grpSp>
        <p:nvGrpSpPr>
          <p:cNvPr id="27" name="Group 43"/>
          <p:cNvGrpSpPr/>
          <p:nvPr/>
        </p:nvGrpSpPr>
        <p:grpSpPr bwMode="auto">
          <a:xfrm>
            <a:off x="4348709" y="3621707"/>
            <a:ext cx="3206750" cy="887413"/>
            <a:chOff x="1234" y="2958"/>
            <a:chExt cx="2020" cy="559"/>
          </a:xfrm>
        </p:grpSpPr>
        <p:sp>
          <p:nvSpPr>
            <p:cNvPr id="28" name="Rectangle 44"/>
            <p:cNvSpPr>
              <a:spLocks noChangeArrowheads="1"/>
            </p:cNvSpPr>
            <p:nvPr/>
          </p:nvSpPr>
          <p:spPr bwMode="auto">
            <a:xfrm>
              <a:off x="2306" y="3093"/>
              <a:ext cx="9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k</a:t>
              </a:r>
              <a:r>
                <a:rPr kumimoji="1" lang="en-US" altLang="zh-CN" sz="1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待定</a:t>
              </a:r>
              <a:r>
                <a:rPr kumimoji="1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).  </a:t>
              </a:r>
            </a:p>
          </p:txBody>
        </p:sp>
        <p:grpSp>
          <p:nvGrpSpPr>
            <p:cNvPr id="29" name="Group 45"/>
            <p:cNvGrpSpPr/>
            <p:nvPr/>
          </p:nvGrpSpPr>
          <p:grpSpPr bwMode="auto">
            <a:xfrm>
              <a:off x="1234" y="2958"/>
              <a:ext cx="1080" cy="559"/>
              <a:chOff x="1234" y="2958"/>
              <a:chExt cx="1080" cy="559"/>
            </a:xfrm>
          </p:grpSpPr>
          <p:graphicFrame>
            <p:nvGraphicFramePr>
              <p:cNvPr id="30" name="Object 46"/>
              <p:cNvGraphicFramePr/>
              <p:nvPr/>
            </p:nvGraphicFramePr>
            <p:xfrm>
              <a:off x="1234" y="2958"/>
              <a:ext cx="1080" cy="5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0" imgW="1714500" imgH="889000" progId="Equation.3">
                      <p:embed/>
                    </p:oleObj>
                  </mc:Choice>
                  <mc:Fallback>
                    <p:oleObj name="公式" r:id="rId10" imgW="1714500" imgH="889000" progId="Equation.3">
                      <p:embed/>
                      <p:pic>
                        <p:nvPicPr>
                          <p:cNvPr id="30" name="Object 46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234" y="2958"/>
                            <a:ext cx="1080" cy="55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Line 47"/>
              <p:cNvSpPr>
                <a:spLocks noChangeShapeType="1"/>
              </p:cNvSpPr>
              <p:nvPr/>
            </p:nvSpPr>
            <p:spPr bwMode="auto">
              <a:xfrm>
                <a:off x="2020" y="3310"/>
                <a:ext cx="11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3" name="Oval 48"/>
          <p:cNvSpPr>
            <a:spLocks noChangeAspect="1" noChangeArrowheads="1"/>
          </p:cNvSpPr>
          <p:nvPr/>
        </p:nvSpPr>
        <p:spPr bwMode="auto">
          <a:xfrm>
            <a:off x="8531671" y="3582987"/>
            <a:ext cx="1008063" cy="10080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CC99"/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80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4" name="Object 49"/>
          <p:cNvGraphicFramePr>
            <a:graphicFrameLocks noChangeAspect="1"/>
          </p:cNvGraphicFramePr>
          <p:nvPr/>
        </p:nvGraphicFramePr>
        <p:xfrm>
          <a:off x="9449246" y="3063875"/>
          <a:ext cx="4254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69900" imgH="342900" progId="Equation.3">
                  <p:embed/>
                </p:oleObj>
              </mc:Choice>
              <mc:Fallback>
                <p:oleObj name="公式" r:id="rId12" imgW="469900" imgH="342900" progId="Equation.3">
                  <p:embed/>
                  <p:pic>
                    <p:nvPicPr>
                      <p:cNvPr id="34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9246" y="3063875"/>
                        <a:ext cx="4254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0"/>
          <p:cNvGraphicFramePr>
            <a:graphicFrameLocks noChangeAspect="1"/>
          </p:cNvGraphicFramePr>
          <p:nvPr/>
        </p:nvGraphicFramePr>
        <p:xfrm>
          <a:off x="8512621" y="4524375"/>
          <a:ext cx="214313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36855" imgH="228600" progId="Equation.3">
                  <p:embed/>
                </p:oleObj>
              </mc:Choice>
              <mc:Fallback>
                <p:oleObj name="公式" r:id="rId14" imgW="236855" imgH="228600" progId="Equation.3">
                  <p:embed/>
                  <p:pic>
                    <p:nvPicPr>
                      <p:cNvPr id="35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12621" y="4524375"/>
                        <a:ext cx="214313" cy="20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Line 51"/>
          <p:cNvSpPr>
            <a:spLocks noChangeShapeType="1"/>
          </p:cNvSpPr>
          <p:nvPr/>
        </p:nvSpPr>
        <p:spPr bwMode="auto">
          <a:xfrm rot="10800000">
            <a:off x="8082409" y="4095750"/>
            <a:ext cx="24749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7" name="Line 52"/>
          <p:cNvSpPr>
            <a:spLocks noChangeShapeType="1"/>
          </p:cNvSpPr>
          <p:nvPr/>
        </p:nvSpPr>
        <p:spPr bwMode="auto">
          <a:xfrm rot="5400000">
            <a:off x="8035577" y="4040981"/>
            <a:ext cx="20081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38" name="Line 53"/>
          <p:cNvSpPr>
            <a:spLocks noChangeAspect="1" noChangeShapeType="1"/>
          </p:cNvSpPr>
          <p:nvPr/>
        </p:nvSpPr>
        <p:spPr bwMode="auto">
          <a:xfrm rot="8100000" flipH="1" flipV="1">
            <a:off x="8680896" y="4354512"/>
            <a:ext cx="1588" cy="1698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graphicFrame>
        <p:nvGraphicFramePr>
          <p:cNvPr id="39" name="Object 54"/>
          <p:cNvGraphicFramePr>
            <a:graphicFrameLocks noChangeAspect="1"/>
          </p:cNvGraphicFramePr>
          <p:nvPr/>
        </p:nvGraphicFramePr>
        <p:xfrm>
          <a:off x="9582596" y="4125912"/>
          <a:ext cx="12700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9065" imgH="228600" progId="Equation.3">
                  <p:embed/>
                </p:oleObj>
              </mc:Choice>
              <mc:Fallback>
                <p:oleObj name="公式" r:id="rId16" imgW="139065" imgH="228600" progId="Equation.3">
                  <p:embed/>
                  <p:pic>
                    <p:nvPicPr>
                      <p:cNvPr id="39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82596" y="4125912"/>
                        <a:ext cx="12700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55"/>
          <p:cNvGraphicFramePr>
            <a:graphicFrameLocks noChangeAspect="1"/>
          </p:cNvGraphicFramePr>
          <p:nvPr/>
        </p:nvGraphicFramePr>
        <p:xfrm>
          <a:off x="8191946" y="4122737"/>
          <a:ext cx="2921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326390" imgH="294005" progId="Equation.3">
                  <p:embed/>
                </p:oleObj>
              </mc:Choice>
              <mc:Fallback>
                <p:oleObj name="公式" r:id="rId18" imgW="326390" imgH="294005" progId="Equation.3">
                  <p:embed/>
                  <p:pic>
                    <p:nvPicPr>
                      <p:cNvPr id="4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1946" y="4122737"/>
                        <a:ext cx="2921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1" name="Group 56"/>
          <p:cNvGrpSpPr/>
          <p:nvPr/>
        </p:nvGrpSpPr>
        <p:grpSpPr bwMode="auto">
          <a:xfrm>
            <a:off x="9052371" y="3405187"/>
            <a:ext cx="1419225" cy="669925"/>
            <a:chOff x="4648" y="2090"/>
            <a:chExt cx="894" cy="422"/>
          </a:xfrm>
        </p:grpSpPr>
        <p:sp>
          <p:nvSpPr>
            <p:cNvPr id="42" name="Line 57"/>
            <p:cNvSpPr>
              <a:spLocks noChangeShapeType="1"/>
            </p:cNvSpPr>
            <p:nvPr/>
          </p:nvSpPr>
          <p:spPr bwMode="auto">
            <a:xfrm flipV="1">
              <a:off x="4648" y="2113"/>
              <a:ext cx="750" cy="399"/>
            </a:xfrm>
            <a:prstGeom prst="line">
              <a:avLst/>
            </a:prstGeom>
            <a:noFill/>
            <a:ln w="12700">
              <a:solidFill>
                <a:srgbClr val="CC006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43" name="Oval 58"/>
            <p:cNvSpPr>
              <a:spLocks noChangeAspect="1" noChangeArrowheads="1"/>
            </p:cNvSpPr>
            <p:nvPr/>
          </p:nvSpPr>
          <p:spPr bwMode="auto">
            <a:xfrm rot="-2715591">
              <a:off x="5387" y="2090"/>
              <a:ext cx="40" cy="40"/>
            </a:xfrm>
            <a:prstGeom prst="ellipse">
              <a:avLst/>
            </a:prstGeom>
            <a:solidFill>
              <a:srgbClr val="0000FF"/>
            </a:solidFill>
            <a:ln w="19050" algn="ctr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44" name="Object 59"/>
            <p:cNvGraphicFramePr>
              <a:graphicFrameLocks noChangeAspect="1"/>
            </p:cNvGraphicFramePr>
            <p:nvPr/>
          </p:nvGraphicFramePr>
          <p:xfrm>
            <a:off x="5390" y="2142"/>
            <a:ext cx="152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266700" imgH="190500" progId="Equation.3">
                    <p:embed/>
                  </p:oleObj>
                </mc:Choice>
                <mc:Fallback>
                  <p:oleObj name="公式" r:id="rId20" imgW="266700" imgH="190500" progId="Equation.3">
                    <p:embed/>
                    <p:pic>
                      <p:nvPicPr>
                        <p:cNvPr id="44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0" y="2142"/>
                          <a:ext cx="152" cy="1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5" name="Group 60"/>
          <p:cNvGrpSpPr/>
          <p:nvPr/>
        </p:nvGrpSpPr>
        <p:grpSpPr bwMode="auto">
          <a:xfrm>
            <a:off x="7563296" y="915987"/>
            <a:ext cx="2946400" cy="1101725"/>
            <a:chOff x="3140" y="2706"/>
            <a:chExt cx="1947" cy="974"/>
          </a:xfrm>
        </p:grpSpPr>
        <p:sp>
          <p:nvSpPr>
            <p:cNvPr id="46" name="Rectangle 61"/>
            <p:cNvSpPr>
              <a:spLocks noChangeArrowheads="1"/>
            </p:cNvSpPr>
            <p:nvPr/>
          </p:nvSpPr>
          <p:spPr bwMode="auto">
            <a:xfrm>
              <a:off x="3140" y="2706"/>
              <a:ext cx="973" cy="972"/>
            </a:xfrm>
            <a:prstGeom prst="rect">
              <a:avLst/>
            </a:prstGeom>
            <a:gradFill rotWithShape="1">
              <a:gsLst>
                <a:gs pos="0">
                  <a:srgbClr val="FFCC99"/>
                </a:gs>
                <a:gs pos="100000">
                  <a:srgbClr val="FFFFFF"/>
                </a:gs>
              </a:gsLst>
              <a:path path="rect">
                <a:fillToRect l="100000" t="10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47" name="Rectangle 62"/>
            <p:cNvSpPr>
              <a:spLocks noChangeArrowheads="1"/>
            </p:cNvSpPr>
            <p:nvPr/>
          </p:nvSpPr>
          <p:spPr bwMode="auto">
            <a:xfrm rot="10800000">
              <a:off x="4114" y="2708"/>
              <a:ext cx="973" cy="972"/>
            </a:xfrm>
            <a:prstGeom prst="rect">
              <a:avLst/>
            </a:prstGeom>
            <a:gradFill rotWithShape="1">
              <a:gsLst>
                <a:gs pos="0">
                  <a:srgbClr val="FFCC99"/>
                </a:gs>
                <a:gs pos="100000">
                  <a:srgbClr val="FFFFFF"/>
                </a:gs>
              </a:gsLst>
              <a:path path="rect">
                <a:fillToRect l="100000" b="10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graphicFrame>
        <p:nvGraphicFramePr>
          <p:cNvPr id="48" name="Object 63"/>
          <p:cNvGraphicFramePr>
            <a:graphicFrameLocks noChangeAspect="1"/>
          </p:cNvGraphicFramePr>
          <p:nvPr/>
        </p:nvGraphicFramePr>
        <p:xfrm>
          <a:off x="10095359" y="866775"/>
          <a:ext cx="357187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93700" imgH="342900" progId="Equation.3">
                  <p:embed/>
                </p:oleObj>
              </mc:Choice>
              <mc:Fallback>
                <p:oleObj name="公式" r:id="rId22" imgW="393700" imgH="342900" progId="Equation.3">
                  <p:embed/>
                  <p:pic>
                    <p:nvPicPr>
                      <p:cNvPr id="48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095359" y="866775"/>
                        <a:ext cx="357187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64"/>
          <p:cNvGraphicFramePr>
            <a:graphicFrameLocks noChangeAspect="1"/>
          </p:cNvGraphicFramePr>
          <p:nvPr/>
        </p:nvGraphicFramePr>
        <p:xfrm>
          <a:off x="8349109" y="2103437"/>
          <a:ext cx="20478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28600" imgH="236855" progId="Equation.3">
                  <p:embed/>
                </p:oleObj>
              </mc:Choice>
              <mc:Fallback>
                <p:oleObj name="公式" r:id="rId24" imgW="228600" imgH="236855" progId="Equation.3">
                  <p:embed/>
                  <p:pic>
                    <p:nvPicPr>
                      <p:cNvPr id="49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9109" y="2103437"/>
                        <a:ext cx="204787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" name="Line 65"/>
          <p:cNvSpPr>
            <a:spLocks noChangeShapeType="1"/>
          </p:cNvSpPr>
          <p:nvPr/>
        </p:nvSpPr>
        <p:spPr bwMode="auto">
          <a:xfrm rot="10800000">
            <a:off x="7609334" y="2022475"/>
            <a:ext cx="295116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1" name="Line 66"/>
          <p:cNvSpPr>
            <a:spLocks noChangeShapeType="1"/>
          </p:cNvSpPr>
          <p:nvPr/>
        </p:nvSpPr>
        <p:spPr bwMode="auto">
          <a:xfrm rot="16200000" flipH="1">
            <a:off x="8117333" y="1784350"/>
            <a:ext cx="1851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2" name="Line 67"/>
          <p:cNvSpPr>
            <a:spLocks noChangeShapeType="1"/>
          </p:cNvSpPr>
          <p:nvPr/>
        </p:nvSpPr>
        <p:spPr bwMode="auto">
          <a:xfrm rot="10800000" flipH="1">
            <a:off x="7733159" y="2022475"/>
            <a:ext cx="2649537" cy="0"/>
          </a:xfrm>
          <a:prstGeom prst="line">
            <a:avLst/>
          </a:prstGeom>
          <a:noFill/>
          <a:ln w="28575">
            <a:solidFill>
              <a:srgbClr val="008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53" name="Line 68"/>
          <p:cNvSpPr>
            <a:spLocks noChangeAspect="1" noChangeShapeType="1"/>
          </p:cNvSpPr>
          <p:nvPr/>
        </p:nvSpPr>
        <p:spPr bwMode="auto">
          <a:xfrm rot="5384409" flipH="1" flipV="1">
            <a:off x="8456265" y="1937544"/>
            <a:ext cx="0" cy="16986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4" name="Object 69"/>
          <p:cNvGraphicFramePr>
            <a:graphicFrameLocks noChangeAspect="1"/>
          </p:cNvGraphicFramePr>
          <p:nvPr/>
        </p:nvGraphicFramePr>
        <p:xfrm>
          <a:off x="9079359" y="2060575"/>
          <a:ext cx="147637" cy="214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63195" imgH="236855" progId="Equation.3">
                  <p:embed/>
                </p:oleObj>
              </mc:Choice>
              <mc:Fallback>
                <p:oleObj name="公式" r:id="rId26" imgW="163195" imgH="236855" progId="Equation.3">
                  <p:embed/>
                  <p:pic>
                    <p:nvPicPr>
                      <p:cNvPr id="54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79359" y="2060575"/>
                        <a:ext cx="147637" cy="2143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5" name="Group 70"/>
          <p:cNvGrpSpPr/>
          <p:nvPr/>
        </p:nvGrpSpPr>
        <p:grpSpPr bwMode="auto">
          <a:xfrm>
            <a:off x="9761984" y="1458912"/>
            <a:ext cx="355600" cy="1311275"/>
            <a:chOff x="5095" y="864"/>
            <a:chExt cx="224" cy="826"/>
          </a:xfrm>
        </p:grpSpPr>
        <p:sp>
          <p:nvSpPr>
            <p:cNvPr id="56" name="Line 71"/>
            <p:cNvSpPr>
              <a:spLocks noChangeShapeType="1"/>
            </p:cNvSpPr>
            <p:nvPr/>
          </p:nvSpPr>
          <p:spPr bwMode="auto">
            <a:xfrm flipH="1">
              <a:off x="5112" y="864"/>
              <a:ext cx="0" cy="703"/>
            </a:xfrm>
            <a:prstGeom prst="line">
              <a:avLst/>
            </a:prstGeom>
            <a:noFill/>
            <a:ln w="12700">
              <a:solidFill>
                <a:srgbClr val="CC006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  <p:sp>
          <p:nvSpPr>
            <p:cNvPr id="57" name="Oval 72"/>
            <p:cNvSpPr>
              <a:spLocks noChangeAspect="1" noChangeArrowheads="1"/>
            </p:cNvSpPr>
            <p:nvPr/>
          </p:nvSpPr>
          <p:spPr bwMode="auto">
            <a:xfrm rot="-2715591">
              <a:off x="5095" y="1552"/>
              <a:ext cx="40" cy="40"/>
            </a:xfrm>
            <a:prstGeom prst="ellipse">
              <a:avLst/>
            </a:prstGeom>
            <a:solidFill>
              <a:srgbClr val="0000FF"/>
            </a:solidFill>
            <a:ln w="19050" algn="ctr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58" name="Object 73"/>
            <p:cNvGraphicFramePr>
              <a:graphicFrameLocks noChangeAspect="1"/>
            </p:cNvGraphicFramePr>
            <p:nvPr/>
          </p:nvGraphicFramePr>
          <p:xfrm>
            <a:off x="5159" y="1473"/>
            <a:ext cx="16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279400" imgH="381000" progId="Equation.3">
                    <p:embed/>
                  </p:oleObj>
                </mc:Choice>
                <mc:Fallback>
                  <p:oleObj name="公式" r:id="rId28" imgW="279400" imgH="381000" progId="Equation.3">
                    <p:embed/>
                    <p:pic>
                      <p:nvPicPr>
                        <p:cNvPr id="58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9" y="1473"/>
                          <a:ext cx="160" cy="2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9" name="Line 74"/>
            <p:cNvSpPr>
              <a:spLocks noChangeShapeType="1"/>
            </p:cNvSpPr>
            <p:nvPr/>
          </p:nvSpPr>
          <p:spPr bwMode="auto">
            <a:xfrm flipV="1">
              <a:off x="5160" y="1518"/>
              <a:ext cx="10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endParaRPr>
            </a:p>
          </p:txBody>
        </p:sp>
      </p:grpSp>
      <p:grpSp>
        <p:nvGrpSpPr>
          <p:cNvPr id="60" name="Group 75"/>
          <p:cNvGrpSpPr/>
          <p:nvPr/>
        </p:nvGrpSpPr>
        <p:grpSpPr bwMode="auto">
          <a:xfrm>
            <a:off x="9765159" y="1295400"/>
            <a:ext cx="355600" cy="344487"/>
            <a:chOff x="5097" y="761"/>
            <a:chExt cx="224" cy="217"/>
          </a:xfrm>
        </p:grpSpPr>
        <p:sp>
          <p:nvSpPr>
            <p:cNvPr id="61" name="Oval 76"/>
            <p:cNvSpPr>
              <a:spLocks noChangeAspect="1" noChangeArrowheads="1"/>
            </p:cNvSpPr>
            <p:nvPr/>
          </p:nvSpPr>
          <p:spPr bwMode="auto">
            <a:xfrm rot="-2715591">
              <a:off x="5097" y="852"/>
              <a:ext cx="40" cy="40"/>
            </a:xfrm>
            <a:prstGeom prst="ellipse">
              <a:avLst/>
            </a:prstGeom>
            <a:solidFill>
              <a:srgbClr val="0000FF"/>
            </a:solidFill>
            <a:ln w="19050" algn="ctr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2" name="Object 77"/>
            <p:cNvGraphicFramePr>
              <a:graphicFrameLocks noChangeAspect="1"/>
            </p:cNvGraphicFramePr>
            <p:nvPr/>
          </p:nvGraphicFramePr>
          <p:xfrm>
            <a:off x="5161" y="761"/>
            <a:ext cx="160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279400" imgH="381000" progId="Equation.3">
                    <p:embed/>
                  </p:oleObj>
                </mc:Choice>
                <mc:Fallback>
                  <p:oleObj name="公式" r:id="rId30" imgW="279400" imgH="381000" progId="Equation.3">
                    <p:embed/>
                    <p:pic>
                      <p:nvPicPr>
                        <p:cNvPr id="62" name="Object 7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61" y="761"/>
                          <a:ext cx="160" cy="21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3" name="Group 79"/>
          <p:cNvGrpSpPr/>
          <p:nvPr/>
        </p:nvGrpSpPr>
        <p:grpSpPr bwMode="auto">
          <a:xfrm>
            <a:off x="9009509" y="4056062"/>
            <a:ext cx="209550" cy="285750"/>
            <a:chOff x="4621" y="2500"/>
            <a:chExt cx="132" cy="180"/>
          </a:xfrm>
        </p:grpSpPr>
        <p:sp>
          <p:nvSpPr>
            <p:cNvPr id="64" name="Oval 80"/>
            <p:cNvSpPr>
              <a:spLocks noChangeAspect="1" noChangeArrowheads="1"/>
            </p:cNvSpPr>
            <p:nvPr/>
          </p:nvSpPr>
          <p:spPr bwMode="auto">
            <a:xfrm rot="-2715591">
              <a:off x="4621" y="2500"/>
              <a:ext cx="40" cy="40"/>
            </a:xfrm>
            <a:prstGeom prst="ellipse">
              <a:avLst/>
            </a:prstGeom>
            <a:solidFill>
              <a:srgbClr val="0000FF"/>
            </a:solidFill>
            <a:ln w="19050" algn="ctr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graphicFrame>
          <p:nvGraphicFramePr>
            <p:cNvPr id="65" name="Object 81"/>
            <p:cNvGraphicFramePr>
              <a:graphicFrameLocks noChangeAspect="1"/>
            </p:cNvGraphicFramePr>
            <p:nvPr/>
          </p:nvGraphicFramePr>
          <p:xfrm>
            <a:off x="4660" y="2545"/>
            <a:ext cx="93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63195" imgH="236855" progId="Equation.3">
                    <p:embed/>
                  </p:oleObj>
                </mc:Choice>
                <mc:Fallback>
                  <p:oleObj name="公式" r:id="rId26" imgW="163195" imgH="236855" progId="Equation.3">
                    <p:embed/>
                    <p:pic>
                      <p:nvPicPr>
                        <p:cNvPr id="65" name="Object 8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0" y="2545"/>
                          <a:ext cx="93" cy="1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6" name="Group 67"/>
          <p:cNvGrpSpPr/>
          <p:nvPr/>
        </p:nvGrpSpPr>
        <p:grpSpPr bwMode="auto">
          <a:xfrm>
            <a:off x="1716994" y="4725556"/>
            <a:ext cx="4203700" cy="461963"/>
            <a:chOff x="850" y="2355"/>
            <a:chExt cx="2648" cy="291"/>
          </a:xfrm>
        </p:grpSpPr>
        <p:sp>
          <p:nvSpPr>
            <p:cNvPr id="67" name="Rectangle 68"/>
            <p:cNvSpPr>
              <a:spLocks noChangeArrowheads="1"/>
            </p:cNvSpPr>
            <p:nvPr/>
          </p:nvSpPr>
          <p:spPr bwMode="auto">
            <a:xfrm>
              <a:off x="850" y="2355"/>
              <a:ext cx="26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又当   在实轴上取值时，有     </a:t>
              </a:r>
            </a:p>
          </p:txBody>
        </p:sp>
        <p:graphicFrame>
          <p:nvGraphicFramePr>
            <p:cNvPr id="68" name="Object 69"/>
            <p:cNvGraphicFramePr/>
            <p:nvPr/>
          </p:nvGraphicFramePr>
          <p:xfrm>
            <a:off x="1314" y="2447"/>
            <a:ext cx="11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177800" imgH="215900" progId="Equation.3">
                    <p:embed/>
                  </p:oleObj>
                </mc:Choice>
                <mc:Fallback>
                  <p:oleObj name="公式" r:id="rId33" imgW="177800" imgH="215900" progId="Equation.3">
                    <p:embed/>
                    <p:pic>
                      <p:nvPicPr>
                        <p:cNvPr id="68" name="Object 6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4" y="2447"/>
                          <a:ext cx="112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9" name="Group 70"/>
          <p:cNvGrpSpPr/>
          <p:nvPr/>
        </p:nvGrpSpPr>
        <p:grpSpPr bwMode="auto">
          <a:xfrm>
            <a:off x="5538827" y="4510766"/>
            <a:ext cx="1546225" cy="887413"/>
            <a:chOff x="4584" y="2938"/>
            <a:chExt cx="974" cy="559"/>
          </a:xfrm>
        </p:grpSpPr>
        <p:graphicFrame>
          <p:nvGraphicFramePr>
            <p:cNvPr id="70" name="Object 71"/>
            <p:cNvGraphicFramePr/>
            <p:nvPr/>
          </p:nvGraphicFramePr>
          <p:xfrm>
            <a:off x="4618" y="2938"/>
            <a:ext cx="536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850265" imgH="888365" progId="Equation.3">
                    <p:embed/>
                  </p:oleObj>
                </mc:Choice>
                <mc:Fallback>
                  <p:oleObj name="公式" r:id="rId35" imgW="850265" imgH="888365" progId="Equation.3">
                    <p:embed/>
                    <p:pic>
                      <p:nvPicPr>
                        <p:cNvPr id="70" name="Object 7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18" y="2938"/>
                          <a:ext cx="536" cy="55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" name="Line 72"/>
            <p:cNvSpPr>
              <a:spLocks noChangeShapeType="1"/>
            </p:cNvSpPr>
            <p:nvPr/>
          </p:nvSpPr>
          <p:spPr bwMode="auto">
            <a:xfrm>
              <a:off x="4928" y="3290"/>
              <a:ext cx="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Line 73"/>
            <p:cNvSpPr>
              <a:spLocks noChangeShapeType="1"/>
            </p:cNvSpPr>
            <p:nvPr/>
          </p:nvSpPr>
          <p:spPr bwMode="auto">
            <a:xfrm>
              <a:off x="4584" y="3030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3" name="Line 74"/>
            <p:cNvSpPr>
              <a:spLocks noChangeShapeType="1"/>
            </p:cNvSpPr>
            <p:nvPr/>
          </p:nvSpPr>
          <p:spPr bwMode="auto">
            <a:xfrm>
              <a:off x="5182" y="3028"/>
              <a:ext cx="0" cy="4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4" name="Object 75"/>
            <p:cNvGraphicFramePr/>
            <p:nvPr/>
          </p:nvGraphicFramePr>
          <p:xfrm>
            <a:off x="5230" y="3107"/>
            <a:ext cx="32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7" imgW="520700" imgH="342900" progId="Equation.3">
                    <p:embed/>
                  </p:oleObj>
                </mc:Choice>
                <mc:Fallback>
                  <p:oleObj name="公式" r:id="rId37" imgW="520700" imgH="342900" progId="Equation.3">
                    <p:embed/>
                    <p:pic>
                      <p:nvPicPr>
                        <p:cNvPr id="74" name="Object 7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30" y="3107"/>
                          <a:ext cx="32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5" name="Object 76"/>
          <p:cNvGraphicFramePr/>
          <p:nvPr/>
        </p:nvGraphicFramePr>
        <p:xfrm>
          <a:off x="7275552" y="4763179"/>
          <a:ext cx="9525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951865" imgH="342900" progId="Equation.3">
                  <p:embed/>
                </p:oleObj>
              </mc:Choice>
              <mc:Fallback>
                <p:oleObj name="公式" r:id="rId39" imgW="951865" imgH="342900" progId="Equation.3">
                  <p:embed/>
                  <p:pic>
                    <p:nvPicPr>
                      <p:cNvPr id="75" name="Object 7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5552" y="4763179"/>
                        <a:ext cx="9525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6" name="Group 77"/>
          <p:cNvGrpSpPr/>
          <p:nvPr/>
        </p:nvGrpSpPr>
        <p:grpSpPr bwMode="auto">
          <a:xfrm>
            <a:off x="1868239" y="5782412"/>
            <a:ext cx="1419225" cy="342900"/>
            <a:chOff x="916" y="3333"/>
            <a:chExt cx="894" cy="216"/>
          </a:xfrm>
        </p:grpSpPr>
        <p:graphicFrame>
          <p:nvGraphicFramePr>
            <p:cNvPr id="77" name="Object 78"/>
            <p:cNvGraphicFramePr/>
            <p:nvPr/>
          </p:nvGraphicFramePr>
          <p:xfrm>
            <a:off x="1234" y="3333"/>
            <a:ext cx="57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914400" imgH="342900" progId="Equation.3">
                    <p:embed/>
                  </p:oleObj>
                </mc:Choice>
                <mc:Fallback>
                  <p:oleObj name="公式" r:id="rId41" imgW="914400" imgH="342900" progId="Equation.3">
                    <p:embed/>
                    <p:pic>
                      <p:nvPicPr>
                        <p:cNvPr id="77" name="Object 7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4" y="3333"/>
                          <a:ext cx="57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79"/>
            <p:cNvGraphicFramePr/>
            <p:nvPr/>
          </p:nvGraphicFramePr>
          <p:xfrm>
            <a:off x="916" y="3367"/>
            <a:ext cx="21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3" imgW="342900" imgH="215900" progId="Equation.3">
                    <p:embed/>
                  </p:oleObj>
                </mc:Choice>
                <mc:Fallback>
                  <p:oleObj name="公式" r:id="rId43" imgW="342900" imgH="215900" progId="Equation.3">
                    <p:embed/>
                    <p:pic>
                      <p:nvPicPr>
                        <p:cNvPr id="78" name="Object 7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6" y="3367"/>
                          <a:ext cx="216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9" name="Group 80"/>
          <p:cNvGrpSpPr/>
          <p:nvPr/>
        </p:nvGrpSpPr>
        <p:grpSpPr bwMode="auto">
          <a:xfrm>
            <a:off x="3331915" y="5712567"/>
            <a:ext cx="1427163" cy="477838"/>
            <a:chOff x="1838" y="3289"/>
            <a:chExt cx="899" cy="301"/>
          </a:xfrm>
        </p:grpSpPr>
        <p:graphicFrame>
          <p:nvGraphicFramePr>
            <p:cNvPr id="80" name="Object 81"/>
            <p:cNvGraphicFramePr/>
            <p:nvPr>
              <p:extLst>
                <p:ext uri="{D42A27DB-BD31-4B8C-83A1-F6EECF244321}">
                  <p14:modId xmlns:p14="http://schemas.microsoft.com/office/powerpoint/2010/main" val="2881828690"/>
                </p:ext>
              </p:extLst>
            </p:nvPr>
          </p:nvGraphicFramePr>
          <p:xfrm>
            <a:off x="2155" y="3290"/>
            <a:ext cx="582" cy="3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5" imgW="495000" imgH="228600" progId="Equation.DSMT4">
                    <p:embed/>
                  </p:oleObj>
                </mc:Choice>
                <mc:Fallback>
                  <p:oleObj name="Equation" r:id="rId45" imgW="495000" imgH="228600" progId="Equation.DSMT4">
                    <p:embed/>
                    <p:pic>
                      <p:nvPicPr>
                        <p:cNvPr id="80" name="Object 8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55" y="3290"/>
                          <a:ext cx="582" cy="3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1" name="Rectangle 82"/>
            <p:cNvSpPr>
              <a:spLocks noChangeArrowheads="1"/>
            </p:cNvSpPr>
            <p:nvPr/>
          </p:nvSpPr>
          <p:spPr bwMode="auto">
            <a:xfrm>
              <a:off x="1838" y="3289"/>
              <a:ext cx="5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    </a:t>
              </a:r>
            </a:p>
          </p:txBody>
        </p:sp>
      </p:grpSp>
      <p:grpSp>
        <p:nvGrpSpPr>
          <p:cNvPr id="82" name="Group 87"/>
          <p:cNvGrpSpPr/>
          <p:nvPr/>
        </p:nvGrpSpPr>
        <p:grpSpPr bwMode="auto">
          <a:xfrm>
            <a:off x="4884489" y="5564923"/>
            <a:ext cx="2473325" cy="846138"/>
            <a:chOff x="2816" y="3196"/>
            <a:chExt cx="1558" cy="533"/>
          </a:xfrm>
        </p:grpSpPr>
        <p:sp>
          <p:nvSpPr>
            <p:cNvPr id="83" name="Rectangle 88"/>
            <p:cNvSpPr>
              <a:spLocks noChangeArrowheads="1"/>
            </p:cNvSpPr>
            <p:nvPr/>
          </p:nvSpPr>
          <p:spPr bwMode="auto">
            <a:xfrm>
              <a:off x="3120" y="3204"/>
              <a:ext cx="1254" cy="492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4" name="Object 89"/>
            <p:cNvGraphicFramePr/>
            <p:nvPr>
              <p:extLst>
                <p:ext uri="{D42A27DB-BD31-4B8C-83A1-F6EECF244321}">
                  <p14:modId xmlns:p14="http://schemas.microsoft.com/office/powerpoint/2010/main" val="3540629722"/>
                </p:ext>
              </p:extLst>
            </p:nvPr>
          </p:nvGraphicFramePr>
          <p:xfrm>
            <a:off x="3106" y="3196"/>
            <a:ext cx="1254" cy="5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914400" imgH="444240" progId="Equation.DSMT4">
                    <p:embed/>
                  </p:oleObj>
                </mc:Choice>
                <mc:Fallback>
                  <p:oleObj name="Equation" r:id="rId47" imgW="914400" imgH="444240" progId="Equation.DSMT4">
                    <p:embed/>
                    <p:pic>
                      <p:nvPicPr>
                        <p:cNvPr id="84" name="Object 8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06" y="3196"/>
                          <a:ext cx="1254" cy="53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5" name="Text Box 90"/>
            <p:cNvSpPr txBox="1">
              <a:spLocks noChangeArrowheads="1"/>
            </p:cNvSpPr>
            <p:nvPr/>
          </p:nvSpPr>
          <p:spPr bwMode="auto">
            <a:xfrm>
              <a:off x="2816" y="3290"/>
              <a:ext cx="505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  </a:t>
              </a:r>
            </a:p>
          </p:txBody>
        </p:sp>
        <p:sp>
          <p:nvSpPr>
            <p:cNvPr id="86" name="Line 91"/>
            <p:cNvSpPr>
              <a:spLocks noChangeShapeType="1"/>
            </p:cNvSpPr>
            <p:nvPr/>
          </p:nvSpPr>
          <p:spPr bwMode="auto">
            <a:xfrm>
              <a:off x="4056" y="3510"/>
              <a:ext cx="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7" name="组合 71"/>
          <p:cNvGrpSpPr/>
          <p:nvPr/>
        </p:nvGrpSpPr>
        <p:grpSpPr bwMode="auto">
          <a:xfrm>
            <a:off x="7822520" y="5453062"/>
            <a:ext cx="3647152" cy="1043749"/>
            <a:chOff x="1368425" y="5958377"/>
            <a:chExt cx="3647152" cy="1043755"/>
          </a:xfrm>
        </p:grpSpPr>
        <p:sp>
          <p:nvSpPr>
            <p:cNvPr id="88" name="Rectangle 84"/>
            <p:cNvSpPr>
              <a:spLocks noChangeArrowheads="1"/>
            </p:cNvSpPr>
            <p:nvPr/>
          </p:nvSpPr>
          <p:spPr bwMode="auto">
            <a:xfrm>
              <a:off x="1368425" y="5986463"/>
              <a:ext cx="3647152" cy="10156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Pct val="90000"/>
                <a:buFontTx/>
                <a:buBlip>
                  <a:blip r:embed="rId49"/>
                </a:buBlip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特别，取                        </a:t>
              </a:r>
              <a:endPara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563C1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Pct val="90000"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563C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则得到方法一得结果。  </a:t>
              </a:r>
            </a:p>
          </p:txBody>
        </p:sp>
        <p:graphicFrame>
          <p:nvGraphicFramePr>
            <p:cNvPr id="89" name="Object 85"/>
            <p:cNvGraphicFramePr/>
            <p:nvPr/>
          </p:nvGraphicFramePr>
          <p:xfrm>
            <a:off x="3025775" y="6067426"/>
            <a:ext cx="7874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0" imgW="677545" imgH="294005" progId="Equation.3">
                    <p:embed/>
                  </p:oleObj>
                </mc:Choice>
                <mc:Fallback>
                  <p:oleObj name="公式" r:id="rId50" imgW="677545" imgH="294005" progId="Equation.3">
                    <p:embed/>
                    <p:pic>
                      <p:nvPicPr>
                        <p:cNvPr id="89" name="Object 8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25775" y="6067426"/>
                          <a:ext cx="7874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0" name="Object 86"/>
            <p:cNvGraphicFramePr/>
            <p:nvPr>
              <p:extLst>
                <p:ext uri="{D42A27DB-BD31-4B8C-83A1-F6EECF244321}">
                  <p14:modId xmlns:p14="http://schemas.microsoft.com/office/powerpoint/2010/main" val="3768049680"/>
                </p:ext>
              </p:extLst>
            </p:nvPr>
          </p:nvGraphicFramePr>
          <p:xfrm>
            <a:off x="3820205" y="5958377"/>
            <a:ext cx="1000125" cy="50006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2" imgW="367665" imgH="196215" progId="Equation.DSMT4">
                    <p:embed/>
                  </p:oleObj>
                </mc:Choice>
                <mc:Fallback>
                  <p:oleObj name="Equation" r:id="rId52" imgW="367665" imgH="196215" progId="Equation.DSMT4">
                    <p:embed/>
                    <p:pic>
                      <p:nvPicPr>
                        <p:cNvPr id="90" name="Object 8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20205" y="5958377"/>
                          <a:ext cx="1000125" cy="500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1" name="Object 39"/>
          <p:cNvGraphicFramePr/>
          <p:nvPr/>
        </p:nvGraphicFramePr>
        <p:xfrm>
          <a:off x="10117138" y="4260850"/>
          <a:ext cx="13462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4" imgW="1346200" imgH="787400" progId="Equation.DSMT4">
                  <p:embed/>
                </p:oleObj>
              </mc:Choice>
              <mc:Fallback>
                <p:oleObj name="Equation" r:id="rId54" imgW="1346200" imgH="787400" progId="Equation.DSMT4">
                  <p:embed/>
                  <p:pic>
                    <p:nvPicPr>
                      <p:cNvPr id="91" name="Object 3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5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7138" y="4260850"/>
                        <a:ext cx="1346200" cy="7874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06354557"/>
              </p:ext>
            </p:extLst>
          </p:nvPr>
        </p:nvGraphicFramePr>
        <p:xfrm>
          <a:off x="1964066" y="889569"/>
          <a:ext cx="9540546" cy="9959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609800" imgH="482400" progId="Equation.DSMT4">
                  <p:embed/>
                </p:oleObj>
              </mc:Choice>
              <mc:Fallback>
                <p:oleObj name="Equation" r:id="rId3" imgW="4609800" imgH="482400" progId="Equation.DSMT4">
                  <p:embed/>
                  <p:pic>
                    <p:nvPicPr>
                      <p:cNvPr id="9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4066" y="889569"/>
                        <a:ext cx="9540546" cy="9959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028600"/>
              </p:ext>
            </p:extLst>
          </p:nvPr>
        </p:nvGraphicFramePr>
        <p:xfrm>
          <a:off x="2051136" y="2156564"/>
          <a:ext cx="5710604" cy="433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844720" imgH="215640" progId="Equation.DSMT4">
                  <p:embed/>
                </p:oleObj>
              </mc:Choice>
              <mc:Fallback>
                <p:oleObj name="Equation" r:id="rId5" imgW="2844720" imgH="215640" progId="Equation.DSMT4">
                  <p:embed/>
                  <p:pic>
                    <p:nvPicPr>
                      <p:cNvPr id="9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136" y="2156564"/>
                        <a:ext cx="5710604" cy="433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Rectangle 37"/>
          <p:cNvSpPr>
            <a:spLocks noChangeArrowheads="1"/>
          </p:cNvSpPr>
          <p:nvPr/>
        </p:nvSpPr>
        <p:spPr bwMode="auto">
          <a:xfrm>
            <a:off x="1045369" y="841956"/>
            <a:ext cx="95119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94" name="Rectangle 37"/>
          <p:cNvSpPr>
            <a:spLocks noChangeArrowheads="1"/>
          </p:cNvSpPr>
          <p:nvPr/>
        </p:nvSpPr>
        <p:spPr bwMode="auto">
          <a:xfrm>
            <a:off x="1109608" y="2060848"/>
            <a:ext cx="79731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graphicFrame>
        <p:nvGraphicFramePr>
          <p:cNvPr id="9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1164726"/>
              </p:ext>
            </p:extLst>
          </p:nvPr>
        </p:nvGraphicFramePr>
        <p:xfrm>
          <a:off x="2051136" y="2985268"/>
          <a:ext cx="3060773" cy="433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434960" imgH="203040" progId="Equation.DSMT4">
                  <p:embed/>
                </p:oleObj>
              </mc:Choice>
              <mc:Fallback>
                <p:oleObj name="Equation" r:id="rId7" imgW="1434960" imgH="203040" progId="Equation.DSMT4">
                  <p:embed/>
                  <p:pic>
                    <p:nvPicPr>
                      <p:cNvPr id="9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136" y="2985268"/>
                        <a:ext cx="3060773" cy="4333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147070"/>
              </p:ext>
            </p:extLst>
          </p:nvPr>
        </p:nvGraphicFramePr>
        <p:xfrm>
          <a:off x="5111909" y="2773832"/>
          <a:ext cx="1797017" cy="823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14400" imgH="419040" progId="Equation.DSMT4">
                  <p:embed/>
                </p:oleObj>
              </mc:Choice>
              <mc:Fallback>
                <p:oleObj name="Equation" r:id="rId9" imgW="914400" imgH="419040" progId="Equation.DSMT4">
                  <p:embed/>
                  <p:pic>
                    <p:nvPicPr>
                      <p:cNvPr id="9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11909" y="2773832"/>
                        <a:ext cx="1797017" cy="823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27"/>
          <p:cNvGraphicFramePr>
            <a:graphicFrameLocks noChangeAspect="1"/>
          </p:cNvGraphicFramePr>
          <p:nvPr/>
        </p:nvGraphicFramePr>
        <p:xfrm>
          <a:off x="2085634" y="3888999"/>
          <a:ext cx="636588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7620000" imgH="4572000" progId="Equation.DSMT4">
                  <p:embed/>
                </p:oleObj>
              </mc:Choice>
              <mc:Fallback>
                <p:oleObj name="Equation" r:id="rId11" imgW="7620000" imgH="4572000" progId="Equation.DSMT4">
                  <p:embed/>
                  <p:pic>
                    <p:nvPicPr>
                      <p:cNvPr id="9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5634" y="3888999"/>
                        <a:ext cx="636588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774291"/>
              </p:ext>
            </p:extLst>
          </p:nvPr>
        </p:nvGraphicFramePr>
        <p:xfrm>
          <a:off x="2901907" y="3723734"/>
          <a:ext cx="2716156" cy="8965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307880" imgH="431640" progId="Equation.DSMT4">
                  <p:embed/>
                </p:oleObj>
              </mc:Choice>
              <mc:Fallback>
                <p:oleObj name="Equation" r:id="rId13" imgW="1307880" imgH="431640" progId="Equation.DSMT4">
                  <p:embed/>
                  <p:pic>
                    <p:nvPicPr>
                      <p:cNvPr id="9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1907" y="3723734"/>
                        <a:ext cx="2716156" cy="8965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9" name="Object 27"/>
          <p:cNvGraphicFramePr>
            <a:graphicFrameLocks noChangeAspect="1"/>
          </p:cNvGraphicFramePr>
          <p:nvPr/>
        </p:nvGraphicFramePr>
        <p:xfrm>
          <a:off x="5735960" y="3937252"/>
          <a:ext cx="6873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229600" imgH="4876800" progId="Equation.DSMT4">
                  <p:embed/>
                </p:oleObj>
              </mc:Choice>
              <mc:Fallback>
                <p:oleObj name="Equation" r:id="rId15" imgW="8229600" imgH="4876800" progId="Equation.DSMT4">
                  <p:embed/>
                  <p:pic>
                    <p:nvPicPr>
                      <p:cNvPr id="99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35960" y="3937252"/>
                        <a:ext cx="6873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6284682"/>
              </p:ext>
            </p:extLst>
          </p:nvPr>
        </p:nvGraphicFramePr>
        <p:xfrm>
          <a:off x="6477747" y="3667253"/>
          <a:ext cx="353695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00200" imgH="419040" progId="Equation.DSMT4">
                  <p:embed/>
                </p:oleObj>
              </mc:Choice>
              <mc:Fallback>
                <p:oleObj name="Equation" r:id="rId17" imgW="1600200" imgH="419040" progId="Equation.DSMT4">
                  <p:embed/>
                  <p:pic>
                    <p:nvPicPr>
                      <p:cNvPr id="10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747" y="3667253"/>
                        <a:ext cx="353695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081336"/>
              </p:ext>
            </p:extLst>
          </p:nvPr>
        </p:nvGraphicFramePr>
        <p:xfrm>
          <a:off x="2051136" y="5641731"/>
          <a:ext cx="5078008" cy="833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52400" imgH="419040" progId="Equation.DSMT4">
                  <p:embed/>
                </p:oleObj>
              </mc:Choice>
              <mc:Fallback>
                <p:oleObj name="Equation" r:id="rId19" imgW="2552400" imgH="419040" progId="Equation.DSMT4">
                  <p:embed/>
                  <p:pic>
                    <p:nvPicPr>
                      <p:cNvPr id="10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136" y="5641731"/>
                        <a:ext cx="5078008" cy="833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6360470"/>
              </p:ext>
            </p:extLst>
          </p:nvPr>
        </p:nvGraphicFramePr>
        <p:xfrm>
          <a:off x="2025524" y="4721741"/>
          <a:ext cx="3632453" cy="8185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803240" imgH="406080" progId="Equation.DSMT4">
                  <p:embed/>
                </p:oleObj>
              </mc:Choice>
              <mc:Fallback>
                <p:oleObj name="Equation" r:id="rId21" imgW="1803240" imgH="406080" progId="Equation.DSMT4">
                  <p:embed/>
                  <p:pic>
                    <p:nvPicPr>
                      <p:cNvPr id="104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5524" y="4721741"/>
                        <a:ext cx="3632453" cy="81858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9618973"/>
              </p:ext>
            </p:extLst>
          </p:nvPr>
        </p:nvGraphicFramePr>
        <p:xfrm>
          <a:off x="8953407" y="1714198"/>
          <a:ext cx="1652429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863280" imgH="444240" progId="Equation.DSMT4">
                  <p:embed/>
                </p:oleObj>
              </mc:Choice>
              <mc:Fallback>
                <p:oleObj name="Equation" r:id="rId23" imgW="863280" imgH="444240" progId="Equation.DSMT4">
                  <p:embed/>
                  <p:pic>
                    <p:nvPicPr>
                      <p:cNvPr id="10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407" y="1714198"/>
                        <a:ext cx="1652429" cy="8382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22"/>
          <p:cNvGrpSpPr/>
          <p:nvPr/>
        </p:nvGrpSpPr>
        <p:grpSpPr bwMode="auto">
          <a:xfrm>
            <a:off x="8496364" y="3530172"/>
            <a:ext cx="1517650" cy="1147763"/>
            <a:chOff x="4100" y="1902"/>
            <a:chExt cx="956" cy="723"/>
          </a:xfrm>
        </p:grpSpPr>
        <p:sp>
          <p:nvSpPr>
            <p:cNvPr id="6" name="Oval 23"/>
            <p:cNvSpPr>
              <a:spLocks noChangeAspect="1" noChangeArrowheads="1"/>
            </p:cNvSpPr>
            <p:nvPr/>
          </p:nvSpPr>
          <p:spPr bwMode="auto">
            <a:xfrm>
              <a:off x="4314" y="1902"/>
              <a:ext cx="635" cy="635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FFCC99"/>
                </a:gs>
              </a:gsLst>
              <a:path path="shape">
                <a:fillToRect l="50000" t="50000" r="50000" b="50000"/>
              </a:path>
            </a:gradFill>
            <a:ln w="28575" algn="ctr">
              <a:solidFill>
                <a:srgbClr val="008000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Object 24"/>
            <p:cNvGraphicFramePr>
              <a:graphicFrameLocks noChangeAspect="1"/>
            </p:cNvGraphicFramePr>
            <p:nvPr/>
          </p:nvGraphicFramePr>
          <p:xfrm>
            <a:off x="4302" y="2495"/>
            <a:ext cx="135" cy="1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36855" imgH="228600" progId="Equation.3">
                    <p:embed/>
                  </p:oleObj>
                </mc:Choice>
                <mc:Fallback>
                  <p:oleObj name="公式" r:id="rId3" imgW="236855" imgH="228600" progId="Equation.3">
                    <p:embed/>
                    <p:pic>
                      <p:nvPicPr>
                        <p:cNvPr id="7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2" y="2495"/>
                          <a:ext cx="135" cy="13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Line 25"/>
            <p:cNvSpPr>
              <a:spLocks noChangeAspect="1" noChangeShapeType="1"/>
            </p:cNvSpPr>
            <p:nvPr/>
          </p:nvSpPr>
          <p:spPr bwMode="auto">
            <a:xfrm rot="8100000" flipH="1" flipV="1">
              <a:off x="4408" y="2388"/>
              <a:ext cx="1" cy="10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9" name="Object 26"/>
            <p:cNvGraphicFramePr>
              <a:graphicFrameLocks noChangeAspect="1"/>
            </p:cNvGraphicFramePr>
            <p:nvPr/>
          </p:nvGraphicFramePr>
          <p:xfrm>
            <a:off x="4976" y="2244"/>
            <a:ext cx="80" cy="1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39065" imgH="228600" progId="Equation.3">
                    <p:embed/>
                  </p:oleObj>
                </mc:Choice>
                <mc:Fallback>
                  <p:oleObj name="公式" r:id="rId5" imgW="139065" imgH="228600" progId="Equation.3">
                    <p:embed/>
                    <p:pic>
                      <p:nvPicPr>
                        <p:cNvPr id="9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76" y="2244"/>
                          <a:ext cx="80" cy="129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27"/>
            <p:cNvGraphicFramePr>
              <a:graphicFrameLocks noChangeAspect="1"/>
            </p:cNvGraphicFramePr>
            <p:nvPr/>
          </p:nvGraphicFramePr>
          <p:xfrm>
            <a:off x="4100" y="2242"/>
            <a:ext cx="184" cy="1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26390" imgH="294005" progId="Equation.3">
                    <p:embed/>
                  </p:oleObj>
                </mc:Choice>
                <mc:Fallback>
                  <p:oleObj name="公式" r:id="rId7" imgW="326390" imgH="294005" progId="Equation.3">
                    <p:embed/>
                    <p:pic>
                      <p:nvPicPr>
                        <p:cNvPr id="10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00" y="2242"/>
                          <a:ext cx="184" cy="16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28"/>
          <p:cNvGrpSpPr/>
          <p:nvPr/>
        </p:nvGrpSpPr>
        <p:grpSpPr bwMode="auto">
          <a:xfrm>
            <a:off x="8493189" y="1583897"/>
            <a:ext cx="1517650" cy="1152525"/>
            <a:chOff x="4098" y="676"/>
            <a:chExt cx="956" cy="726"/>
          </a:xfrm>
        </p:grpSpPr>
        <p:graphicFrame>
          <p:nvGraphicFramePr>
            <p:cNvPr id="12" name="Object 29"/>
            <p:cNvGraphicFramePr>
              <a:graphicFrameLocks noChangeAspect="1"/>
            </p:cNvGraphicFramePr>
            <p:nvPr/>
          </p:nvGraphicFramePr>
          <p:xfrm>
            <a:off x="4303" y="1266"/>
            <a:ext cx="129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28600" imgH="236855" progId="Equation.3">
                    <p:embed/>
                  </p:oleObj>
                </mc:Choice>
                <mc:Fallback>
                  <p:oleObj name="公式" r:id="rId9" imgW="228600" imgH="236855" progId="Equation.3">
                    <p:embed/>
                    <p:pic>
                      <p:nvPicPr>
                        <p:cNvPr id="12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3" y="1266"/>
                          <a:ext cx="129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3" name="Group 30"/>
            <p:cNvGrpSpPr/>
            <p:nvPr/>
          </p:nvGrpSpPr>
          <p:grpSpPr bwMode="auto">
            <a:xfrm>
              <a:off x="4098" y="676"/>
              <a:ext cx="956" cy="635"/>
              <a:chOff x="4098" y="676"/>
              <a:chExt cx="956" cy="635"/>
            </a:xfrm>
          </p:grpSpPr>
          <p:sp>
            <p:nvSpPr>
              <p:cNvPr id="14" name="Oval 31"/>
              <p:cNvSpPr>
                <a:spLocks noChangeAspect="1" noChangeArrowheads="1"/>
              </p:cNvSpPr>
              <p:nvPr/>
            </p:nvSpPr>
            <p:spPr bwMode="auto">
              <a:xfrm>
                <a:off x="4312" y="676"/>
                <a:ext cx="635" cy="635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FFCC99"/>
                  </a:gs>
                </a:gsLst>
                <a:path path="shape">
                  <a:fillToRect l="50000" t="50000" r="50000" b="50000"/>
                </a:path>
              </a:gradFill>
              <a:ln w="28575" algn="ctr">
                <a:solidFill>
                  <a:srgbClr val="008000"/>
                </a:solidFill>
                <a:rou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Line 32"/>
              <p:cNvSpPr>
                <a:spLocks noChangeAspect="1" noChangeShapeType="1"/>
              </p:cNvSpPr>
              <p:nvPr/>
            </p:nvSpPr>
            <p:spPr bwMode="auto">
              <a:xfrm rot="8100000" flipH="1" flipV="1">
                <a:off x="4406" y="1162"/>
                <a:ext cx="1" cy="107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tailEnd type="stealth" w="lg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6" name="Object 33"/>
              <p:cNvGraphicFramePr>
                <a:graphicFrameLocks noChangeAspect="1"/>
              </p:cNvGraphicFramePr>
              <p:nvPr/>
            </p:nvGraphicFramePr>
            <p:xfrm>
              <a:off x="4974" y="1018"/>
              <a:ext cx="80" cy="12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139065" imgH="228600" progId="Equation.3">
                      <p:embed/>
                    </p:oleObj>
                  </mc:Choice>
                  <mc:Fallback>
                    <p:oleObj name="公式" r:id="rId5" imgW="139065" imgH="228600" progId="Equation.3">
                      <p:embed/>
                      <p:pic>
                        <p:nvPicPr>
                          <p:cNvPr id="16" name="Object 3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974" y="1018"/>
                            <a:ext cx="80" cy="12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Object 34"/>
              <p:cNvGraphicFramePr>
                <a:graphicFrameLocks noChangeAspect="1"/>
              </p:cNvGraphicFramePr>
              <p:nvPr/>
            </p:nvGraphicFramePr>
            <p:xfrm>
              <a:off x="4098" y="1016"/>
              <a:ext cx="184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326390" imgH="294005" progId="Equation.3">
                      <p:embed/>
                    </p:oleObj>
                  </mc:Choice>
                  <mc:Fallback>
                    <p:oleObj name="公式" r:id="rId7" imgW="326390" imgH="294005" progId="Equation.3">
                      <p:embed/>
                      <p:pic>
                        <p:nvPicPr>
                          <p:cNvPr id="17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098" y="1016"/>
                            <a:ext cx="184" cy="16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18" name="Rectangle 36"/>
          <p:cNvSpPr>
            <a:spLocks noChangeArrowheads="1"/>
          </p:cNvSpPr>
          <p:nvPr/>
        </p:nvSpPr>
        <p:spPr bwMode="auto">
          <a:xfrm>
            <a:off x="1247704" y="882517"/>
            <a:ext cx="437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将单位圆域映射成单位圆域   </a:t>
            </a:r>
          </a:p>
        </p:txBody>
      </p:sp>
      <p:grpSp>
        <p:nvGrpSpPr>
          <p:cNvPr id="21" name="Group 37"/>
          <p:cNvGrpSpPr/>
          <p:nvPr/>
        </p:nvGrpSpPr>
        <p:grpSpPr bwMode="auto">
          <a:xfrm>
            <a:off x="1477603" y="1547385"/>
            <a:ext cx="3367088" cy="465138"/>
            <a:chOff x="335" y="1097"/>
            <a:chExt cx="2121" cy="293"/>
          </a:xfrm>
        </p:grpSpPr>
        <p:sp>
          <p:nvSpPr>
            <p:cNvPr id="22" name="Rectangle 38"/>
            <p:cNvSpPr>
              <a:spLocks noChangeArrowheads="1"/>
            </p:cNvSpPr>
            <p:nvPr/>
          </p:nvSpPr>
          <p:spPr bwMode="auto">
            <a:xfrm>
              <a:off x="335" y="1097"/>
              <a:ext cx="69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求解    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" name="Rectangle 39"/>
            <p:cNvSpPr>
              <a:spLocks noChangeArrowheads="1"/>
            </p:cNvSpPr>
            <p:nvPr/>
          </p:nvSpPr>
          <p:spPr bwMode="auto">
            <a:xfrm>
              <a:off x="853" y="1099"/>
              <a:ext cx="160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zh-CN" altLang="en-US" sz="2400" b="1" i="0" u="sng" strike="noStrike" kern="120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直接求通式</a:t>
              </a:r>
              <a:r>
                <a:rPr kumimoji="0" lang="zh-CN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8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</a:t>
              </a:r>
            </a:p>
          </p:txBody>
        </p:sp>
      </p:grpSp>
      <p:sp>
        <p:nvSpPr>
          <p:cNvPr id="24" name="Rectangle 40"/>
          <p:cNvSpPr>
            <a:spLocks noChangeArrowheads="1"/>
          </p:cNvSpPr>
          <p:nvPr/>
        </p:nvSpPr>
        <p:spPr bwMode="auto">
          <a:xfrm>
            <a:off x="2298340" y="3338083"/>
            <a:ext cx="292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根据前面的推论有    </a:t>
            </a:r>
          </a:p>
        </p:txBody>
      </p:sp>
      <p:grpSp>
        <p:nvGrpSpPr>
          <p:cNvPr id="25" name="Group 41"/>
          <p:cNvGrpSpPr/>
          <p:nvPr/>
        </p:nvGrpSpPr>
        <p:grpSpPr bwMode="auto">
          <a:xfrm>
            <a:off x="2301515" y="2131583"/>
            <a:ext cx="4718050" cy="457200"/>
            <a:chOff x="854" y="1465"/>
            <a:chExt cx="2972" cy="288"/>
          </a:xfrm>
        </p:grpSpPr>
        <p:sp>
          <p:nvSpPr>
            <p:cNvPr id="26" name="Line 42"/>
            <p:cNvSpPr>
              <a:spLocks noChangeShapeType="1"/>
            </p:cNvSpPr>
            <p:nvPr/>
          </p:nvSpPr>
          <p:spPr bwMode="auto">
            <a:xfrm>
              <a:off x="2964" y="1620"/>
              <a:ext cx="218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7" name="Group 43"/>
            <p:cNvGrpSpPr/>
            <p:nvPr/>
          </p:nvGrpSpPr>
          <p:grpSpPr bwMode="auto">
            <a:xfrm>
              <a:off x="854" y="1465"/>
              <a:ext cx="2972" cy="288"/>
              <a:chOff x="854" y="1465"/>
              <a:chExt cx="2972" cy="288"/>
            </a:xfrm>
          </p:grpSpPr>
          <p:sp>
            <p:nvSpPr>
              <p:cNvPr id="28" name="Rectangle 44"/>
              <p:cNvSpPr>
                <a:spLocks noChangeArrowheads="1"/>
              </p:cNvSpPr>
              <p:nvPr/>
            </p:nvSpPr>
            <p:spPr bwMode="auto">
              <a:xfrm>
                <a:off x="854" y="1465"/>
                <a:ext cx="2036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在            内任取一点    </a:t>
                </a:r>
              </a:p>
            </p:txBody>
          </p:sp>
          <p:graphicFrame>
            <p:nvGraphicFramePr>
              <p:cNvPr id="29" name="Object 45"/>
              <p:cNvGraphicFramePr>
                <a:graphicFrameLocks noChangeAspect="1"/>
              </p:cNvGraphicFramePr>
              <p:nvPr/>
            </p:nvGraphicFramePr>
            <p:xfrm>
              <a:off x="2700" y="1481"/>
              <a:ext cx="17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236855" imgH="326390" progId="Equation.3">
                      <p:embed/>
                    </p:oleObj>
                  </mc:Choice>
                  <mc:Fallback>
                    <p:oleObj name="公式" r:id="rId13" imgW="236855" imgH="326390" progId="Equation.3">
                      <p:embed/>
                      <p:pic>
                        <p:nvPicPr>
                          <p:cNvPr id="29" name="Object 4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00" y="1481"/>
                            <a:ext cx="176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0" name="Object 46"/>
              <p:cNvGraphicFramePr>
                <a:graphicFrameLocks noChangeAspect="1"/>
              </p:cNvGraphicFramePr>
              <p:nvPr/>
            </p:nvGraphicFramePr>
            <p:xfrm>
              <a:off x="3234" y="1501"/>
              <a:ext cx="592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5" imgW="808355" imgH="318135" progId="Equation.3">
                      <p:embed/>
                    </p:oleObj>
                  </mc:Choice>
                  <mc:Fallback>
                    <p:oleObj name="公式" r:id="rId15" imgW="808355" imgH="318135" progId="Equation.3">
                      <p:embed/>
                      <p:pic>
                        <p:nvPicPr>
                          <p:cNvPr id="30" name="Object 4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34" y="1501"/>
                            <a:ext cx="592" cy="2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2" name="Object 47"/>
              <p:cNvGraphicFramePr/>
              <p:nvPr/>
            </p:nvGraphicFramePr>
            <p:xfrm>
              <a:off x="1174" y="1521"/>
              <a:ext cx="480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761365" imgH="342900" progId="Equation.3">
                      <p:embed/>
                    </p:oleObj>
                  </mc:Choice>
                  <mc:Fallback>
                    <p:oleObj name="公式" r:id="rId17" imgW="761365" imgH="342900" progId="Equation.3">
                      <p:embed/>
                      <p:pic>
                        <p:nvPicPr>
                          <p:cNvPr id="32" name="Object 47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74" y="1521"/>
                            <a:ext cx="480" cy="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33" name="Group 48"/>
          <p:cNvGrpSpPr/>
          <p:nvPr/>
        </p:nvGrpSpPr>
        <p:grpSpPr bwMode="auto">
          <a:xfrm>
            <a:off x="2298340" y="2658633"/>
            <a:ext cx="4752975" cy="657225"/>
            <a:chOff x="852" y="1797"/>
            <a:chExt cx="2994" cy="414"/>
          </a:xfrm>
        </p:grpSpPr>
        <p:sp>
          <p:nvSpPr>
            <p:cNvPr id="34" name="Line 49"/>
            <p:cNvSpPr>
              <a:spLocks noChangeShapeType="1"/>
            </p:cNvSpPr>
            <p:nvPr/>
          </p:nvSpPr>
          <p:spPr bwMode="auto">
            <a:xfrm>
              <a:off x="2962" y="1978"/>
              <a:ext cx="218" cy="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35" name="Group 50"/>
            <p:cNvGrpSpPr/>
            <p:nvPr/>
          </p:nvGrpSpPr>
          <p:grpSpPr bwMode="auto">
            <a:xfrm>
              <a:off x="852" y="1797"/>
              <a:ext cx="2994" cy="414"/>
              <a:chOff x="852" y="1797"/>
              <a:chExt cx="2994" cy="414"/>
            </a:xfrm>
          </p:grpSpPr>
          <p:sp>
            <p:nvSpPr>
              <p:cNvPr id="36" name="Rectangle 51"/>
              <p:cNvSpPr>
                <a:spLocks noChangeArrowheads="1"/>
              </p:cNvSpPr>
              <p:nvPr/>
            </p:nvSpPr>
            <p:spPr bwMode="auto">
              <a:xfrm>
                <a:off x="852" y="1823"/>
                <a:ext cx="198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由保对称点性，则有   </a:t>
                </a:r>
              </a:p>
            </p:txBody>
          </p:sp>
          <p:graphicFrame>
            <p:nvGraphicFramePr>
              <p:cNvPr id="37" name="Object 52"/>
              <p:cNvGraphicFramePr>
                <a:graphicFrameLocks noChangeAspect="1"/>
              </p:cNvGraphicFramePr>
              <p:nvPr/>
            </p:nvGraphicFramePr>
            <p:xfrm>
              <a:off x="3222" y="1859"/>
              <a:ext cx="624" cy="23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848995" imgH="318135" progId="Equation.3">
                      <p:embed/>
                    </p:oleObj>
                  </mc:Choice>
                  <mc:Fallback>
                    <p:oleObj name="公式" r:id="rId19" imgW="848995" imgH="318135" progId="Equation.3">
                      <p:embed/>
                      <p:pic>
                        <p:nvPicPr>
                          <p:cNvPr id="37" name="Object 5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222" y="1859"/>
                            <a:ext cx="624" cy="23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38" name="Group 53"/>
              <p:cNvGrpSpPr/>
              <p:nvPr/>
            </p:nvGrpSpPr>
            <p:grpSpPr bwMode="auto">
              <a:xfrm>
                <a:off x="2682" y="1797"/>
                <a:ext cx="216" cy="414"/>
                <a:chOff x="2256" y="3561"/>
                <a:chExt cx="216" cy="414"/>
              </a:xfrm>
            </p:grpSpPr>
            <p:grpSp>
              <p:nvGrpSpPr>
                <p:cNvPr id="39" name="Group 54"/>
                <p:cNvGrpSpPr/>
                <p:nvPr/>
              </p:nvGrpSpPr>
              <p:grpSpPr bwMode="auto">
                <a:xfrm>
                  <a:off x="2296" y="3735"/>
                  <a:ext cx="176" cy="240"/>
                  <a:chOff x="2752" y="2223"/>
                  <a:chExt cx="176" cy="240"/>
                </a:xfrm>
              </p:grpSpPr>
              <p:graphicFrame>
                <p:nvGraphicFramePr>
                  <p:cNvPr id="42" name="Object 55"/>
                  <p:cNvGraphicFramePr>
                    <a:graphicFrameLocks noChangeAspect="1"/>
                  </p:cNvGraphicFramePr>
                  <p:nvPr/>
                </p:nvGraphicFramePr>
                <p:xfrm>
                  <a:off x="2752" y="2223"/>
                  <a:ext cx="176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公式" r:id="rId13" imgW="236855" imgH="326390" progId="Equation.3">
                          <p:embed/>
                        </p:oleObj>
                      </mc:Choice>
                      <mc:Fallback>
                        <p:oleObj name="公式" r:id="rId13" imgW="236855" imgH="326390" progId="Equation.3">
                          <p:embed/>
                          <p:pic>
                            <p:nvPicPr>
                              <p:cNvPr id="42" name="Object 55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1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752" y="2223"/>
                                <a:ext cx="176" cy="24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43" name="Line 56"/>
                  <p:cNvSpPr>
                    <a:spLocks noChangeShapeType="1"/>
                  </p:cNvSpPr>
                  <p:nvPr/>
                </p:nvSpPr>
                <p:spPr bwMode="auto">
                  <a:xfrm>
                    <a:off x="2754" y="2274"/>
                    <a:ext cx="113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0" name="Line 57"/>
                <p:cNvSpPr>
                  <a:spLocks noChangeShapeType="1"/>
                </p:cNvSpPr>
                <p:nvPr/>
              </p:nvSpPr>
              <p:spPr bwMode="auto">
                <a:xfrm>
                  <a:off x="2256" y="3744"/>
                  <a:ext cx="216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41" name="Object 58"/>
                <p:cNvGraphicFramePr>
                  <a:graphicFrameLocks noChangeAspect="1"/>
                </p:cNvGraphicFramePr>
                <p:nvPr/>
              </p:nvGraphicFramePr>
              <p:xfrm>
                <a:off x="2308" y="3561"/>
                <a:ext cx="104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2" imgW="139065" imgH="228600" progId="Equation.3">
                        <p:embed/>
                      </p:oleObj>
                    </mc:Choice>
                    <mc:Fallback>
                      <p:oleObj name="公式" r:id="rId22" imgW="139065" imgH="228600" progId="Equation.3">
                        <p:embed/>
                        <p:pic>
                          <p:nvPicPr>
                            <p:cNvPr id="41" name="Object 58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8" y="3561"/>
                              <a:ext cx="104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44" name="Group 59"/>
          <p:cNvGrpSpPr/>
          <p:nvPr/>
        </p:nvGrpSpPr>
        <p:grpSpPr bwMode="auto">
          <a:xfrm>
            <a:off x="2784115" y="3955620"/>
            <a:ext cx="3384550" cy="1138238"/>
            <a:chOff x="1158" y="2614"/>
            <a:chExt cx="2132" cy="717"/>
          </a:xfrm>
        </p:grpSpPr>
        <p:sp>
          <p:nvSpPr>
            <p:cNvPr id="45" name="Rectangle 60"/>
            <p:cNvSpPr>
              <a:spLocks noChangeArrowheads="1"/>
            </p:cNvSpPr>
            <p:nvPr/>
          </p:nvSpPr>
          <p:spPr bwMode="auto">
            <a:xfrm>
              <a:off x="2342" y="2733"/>
              <a:ext cx="948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en-US" altLang="zh-CN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k</a:t>
              </a:r>
              <a:r>
                <a:rPr kumimoji="1" lang="en-US" altLang="zh-CN" sz="10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待定</a:t>
              </a:r>
              <a:r>
                <a:rPr kumimoji="1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).  </a:t>
              </a:r>
            </a:p>
          </p:txBody>
        </p:sp>
        <p:graphicFrame>
          <p:nvGraphicFramePr>
            <p:cNvPr id="46" name="Object 61"/>
            <p:cNvGraphicFramePr/>
            <p:nvPr/>
          </p:nvGraphicFramePr>
          <p:xfrm>
            <a:off x="1158" y="2614"/>
            <a:ext cx="1184" cy="5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1879600" imgH="838200" progId="Equation.3">
                    <p:embed/>
                  </p:oleObj>
                </mc:Choice>
                <mc:Fallback>
                  <p:oleObj name="公式" r:id="rId24" imgW="1879600" imgH="838200" progId="Equation.3">
                    <p:embed/>
                    <p:pic>
                      <p:nvPicPr>
                        <p:cNvPr id="46" name="Object 6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8" y="2614"/>
                          <a:ext cx="1184" cy="52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47" name="Group 62"/>
            <p:cNvGrpSpPr/>
            <p:nvPr/>
          </p:nvGrpSpPr>
          <p:grpSpPr bwMode="auto">
            <a:xfrm>
              <a:off x="1698" y="2917"/>
              <a:ext cx="508" cy="414"/>
              <a:chOff x="1728" y="2917"/>
              <a:chExt cx="508" cy="414"/>
            </a:xfrm>
          </p:grpSpPr>
          <p:graphicFrame>
            <p:nvGraphicFramePr>
              <p:cNvPr id="48" name="Object 63"/>
              <p:cNvGraphicFramePr/>
              <p:nvPr/>
            </p:nvGraphicFramePr>
            <p:xfrm>
              <a:off x="1728" y="3035"/>
              <a:ext cx="256" cy="1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6" imgW="405765" imgH="215900" progId="Equation.3">
                      <p:embed/>
                    </p:oleObj>
                  </mc:Choice>
                  <mc:Fallback>
                    <p:oleObj name="公式" r:id="rId26" imgW="405765" imgH="215900" progId="Equation.3">
                      <p:embed/>
                      <p:pic>
                        <p:nvPicPr>
                          <p:cNvPr id="48" name="Object 63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28" y="3035"/>
                            <a:ext cx="256" cy="13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49" name="Group 64"/>
              <p:cNvGrpSpPr/>
              <p:nvPr/>
            </p:nvGrpSpPr>
            <p:grpSpPr bwMode="auto">
              <a:xfrm>
                <a:off x="2020" y="2917"/>
                <a:ext cx="216" cy="414"/>
                <a:chOff x="2256" y="3561"/>
                <a:chExt cx="216" cy="414"/>
              </a:xfrm>
            </p:grpSpPr>
            <p:grpSp>
              <p:nvGrpSpPr>
                <p:cNvPr id="50" name="Group 65"/>
                <p:cNvGrpSpPr/>
                <p:nvPr/>
              </p:nvGrpSpPr>
              <p:grpSpPr bwMode="auto">
                <a:xfrm>
                  <a:off x="2296" y="3735"/>
                  <a:ext cx="176" cy="240"/>
                  <a:chOff x="2752" y="2223"/>
                  <a:chExt cx="176" cy="240"/>
                </a:xfrm>
              </p:grpSpPr>
              <p:graphicFrame>
                <p:nvGraphicFramePr>
                  <p:cNvPr id="53" name="Object 66"/>
                  <p:cNvGraphicFramePr>
                    <a:graphicFrameLocks noChangeAspect="1"/>
                  </p:cNvGraphicFramePr>
                  <p:nvPr/>
                </p:nvGraphicFramePr>
                <p:xfrm>
                  <a:off x="2752" y="2223"/>
                  <a:ext cx="176" cy="240"/>
                </p:xfrm>
                <a:graphic>
                  <a:graphicData uri="http://schemas.openxmlformats.org/presentationml/2006/ole">
                    <mc:AlternateContent xmlns:mc="http://schemas.openxmlformats.org/markup-compatibility/2006">
                      <mc:Choice xmlns:v="urn:schemas-microsoft-com:vml" Requires="v">
                        <p:oleObj name="公式" r:id="rId28" imgW="236855" imgH="326390" progId="Equation.3">
                          <p:embed/>
                        </p:oleObj>
                      </mc:Choice>
                      <mc:Fallback>
                        <p:oleObj name="公式" r:id="rId28" imgW="236855" imgH="326390" progId="Equation.3">
                          <p:embed/>
                          <p:pic>
                            <p:nvPicPr>
                              <p:cNvPr id="53" name="Object 66"/>
                              <p:cNvPicPr>
                                <a:picLocks noChangeAspect="1" noChangeArrowheads="1"/>
                              </p:cNvPicPr>
                              <p:nvPr/>
                            </p:nvPicPr>
                            <p:blipFill>
                              <a:blip r:embed="rId29">
                                <a:extLst>
                                  <a:ext uri="{28A0092B-C50C-407E-A947-70E740481C1C}">
                                    <a14:useLocalDpi xmlns:a14="http://schemas.microsoft.com/office/drawing/2010/main" val="0"/>
                                  </a:ext>
                                </a:extLst>
                              </a:blip>
                              <a:srcRect/>
                              <a:stretch>
                                <a:fillRect/>
                              </a:stretch>
                            </p:blipFill>
                            <p:spPr bwMode="auto">
                              <a:xfrm>
                                <a:off x="2752" y="2223"/>
                                <a:ext cx="176" cy="240"/>
                              </a:xfrm>
                              <a:prstGeom prst="rect">
                                <a:avLst/>
                              </a:prstGeom>
                              <a:noFill/>
                              <a:extLst>
                                <a:ext uri="{909E8E84-426E-40DD-AFC4-6F175D3DCCD1}">
                                  <a14:hiddenFill xmlns:a14="http://schemas.microsoft.com/office/drawing/2010/main">
                                    <a:solidFill>
                                      <a:srgbClr val="FFFFFF"/>
                                    </a:solidFill>
                                  </a14:hiddenFill>
                                </a:ext>
                              </a:extLst>
                            </p:spPr>
                          </p:pic>
                        </p:oleObj>
                      </mc:Fallback>
                    </mc:AlternateContent>
                  </a:graphicData>
                </a:graphic>
              </p:graphicFrame>
              <p:sp>
                <p:nvSpPr>
                  <p:cNvPr id="54" name="Line 67"/>
                  <p:cNvSpPr>
                    <a:spLocks noChangeShapeType="1"/>
                  </p:cNvSpPr>
                  <p:nvPr/>
                </p:nvSpPr>
                <p:spPr bwMode="auto">
                  <a:xfrm>
                    <a:off x="2754" y="2274"/>
                    <a:ext cx="113" cy="0"/>
                  </a:xfrm>
                  <a:prstGeom prst="line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zh-CN" altLang="en-US" sz="2400" b="1" i="0" u="none" strike="noStrike" kern="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华文楷体" panose="02010600040101010101" pitchFamily="2" charset="-122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51" name="Line 68"/>
                <p:cNvSpPr>
                  <a:spLocks noChangeShapeType="1"/>
                </p:cNvSpPr>
                <p:nvPr/>
              </p:nvSpPr>
              <p:spPr bwMode="auto">
                <a:xfrm>
                  <a:off x="2256" y="3744"/>
                  <a:ext cx="216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  <p:graphicFrame>
              <p:nvGraphicFramePr>
                <p:cNvPr id="52" name="Object 69"/>
                <p:cNvGraphicFramePr>
                  <a:graphicFrameLocks noChangeAspect="1"/>
                </p:cNvGraphicFramePr>
                <p:nvPr/>
              </p:nvGraphicFramePr>
              <p:xfrm>
                <a:off x="2308" y="3561"/>
                <a:ext cx="104" cy="168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30" imgW="139065" imgH="228600" progId="Equation.3">
                        <p:embed/>
                      </p:oleObj>
                    </mc:Choice>
                    <mc:Fallback>
                      <p:oleObj name="公式" r:id="rId30" imgW="139065" imgH="228600" progId="Equation.3">
                        <p:embed/>
                        <p:pic>
                          <p:nvPicPr>
                            <p:cNvPr id="52" name="Object 69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31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08" y="3561"/>
                              <a:ext cx="104" cy="168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grpSp>
        <p:nvGrpSpPr>
          <p:cNvPr id="55" name="Group 70"/>
          <p:cNvGrpSpPr/>
          <p:nvPr/>
        </p:nvGrpSpPr>
        <p:grpSpPr bwMode="auto">
          <a:xfrm>
            <a:off x="2301515" y="5162120"/>
            <a:ext cx="5229226" cy="798513"/>
            <a:chOff x="854" y="3374"/>
            <a:chExt cx="3294" cy="503"/>
          </a:xfrm>
        </p:grpSpPr>
        <p:sp>
          <p:nvSpPr>
            <p:cNvPr id="56" name="Rectangle 71"/>
            <p:cNvSpPr>
              <a:spLocks noChangeArrowheads="1"/>
            </p:cNvSpPr>
            <p:nvPr/>
          </p:nvSpPr>
          <p:spPr bwMode="auto">
            <a:xfrm>
              <a:off x="854" y="3469"/>
              <a:ext cx="4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  </a:t>
              </a:r>
            </a:p>
          </p:txBody>
        </p:sp>
        <p:grpSp>
          <p:nvGrpSpPr>
            <p:cNvPr id="57" name="Group 72"/>
            <p:cNvGrpSpPr/>
            <p:nvPr/>
          </p:nvGrpSpPr>
          <p:grpSpPr bwMode="auto">
            <a:xfrm>
              <a:off x="1166" y="3374"/>
              <a:ext cx="1224" cy="503"/>
              <a:chOff x="1166" y="3374"/>
              <a:chExt cx="1224" cy="503"/>
            </a:xfrm>
          </p:grpSpPr>
          <p:graphicFrame>
            <p:nvGraphicFramePr>
              <p:cNvPr id="62" name="Object 73"/>
              <p:cNvGraphicFramePr/>
              <p:nvPr/>
            </p:nvGraphicFramePr>
            <p:xfrm>
              <a:off x="1166" y="3374"/>
              <a:ext cx="1224" cy="50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2" imgW="1943100" imgH="800100" progId="Equation.3">
                      <p:embed/>
                    </p:oleObj>
                  </mc:Choice>
                  <mc:Fallback>
                    <p:oleObj name="公式" r:id="rId32" imgW="1943100" imgH="800100" progId="Equation.3">
                      <p:embed/>
                      <p:pic>
                        <p:nvPicPr>
                          <p:cNvPr id="62" name="Object 73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3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166" y="3374"/>
                            <a:ext cx="1224" cy="503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63" name="Line 74"/>
              <p:cNvSpPr>
                <a:spLocks noChangeShapeType="1"/>
              </p:cNvSpPr>
              <p:nvPr/>
            </p:nvSpPr>
            <p:spPr bwMode="auto">
              <a:xfrm>
                <a:off x="1998" y="3690"/>
                <a:ext cx="11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8" name="Rectangle 75"/>
            <p:cNvSpPr>
              <a:spLocks noChangeArrowheads="1"/>
            </p:cNvSpPr>
            <p:nvPr/>
          </p:nvSpPr>
          <p:spPr bwMode="auto">
            <a:xfrm>
              <a:off x="2448" y="3468"/>
              <a:ext cx="170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                 </a:t>
              </a:r>
              <a:r>
                <a:rPr kumimoji="1" lang="en-US" altLang="zh-CN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待定</a:t>
              </a:r>
              <a:r>
                <a:rPr kumimoji="1" lang="zh-CN" altLang="en-US" sz="12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).   </a:t>
              </a:r>
            </a:p>
          </p:txBody>
        </p:sp>
        <p:grpSp>
          <p:nvGrpSpPr>
            <p:cNvPr id="59" name="Group 76"/>
            <p:cNvGrpSpPr/>
            <p:nvPr/>
          </p:nvGrpSpPr>
          <p:grpSpPr bwMode="auto">
            <a:xfrm>
              <a:off x="2638" y="3498"/>
              <a:ext cx="784" cy="239"/>
              <a:chOff x="2794" y="3636"/>
              <a:chExt cx="784" cy="239"/>
            </a:xfrm>
          </p:grpSpPr>
          <p:sp>
            <p:nvSpPr>
              <p:cNvPr id="60" name="Line 77"/>
              <p:cNvSpPr>
                <a:spLocks noChangeShapeType="1"/>
              </p:cNvSpPr>
              <p:nvPr/>
            </p:nvSpPr>
            <p:spPr bwMode="auto">
              <a:xfrm>
                <a:off x="3406" y="3688"/>
                <a:ext cx="91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61" name="Object 78"/>
              <p:cNvGraphicFramePr/>
              <p:nvPr/>
            </p:nvGraphicFramePr>
            <p:xfrm>
              <a:off x="2794" y="3636"/>
              <a:ext cx="784" cy="2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4" imgW="1244600" imgH="381000" progId="Equation.3">
                      <p:embed/>
                    </p:oleObj>
                  </mc:Choice>
                  <mc:Fallback>
                    <p:oleObj name="公式" r:id="rId34" imgW="1244600" imgH="381000" progId="Equation.3">
                      <p:embed/>
                      <p:pic>
                        <p:nvPicPr>
                          <p:cNvPr id="61" name="Object 78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3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94" y="3636"/>
                            <a:ext cx="784" cy="239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4" name="Group 79"/>
          <p:cNvGrpSpPr/>
          <p:nvPr/>
        </p:nvGrpSpPr>
        <p:grpSpPr bwMode="auto">
          <a:xfrm>
            <a:off x="8386827" y="2984072"/>
            <a:ext cx="2474912" cy="2008188"/>
            <a:chOff x="4031" y="1558"/>
            <a:chExt cx="1559" cy="1265"/>
          </a:xfrm>
        </p:grpSpPr>
        <p:graphicFrame>
          <p:nvGraphicFramePr>
            <p:cNvPr id="65" name="Object 80"/>
            <p:cNvGraphicFramePr>
              <a:graphicFrameLocks noChangeAspect="1"/>
            </p:cNvGraphicFramePr>
            <p:nvPr/>
          </p:nvGraphicFramePr>
          <p:xfrm>
            <a:off x="4892" y="1575"/>
            <a:ext cx="268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469900" imgH="342900" progId="Equation.3">
                    <p:embed/>
                  </p:oleObj>
                </mc:Choice>
                <mc:Fallback>
                  <p:oleObj name="公式" r:id="rId36" imgW="469900" imgH="342900" progId="Equation.3">
                    <p:embed/>
                    <p:pic>
                      <p:nvPicPr>
                        <p:cNvPr id="65" name="Object 8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92" y="1575"/>
                          <a:ext cx="268" cy="1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Line 81"/>
            <p:cNvSpPr>
              <a:spLocks noChangeShapeType="1"/>
            </p:cNvSpPr>
            <p:nvPr/>
          </p:nvSpPr>
          <p:spPr bwMode="auto">
            <a:xfrm rot="10800000">
              <a:off x="4031" y="2225"/>
              <a:ext cx="15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7" name="Line 82"/>
            <p:cNvSpPr>
              <a:spLocks noChangeShapeType="1"/>
            </p:cNvSpPr>
            <p:nvPr/>
          </p:nvSpPr>
          <p:spPr bwMode="auto">
            <a:xfrm rot="5400000">
              <a:off x="4001" y="2191"/>
              <a:ext cx="126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8" name="Group 83"/>
          <p:cNvGrpSpPr/>
          <p:nvPr/>
        </p:nvGrpSpPr>
        <p:grpSpPr bwMode="auto">
          <a:xfrm>
            <a:off x="9356789" y="3352372"/>
            <a:ext cx="1419225" cy="669925"/>
            <a:chOff x="4642" y="1790"/>
            <a:chExt cx="894" cy="422"/>
          </a:xfrm>
        </p:grpSpPr>
        <p:sp>
          <p:nvSpPr>
            <p:cNvPr id="69" name="Line 84"/>
            <p:cNvSpPr>
              <a:spLocks noChangeShapeType="1"/>
            </p:cNvSpPr>
            <p:nvPr/>
          </p:nvSpPr>
          <p:spPr bwMode="auto">
            <a:xfrm flipV="1">
              <a:off x="4642" y="1813"/>
              <a:ext cx="750" cy="399"/>
            </a:xfrm>
            <a:prstGeom prst="line">
              <a:avLst/>
            </a:prstGeom>
            <a:noFill/>
            <a:ln w="12700">
              <a:solidFill>
                <a:srgbClr val="CC006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Oval 85"/>
            <p:cNvSpPr>
              <a:spLocks noChangeAspect="1" noChangeArrowheads="1"/>
            </p:cNvSpPr>
            <p:nvPr/>
          </p:nvSpPr>
          <p:spPr bwMode="auto">
            <a:xfrm rot="-2715591">
              <a:off x="5381" y="1790"/>
              <a:ext cx="40" cy="40"/>
            </a:xfrm>
            <a:prstGeom prst="ellipse">
              <a:avLst/>
            </a:prstGeom>
            <a:solidFill>
              <a:srgbClr val="0000FF"/>
            </a:solidFill>
            <a:ln w="19050" algn="ctr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1" name="Object 86"/>
            <p:cNvGraphicFramePr>
              <a:graphicFrameLocks noChangeAspect="1"/>
            </p:cNvGraphicFramePr>
            <p:nvPr/>
          </p:nvGraphicFramePr>
          <p:xfrm>
            <a:off x="5384" y="1842"/>
            <a:ext cx="152" cy="1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266700" imgH="190500" progId="Equation.3">
                    <p:embed/>
                  </p:oleObj>
                </mc:Choice>
                <mc:Fallback>
                  <p:oleObj name="公式" r:id="rId38" imgW="266700" imgH="190500" progId="Equation.3">
                    <p:embed/>
                    <p:pic>
                      <p:nvPicPr>
                        <p:cNvPr id="71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84" y="1842"/>
                          <a:ext cx="152" cy="10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2" name="Group 88"/>
          <p:cNvGrpSpPr/>
          <p:nvPr/>
        </p:nvGrpSpPr>
        <p:grpSpPr bwMode="auto">
          <a:xfrm>
            <a:off x="8383652" y="1140985"/>
            <a:ext cx="2474912" cy="1619250"/>
            <a:chOff x="4029" y="397"/>
            <a:chExt cx="1559" cy="1020"/>
          </a:xfrm>
        </p:grpSpPr>
        <p:graphicFrame>
          <p:nvGraphicFramePr>
            <p:cNvPr id="73" name="Object 89"/>
            <p:cNvGraphicFramePr>
              <a:graphicFrameLocks noChangeAspect="1"/>
            </p:cNvGraphicFramePr>
            <p:nvPr/>
          </p:nvGraphicFramePr>
          <p:xfrm>
            <a:off x="4804" y="397"/>
            <a:ext cx="224" cy="1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0" imgW="393700" imgH="342900" progId="Equation.3">
                    <p:embed/>
                  </p:oleObj>
                </mc:Choice>
                <mc:Fallback>
                  <p:oleObj name="公式" r:id="rId40" imgW="393700" imgH="342900" progId="Equation.3">
                    <p:embed/>
                    <p:pic>
                      <p:nvPicPr>
                        <p:cNvPr id="73" name="Object 8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4" y="397"/>
                          <a:ext cx="224" cy="1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Line 90"/>
            <p:cNvSpPr>
              <a:spLocks noChangeShapeType="1"/>
            </p:cNvSpPr>
            <p:nvPr/>
          </p:nvSpPr>
          <p:spPr bwMode="auto">
            <a:xfrm rot="10800000">
              <a:off x="4029" y="999"/>
              <a:ext cx="155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Line 91"/>
            <p:cNvSpPr>
              <a:spLocks noChangeShapeType="1"/>
            </p:cNvSpPr>
            <p:nvPr/>
          </p:nvSpPr>
          <p:spPr bwMode="auto">
            <a:xfrm rot="5400000">
              <a:off x="4125" y="911"/>
              <a:ext cx="10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stealth" w="med" len="lg"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6" name="Group 92"/>
          <p:cNvGrpSpPr/>
          <p:nvPr/>
        </p:nvGrpSpPr>
        <p:grpSpPr bwMode="auto">
          <a:xfrm>
            <a:off x="9353614" y="1296560"/>
            <a:ext cx="1177925" cy="779462"/>
            <a:chOff x="4640" y="495"/>
            <a:chExt cx="742" cy="491"/>
          </a:xfrm>
        </p:grpSpPr>
        <p:sp>
          <p:nvSpPr>
            <p:cNvPr id="77" name="Line 93"/>
            <p:cNvSpPr>
              <a:spLocks noChangeShapeType="1"/>
            </p:cNvSpPr>
            <p:nvPr/>
          </p:nvSpPr>
          <p:spPr bwMode="auto">
            <a:xfrm flipV="1">
              <a:off x="4640" y="653"/>
              <a:ext cx="504" cy="333"/>
            </a:xfrm>
            <a:prstGeom prst="line">
              <a:avLst/>
            </a:prstGeom>
            <a:noFill/>
            <a:ln w="12700">
              <a:solidFill>
                <a:srgbClr val="CC0066"/>
              </a:solidFill>
              <a:prstDash val="dash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8" name="Oval 94"/>
            <p:cNvSpPr>
              <a:spLocks noChangeAspect="1" noChangeArrowheads="1"/>
            </p:cNvSpPr>
            <p:nvPr/>
          </p:nvSpPr>
          <p:spPr bwMode="auto">
            <a:xfrm rot="-2715591">
              <a:off x="5127" y="630"/>
              <a:ext cx="40" cy="40"/>
            </a:xfrm>
            <a:prstGeom prst="ellipse">
              <a:avLst/>
            </a:prstGeom>
            <a:solidFill>
              <a:srgbClr val="0000FF"/>
            </a:solidFill>
            <a:ln w="19050" algn="ctr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79" name="Group 95"/>
            <p:cNvGrpSpPr>
              <a:grpSpLocks noChangeAspect="1"/>
            </p:cNvGrpSpPr>
            <p:nvPr/>
          </p:nvGrpSpPr>
          <p:grpSpPr bwMode="auto">
            <a:xfrm>
              <a:off x="5245" y="630"/>
              <a:ext cx="137" cy="187"/>
              <a:chOff x="2752" y="2223"/>
              <a:chExt cx="176" cy="240"/>
            </a:xfrm>
          </p:grpSpPr>
          <p:graphicFrame>
            <p:nvGraphicFramePr>
              <p:cNvPr id="82" name="Object 96"/>
              <p:cNvGraphicFramePr>
                <a:graphicFrameLocks noChangeAspect="1"/>
              </p:cNvGraphicFramePr>
              <p:nvPr/>
            </p:nvGraphicFramePr>
            <p:xfrm>
              <a:off x="2752" y="2223"/>
              <a:ext cx="176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8" imgW="236855" imgH="326390" progId="Equation.3">
                      <p:embed/>
                    </p:oleObj>
                  </mc:Choice>
                  <mc:Fallback>
                    <p:oleObj name="公式" r:id="rId28" imgW="236855" imgH="326390" progId="Equation.3">
                      <p:embed/>
                      <p:pic>
                        <p:nvPicPr>
                          <p:cNvPr id="82" name="Object 9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752" y="2223"/>
                            <a:ext cx="176" cy="24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3" name="Line 97"/>
              <p:cNvSpPr>
                <a:spLocks noChangeAspect="1" noChangeShapeType="1"/>
              </p:cNvSpPr>
              <p:nvPr/>
            </p:nvSpPr>
            <p:spPr bwMode="auto">
              <a:xfrm>
                <a:off x="2754" y="2274"/>
                <a:ext cx="11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0" name="Line 98"/>
            <p:cNvSpPr>
              <a:spLocks noChangeAspect="1" noChangeShapeType="1"/>
            </p:cNvSpPr>
            <p:nvPr/>
          </p:nvSpPr>
          <p:spPr bwMode="auto">
            <a:xfrm>
              <a:off x="5214" y="637"/>
              <a:ext cx="16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1" name="Object 99"/>
            <p:cNvGraphicFramePr>
              <a:graphicFrameLocks noChangeAspect="1"/>
            </p:cNvGraphicFramePr>
            <p:nvPr/>
          </p:nvGraphicFramePr>
          <p:xfrm>
            <a:off x="5254" y="495"/>
            <a:ext cx="81" cy="1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3" imgW="139065" imgH="228600" progId="Equation.3">
                    <p:embed/>
                  </p:oleObj>
                </mc:Choice>
                <mc:Fallback>
                  <p:oleObj name="公式" r:id="rId43" imgW="139065" imgH="228600" progId="Equation.3">
                    <p:embed/>
                    <p:pic>
                      <p:nvPicPr>
                        <p:cNvPr id="81" name="Object 9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54" y="495"/>
                          <a:ext cx="81" cy="13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4" name="Group 100"/>
          <p:cNvGrpSpPr/>
          <p:nvPr/>
        </p:nvGrpSpPr>
        <p:grpSpPr bwMode="auto">
          <a:xfrm>
            <a:off x="9313927" y="4003247"/>
            <a:ext cx="206375" cy="300038"/>
            <a:chOff x="4615" y="2200"/>
            <a:chExt cx="130" cy="189"/>
          </a:xfrm>
        </p:grpSpPr>
        <p:sp>
          <p:nvSpPr>
            <p:cNvPr id="85" name="Oval 101"/>
            <p:cNvSpPr>
              <a:spLocks noChangeAspect="1" noChangeArrowheads="1"/>
            </p:cNvSpPr>
            <p:nvPr/>
          </p:nvSpPr>
          <p:spPr bwMode="auto">
            <a:xfrm rot="-2715591">
              <a:off x="4615" y="2200"/>
              <a:ext cx="40" cy="40"/>
            </a:xfrm>
            <a:prstGeom prst="ellipse">
              <a:avLst/>
            </a:prstGeom>
            <a:solidFill>
              <a:srgbClr val="0000FF"/>
            </a:solidFill>
            <a:ln w="19050" algn="ctr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6" name="Object 102"/>
            <p:cNvGraphicFramePr>
              <a:graphicFrameLocks noChangeAspect="1"/>
            </p:cNvGraphicFramePr>
            <p:nvPr/>
          </p:nvGraphicFramePr>
          <p:xfrm>
            <a:off x="4652" y="2254"/>
            <a:ext cx="93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5" imgW="163195" imgH="236855" progId="Equation.3">
                    <p:embed/>
                  </p:oleObj>
                </mc:Choice>
                <mc:Fallback>
                  <p:oleObj name="公式" r:id="rId45" imgW="163195" imgH="236855" progId="Equation.3">
                    <p:embed/>
                    <p:pic>
                      <p:nvPicPr>
                        <p:cNvPr id="86" name="Object 10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2" y="2254"/>
                          <a:ext cx="93" cy="1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7" name="Group 103"/>
          <p:cNvGrpSpPr/>
          <p:nvPr/>
        </p:nvGrpSpPr>
        <p:grpSpPr bwMode="auto">
          <a:xfrm>
            <a:off x="9366314" y="1548972"/>
            <a:ext cx="303213" cy="371475"/>
            <a:chOff x="4648" y="654"/>
            <a:chExt cx="191" cy="234"/>
          </a:xfrm>
        </p:grpSpPr>
        <p:sp>
          <p:nvSpPr>
            <p:cNvPr id="88" name="Oval 104"/>
            <p:cNvSpPr>
              <a:spLocks noChangeAspect="1" noChangeArrowheads="1"/>
            </p:cNvSpPr>
            <p:nvPr/>
          </p:nvSpPr>
          <p:spPr bwMode="auto">
            <a:xfrm rot="-2715591">
              <a:off x="4799" y="848"/>
              <a:ext cx="40" cy="40"/>
            </a:xfrm>
            <a:prstGeom prst="ellipse">
              <a:avLst/>
            </a:prstGeom>
            <a:solidFill>
              <a:srgbClr val="0000FF"/>
            </a:solidFill>
            <a:ln w="19050" algn="ctr">
              <a:solidFill>
                <a:srgbClr val="0000FF"/>
              </a:solidFill>
              <a:rou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89" name="Object 105"/>
            <p:cNvGraphicFramePr>
              <a:graphicFrameLocks noChangeAspect="1"/>
            </p:cNvGraphicFramePr>
            <p:nvPr/>
          </p:nvGraphicFramePr>
          <p:xfrm>
            <a:off x="4648" y="654"/>
            <a:ext cx="159" cy="2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7" imgW="279400" imgH="381000" progId="Equation.3">
                    <p:embed/>
                  </p:oleObj>
                </mc:Choice>
                <mc:Fallback>
                  <p:oleObj name="公式" r:id="rId47" imgW="279400" imgH="381000" progId="Equation.3">
                    <p:embed/>
                    <p:pic>
                      <p:nvPicPr>
                        <p:cNvPr id="89" name="Object 10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8" y="654"/>
                          <a:ext cx="159" cy="21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7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5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1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Rectangle 36"/>
          <p:cNvSpPr>
            <a:spLocks noChangeArrowheads="1"/>
          </p:cNvSpPr>
          <p:nvPr/>
        </p:nvSpPr>
        <p:spPr bwMode="auto">
          <a:xfrm>
            <a:off x="1247704" y="882517"/>
            <a:ext cx="4375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将单位圆域映射成单位圆域   </a:t>
            </a:r>
          </a:p>
        </p:txBody>
      </p:sp>
      <p:grpSp>
        <p:nvGrpSpPr>
          <p:cNvPr id="145" name="Group 22"/>
          <p:cNvGrpSpPr/>
          <p:nvPr/>
        </p:nvGrpSpPr>
        <p:grpSpPr bwMode="auto">
          <a:xfrm>
            <a:off x="2848471" y="2139404"/>
            <a:ext cx="1943100" cy="798513"/>
            <a:chOff x="1166" y="3374"/>
            <a:chExt cx="1224" cy="503"/>
          </a:xfrm>
        </p:grpSpPr>
        <p:graphicFrame>
          <p:nvGraphicFramePr>
            <p:cNvPr id="146" name="Object 23"/>
            <p:cNvGraphicFramePr/>
            <p:nvPr/>
          </p:nvGraphicFramePr>
          <p:xfrm>
            <a:off x="1166" y="3374"/>
            <a:ext cx="1224" cy="5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1943100" imgH="800100" progId="Equation.3">
                    <p:embed/>
                  </p:oleObj>
                </mc:Choice>
                <mc:Fallback>
                  <p:oleObj name="公式" r:id="rId3" imgW="1943100" imgH="800100" progId="Equation.3">
                    <p:embed/>
                    <p:pic>
                      <p:nvPicPr>
                        <p:cNvPr id="146" name="Object 2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66" y="3374"/>
                          <a:ext cx="1224" cy="503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7" name="Line 24"/>
            <p:cNvSpPr>
              <a:spLocks noChangeShapeType="1"/>
            </p:cNvSpPr>
            <p:nvPr/>
          </p:nvSpPr>
          <p:spPr bwMode="auto">
            <a:xfrm>
              <a:off x="1998" y="3690"/>
              <a:ext cx="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48" name="Oval 27"/>
          <p:cNvSpPr>
            <a:spLocks noChangeAspect="1" noChangeArrowheads="1"/>
          </p:cNvSpPr>
          <p:nvPr/>
        </p:nvSpPr>
        <p:spPr bwMode="auto">
          <a:xfrm>
            <a:off x="9399313" y="3309387"/>
            <a:ext cx="1008063" cy="10080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CC99"/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80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49" name="Object 28"/>
          <p:cNvGraphicFramePr>
            <a:graphicFrameLocks noChangeAspect="1"/>
          </p:cNvGraphicFramePr>
          <p:nvPr/>
        </p:nvGraphicFramePr>
        <p:xfrm>
          <a:off x="10316888" y="2790275"/>
          <a:ext cx="42545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69900" imgH="342900" progId="Equation.3">
                  <p:embed/>
                </p:oleObj>
              </mc:Choice>
              <mc:Fallback>
                <p:oleObj name="公式" r:id="rId5" imgW="469900" imgH="342900" progId="Equation.3">
                  <p:embed/>
                  <p:pic>
                    <p:nvPicPr>
                      <p:cNvPr id="149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16888" y="2790275"/>
                        <a:ext cx="42545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0" name="Object 29"/>
          <p:cNvGraphicFramePr>
            <a:graphicFrameLocks noChangeAspect="1"/>
          </p:cNvGraphicFramePr>
          <p:nvPr/>
        </p:nvGraphicFramePr>
        <p:xfrm>
          <a:off x="9380263" y="4250775"/>
          <a:ext cx="214313" cy="20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36855" imgH="228600" progId="Equation.3">
                  <p:embed/>
                </p:oleObj>
              </mc:Choice>
              <mc:Fallback>
                <p:oleObj name="公式" r:id="rId7" imgW="236855" imgH="228600" progId="Equation.3">
                  <p:embed/>
                  <p:pic>
                    <p:nvPicPr>
                      <p:cNvPr id="15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0263" y="4250775"/>
                        <a:ext cx="214313" cy="2063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" name="Line 30"/>
          <p:cNvSpPr>
            <a:spLocks noChangeShapeType="1"/>
          </p:cNvSpPr>
          <p:nvPr/>
        </p:nvSpPr>
        <p:spPr bwMode="auto">
          <a:xfrm rot="10800000">
            <a:off x="8950051" y="3822150"/>
            <a:ext cx="24749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2" name="Line 31"/>
          <p:cNvSpPr>
            <a:spLocks noChangeShapeType="1"/>
          </p:cNvSpPr>
          <p:nvPr/>
        </p:nvSpPr>
        <p:spPr bwMode="auto">
          <a:xfrm rot="5400000">
            <a:off x="8903219" y="3767381"/>
            <a:ext cx="20081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3" name="Line 32"/>
          <p:cNvSpPr>
            <a:spLocks noChangeAspect="1" noChangeShapeType="1"/>
          </p:cNvSpPr>
          <p:nvPr/>
        </p:nvSpPr>
        <p:spPr bwMode="auto">
          <a:xfrm rot="8100000" flipH="1" flipV="1">
            <a:off x="9548538" y="4080912"/>
            <a:ext cx="1588" cy="1698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4" name="Object 33"/>
          <p:cNvGraphicFramePr>
            <a:graphicFrameLocks noChangeAspect="1"/>
          </p:cNvGraphicFramePr>
          <p:nvPr/>
        </p:nvGraphicFramePr>
        <p:xfrm>
          <a:off x="10450238" y="3852312"/>
          <a:ext cx="12700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39065" imgH="228600" progId="Equation.3">
                  <p:embed/>
                </p:oleObj>
              </mc:Choice>
              <mc:Fallback>
                <p:oleObj name="公式" r:id="rId9" imgW="139065" imgH="228600" progId="Equation.3">
                  <p:embed/>
                  <p:pic>
                    <p:nvPicPr>
                      <p:cNvPr id="154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50238" y="3852312"/>
                        <a:ext cx="12700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5" name="Object 34"/>
          <p:cNvGraphicFramePr>
            <a:graphicFrameLocks noChangeAspect="1"/>
          </p:cNvGraphicFramePr>
          <p:nvPr/>
        </p:nvGraphicFramePr>
        <p:xfrm>
          <a:off x="9059588" y="3849137"/>
          <a:ext cx="2921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26390" imgH="294005" progId="Equation.3">
                  <p:embed/>
                </p:oleObj>
              </mc:Choice>
              <mc:Fallback>
                <p:oleObj name="公式" r:id="rId11" imgW="326390" imgH="294005" progId="Equation.3">
                  <p:embed/>
                  <p:pic>
                    <p:nvPicPr>
                      <p:cNvPr id="155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9588" y="3849137"/>
                        <a:ext cx="2921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6" name="Line 35"/>
          <p:cNvSpPr>
            <a:spLocks noChangeShapeType="1"/>
          </p:cNvSpPr>
          <p:nvPr/>
        </p:nvSpPr>
        <p:spPr bwMode="auto">
          <a:xfrm flipV="1">
            <a:off x="9920013" y="3168100"/>
            <a:ext cx="1190625" cy="633412"/>
          </a:xfrm>
          <a:prstGeom prst="line">
            <a:avLst/>
          </a:prstGeom>
          <a:noFill/>
          <a:ln w="12700">
            <a:solidFill>
              <a:srgbClr val="CC0066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7" name="Oval 36"/>
          <p:cNvSpPr>
            <a:spLocks noChangeAspect="1" noChangeArrowheads="1"/>
          </p:cNvSpPr>
          <p:nvPr/>
        </p:nvSpPr>
        <p:spPr bwMode="auto">
          <a:xfrm rot="18884409">
            <a:off x="11093176" y="3131587"/>
            <a:ext cx="63500" cy="63500"/>
          </a:xfrm>
          <a:prstGeom prst="ellipse">
            <a:avLst/>
          </a:prstGeom>
          <a:solidFill>
            <a:srgbClr val="0000FF"/>
          </a:solidFill>
          <a:ln w="19050" algn="ctr">
            <a:solidFill>
              <a:srgbClr val="0000FF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58" name="Object 37"/>
          <p:cNvGraphicFramePr>
            <a:graphicFrameLocks noChangeAspect="1"/>
          </p:cNvGraphicFramePr>
          <p:nvPr/>
        </p:nvGraphicFramePr>
        <p:xfrm>
          <a:off x="11097938" y="3214137"/>
          <a:ext cx="241300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66700" imgH="190500" progId="Equation.3">
                  <p:embed/>
                </p:oleObj>
              </mc:Choice>
              <mc:Fallback>
                <p:oleObj name="公式" r:id="rId13" imgW="266700" imgH="190500" progId="Equation.3">
                  <p:embed/>
                  <p:pic>
                    <p:nvPicPr>
                      <p:cNvPr id="158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7938" y="3214137"/>
                        <a:ext cx="241300" cy="1714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" name="Oval 38"/>
          <p:cNvSpPr>
            <a:spLocks noChangeAspect="1" noChangeArrowheads="1"/>
          </p:cNvSpPr>
          <p:nvPr/>
        </p:nvSpPr>
        <p:spPr bwMode="auto">
          <a:xfrm rot="18884409">
            <a:off x="9877151" y="3782462"/>
            <a:ext cx="63500" cy="63500"/>
          </a:xfrm>
          <a:prstGeom prst="ellipse">
            <a:avLst/>
          </a:prstGeom>
          <a:solidFill>
            <a:srgbClr val="0000FF"/>
          </a:solidFill>
          <a:ln w="19050" algn="ctr">
            <a:solidFill>
              <a:srgbClr val="0000FF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0" name="Oval 40"/>
          <p:cNvSpPr>
            <a:spLocks noChangeAspect="1" noChangeArrowheads="1"/>
          </p:cNvSpPr>
          <p:nvPr/>
        </p:nvSpPr>
        <p:spPr bwMode="auto">
          <a:xfrm>
            <a:off x="9396138" y="1363112"/>
            <a:ext cx="1008063" cy="1008063"/>
          </a:xfrm>
          <a:prstGeom prst="ellipse">
            <a:avLst/>
          </a:prstGeom>
          <a:gradFill rotWithShape="1">
            <a:gsLst>
              <a:gs pos="0">
                <a:srgbClr val="FFFFFF"/>
              </a:gs>
              <a:gs pos="100000">
                <a:srgbClr val="FFCC99"/>
              </a:gs>
            </a:gsLst>
            <a:path path="shape">
              <a:fillToRect l="50000" t="50000" r="50000" b="50000"/>
            </a:path>
          </a:gradFill>
          <a:ln w="28575" algn="ctr">
            <a:solidFill>
              <a:srgbClr val="008000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1" name="Object 41"/>
          <p:cNvGraphicFramePr>
            <a:graphicFrameLocks noChangeAspect="1"/>
          </p:cNvGraphicFramePr>
          <p:nvPr/>
        </p:nvGraphicFramePr>
        <p:xfrm>
          <a:off x="10177188" y="920200"/>
          <a:ext cx="355600" cy="311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93700" imgH="342900" progId="Equation.3">
                  <p:embed/>
                </p:oleObj>
              </mc:Choice>
              <mc:Fallback>
                <p:oleObj name="公式" r:id="rId15" imgW="393700" imgH="342900" progId="Equation.3">
                  <p:embed/>
                  <p:pic>
                    <p:nvPicPr>
                      <p:cNvPr id="16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77188" y="920200"/>
                        <a:ext cx="355600" cy="3111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Object 42"/>
          <p:cNvGraphicFramePr>
            <a:graphicFrameLocks noChangeAspect="1"/>
          </p:cNvGraphicFramePr>
          <p:nvPr/>
        </p:nvGraphicFramePr>
        <p:xfrm>
          <a:off x="9381851" y="2299737"/>
          <a:ext cx="204787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228600" imgH="236855" progId="Equation.3">
                  <p:embed/>
                </p:oleObj>
              </mc:Choice>
              <mc:Fallback>
                <p:oleObj name="公式" r:id="rId17" imgW="228600" imgH="236855" progId="Equation.3">
                  <p:embed/>
                  <p:pic>
                    <p:nvPicPr>
                      <p:cNvPr id="16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81851" y="2299737"/>
                        <a:ext cx="204787" cy="215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" name="Line 43"/>
          <p:cNvSpPr>
            <a:spLocks noChangeShapeType="1"/>
          </p:cNvSpPr>
          <p:nvPr/>
        </p:nvSpPr>
        <p:spPr bwMode="auto">
          <a:xfrm rot="10800000">
            <a:off x="8946876" y="1875875"/>
            <a:ext cx="2474912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4" name="Line 44"/>
          <p:cNvSpPr>
            <a:spLocks noChangeShapeType="1"/>
          </p:cNvSpPr>
          <p:nvPr/>
        </p:nvSpPr>
        <p:spPr bwMode="auto">
          <a:xfrm rot="5400000">
            <a:off x="9100069" y="1735381"/>
            <a:ext cx="16081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stealth" w="med" len="lg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5" name="Line 45"/>
          <p:cNvSpPr>
            <a:spLocks noChangeAspect="1" noChangeShapeType="1"/>
          </p:cNvSpPr>
          <p:nvPr/>
        </p:nvSpPr>
        <p:spPr bwMode="auto">
          <a:xfrm rot="8100000" flipH="1" flipV="1">
            <a:off x="9545363" y="2134637"/>
            <a:ext cx="1588" cy="169863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66" name="Object 46"/>
          <p:cNvGraphicFramePr>
            <a:graphicFrameLocks noChangeAspect="1"/>
          </p:cNvGraphicFramePr>
          <p:nvPr/>
        </p:nvGraphicFramePr>
        <p:xfrm>
          <a:off x="10447063" y="1906037"/>
          <a:ext cx="127000" cy="204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39065" imgH="228600" progId="Equation.3">
                  <p:embed/>
                </p:oleObj>
              </mc:Choice>
              <mc:Fallback>
                <p:oleObj name="公式" r:id="rId9" imgW="139065" imgH="228600" progId="Equation.3">
                  <p:embed/>
                  <p:pic>
                    <p:nvPicPr>
                      <p:cNvPr id="166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7063" y="1906037"/>
                        <a:ext cx="127000" cy="2047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Object 47"/>
          <p:cNvGraphicFramePr>
            <a:graphicFrameLocks noChangeAspect="1"/>
          </p:cNvGraphicFramePr>
          <p:nvPr/>
        </p:nvGraphicFramePr>
        <p:xfrm>
          <a:off x="9056413" y="1902862"/>
          <a:ext cx="29210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326390" imgH="294005" progId="Equation.3">
                  <p:embed/>
                </p:oleObj>
              </mc:Choice>
              <mc:Fallback>
                <p:oleObj name="公式" r:id="rId11" imgW="326390" imgH="294005" progId="Equation.3">
                  <p:embed/>
                  <p:pic>
                    <p:nvPicPr>
                      <p:cNvPr id="167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56413" y="1902862"/>
                        <a:ext cx="292100" cy="263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8" name="Line 48"/>
          <p:cNvSpPr>
            <a:spLocks noChangeShapeType="1"/>
          </p:cNvSpPr>
          <p:nvPr/>
        </p:nvSpPr>
        <p:spPr bwMode="auto">
          <a:xfrm flipV="1">
            <a:off x="9916838" y="1326600"/>
            <a:ext cx="800100" cy="528637"/>
          </a:xfrm>
          <a:prstGeom prst="line">
            <a:avLst/>
          </a:prstGeom>
          <a:noFill/>
          <a:ln w="12700">
            <a:solidFill>
              <a:srgbClr val="CC0066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9" name="Oval 49"/>
          <p:cNvSpPr>
            <a:spLocks noChangeAspect="1" noChangeArrowheads="1"/>
          </p:cNvSpPr>
          <p:nvPr/>
        </p:nvSpPr>
        <p:spPr bwMode="auto">
          <a:xfrm rot="18884409">
            <a:off x="10689951" y="1290087"/>
            <a:ext cx="63500" cy="63500"/>
          </a:xfrm>
          <a:prstGeom prst="ellipse">
            <a:avLst/>
          </a:prstGeom>
          <a:solidFill>
            <a:srgbClr val="0000FF"/>
          </a:solidFill>
          <a:ln w="19050" algn="ctr">
            <a:solidFill>
              <a:srgbClr val="0000FF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0" name="Oval 50"/>
          <p:cNvSpPr>
            <a:spLocks noChangeAspect="1" noChangeArrowheads="1"/>
          </p:cNvSpPr>
          <p:nvPr/>
        </p:nvSpPr>
        <p:spPr bwMode="auto">
          <a:xfrm rot="18884409">
            <a:off x="10169251" y="1636162"/>
            <a:ext cx="63500" cy="63500"/>
          </a:xfrm>
          <a:prstGeom prst="ellipse">
            <a:avLst/>
          </a:prstGeom>
          <a:solidFill>
            <a:srgbClr val="0000FF"/>
          </a:solidFill>
          <a:ln w="19050" algn="ctr">
            <a:solidFill>
              <a:srgbClr val="0000FF"/>
            </a:solidFill>
            <a:rou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1" name="Rectangle 51"/>
          <p:cNvSpPr>
            <a:spLocks noChangeArrowheads="1"/>
          </p:cNvSpPr>
          <p:nvPr/>
        </p:nvSpPr>
        <p:spPr bwMode="auto">
          <a:xfrm>
            <a:off x="1529259" y="1553617"/>
            <a:ext cx="1025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   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72" name="Rectangle 52"/>
          <p:cNvSpPr>
            <a:spLocks noChangeArrowheads="1"/>
          </p:cNvSpPr>
          <p:nvPr/>
        </p:nvSpPr>
        <p:spPr bwMode="auto">
          <a:xfrm>
            <a:off x="2351584" y="1556792"/>
            <a:ext cx="2467342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200" b="1" i="0" u="none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zh-CN" altLang="en-US" sz="2400" b="1" i="0" u="sng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直接求通式</a:t>
            </a:r>
            <a:r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</a:t>
            </a:r>
          </a:p>
        </p:txBody>
      </p:sp>
      <p:graphicFrame>
        <p:nvGraphicFramePr>
          <p:cNvPr id="173" name="Object 53"/>
          <p:cNvGraphicFramePr>
            <a:graphicFrameLocks noChangeAspect="1"/>
          </p:cNvGraphicFramePr>
          <p:nvPr/>
        </p:nvGraphicFramePr>
        <p:xfrm>
          <a:off x="9929538" y="1328187"/>
          <a:ext cx="252413" cy="346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79400" imgH="381000" progId="Equation.3">
                  <p:embed/>
                </p:oleObj>
              </mc:Choice>
              <mc:Fallback>
                <p:oleObj name="公式" r:id="rId21" imgW="279400" imgH="381000" progId="Equation.3">
                  <p:embed/>
                  <p:pic>
                    <p:nvPicPr>
                      <p:cNvPr id="173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29538" y="1328187"/>
                        <a:ext cx="252413" cy="346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4" name="Group 54"/>
          <p:cNvGrpSpPr>
            <a:grpSpLocks noChangeAspect="1"/>
          </p:cNvGrpSpPr>
          <p:nvPr/>
        </p:nvGrpSpPr>
        <p:grpSpPr bwMode="auto">
          <a:xfrm>
            <a:off x="10877276" y="1290087"/>
            <a:ext cx="217487" cy="296863"/>
            <a:chOff x="2752" y="2223"/>
            <a:chExt cx="176" cy="240"/>
          </a:xfrm>
        </p:grpSpPr>
        <p:graphicFrame>
          <p:nvGraphicFramePr>
            <p:cNvPr id="175" name="Object 55"/>
            <p:cNvGraphicFramePr>
              <a:graphicFrameLocks noChangeAspect="1"/>
            </p:cNvGraphicFramePr>
            <p:nvPr/>
          </p:nvGraphicFramePr>
          <p:xfrm>
            <a:off x="2752" y="2223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236855" imgH="326390" progId="Equation.3">
                    <p:embed/>
                  </p:oleObj>
                </mc:Choice>
                <mc:Fallback>
                  <p:oleObj name="公式" r:id="rId23" imgW="236855" imgH="326390" progId="Equation.3">
                    <p:embed/>
                    <p:pic>
                      <p:nvPicPr>
                        <p:cNvPr id="175" name="Object 5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2" y="2223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6" name="Line 56"/>
            <p:cNvSpPr>
              <a:spLocks noChangeAspect="1" noChangeShapeType="1"/>
            </p:cNvSpPr>
            <p:nvPr/>
          </p:nvSpPr>
          <p:spPr bwMode="auto">
            <a:xfrm>
              <a:off x="2754" y="2274"/>
              <a:ext cx="1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77" name="Line 57"/>
          <p:cNvSpPr>
            <a:spLocks noChangeAspect="1" noChangeShapeType="1"/>
          </p:cNvSpPr>
          <p:nvPr/>
        </p:nvSpPr>
        <p:spPr bwMode="auto">
          <a:xfrm>
            <a:off x="10828063" y="1301200"/>
            <a:ext cx="2667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8" name="Object 58"/>
          <p:cNvGraphicFramePr>
            <a:graphicFrameLocks noChangeAspect="1"/>
          </p:cNvGraphicFramePr>
          <p:nvPr/>
        </p:nvGraphicFramePr>
        <p:xfrm>
          <a:off x="10891563" y="1075775"/>
          <a:ext cx="128588" cy="207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39065" imgH="228600" progId="Equation.3">
                  <p:embed/>
                </p:oleObj>
              </mc:Choice>
              <mc:Fallback>
                <p:oleObj name="公式" r:id="rId25" imgW="139065" imgH="228600" progId="Equation.3">
                  <p:embed/>
                  <p:pic>
                    <p:nvPicPr>
                      <p:cNvPr id="178" name="Objec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91563" y="1075775"/>
                        <a:ext cx="128588" cy="207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9" name="Group 59"/>
          <p:cNvGrpSpPr/>
          <p:nvPr/>
        </p:nvGrpSpPr>
        <p:grpSpPr bwMode="auto">
          <a:xfrm>
            <a:off x="2214741" y="3166517"/>
            <a:ext cx="4638675" cy="457200"/>
            <a:chOff x="850" y="2241"/>
            <a:chExt cx="2922" cy="288"/>
          </a:xfrm>
        </p:grpSpPr>
        <p:sp>
          <p:nvSpPr>
            <p:cNvPr id="180" name="Rectangle 60"/>
            <p:cNvSpPr>
              <a:spLocks noChangeArrowheads="1"/>
            </p:cNvSpPr>
            <p:nvPr/>
          </p:nvSpPr>
          <p:spPr bwMode="auto">
            <a:xfrm>
              <a:off x="850" y="2241"/>
              <a:ext cx="24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当   在           上取值时，有  </a:t>
              </a:r>
            </a:p>
          </p:txBody>
        </p:sp>
        <p:graphicFrame>
          <p:nvGraphicFramePr>
            <p:cNvPr id="181" name="Object 61"/>
            <p:cNvGraphicFramePr/>
            <p:nvPr/>
          </p:nvGraphicFramePr>
          <p:xfrm>
            <a:off x="1110" y="2333"/>
            <a:ext cx="11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177800" imgH="215900" progId="Equation.3">
                    <p:embed/>
                  </p:oleObj>
                </mc:Choice>
                <mc:Fallback>
                  <p:oleObj name="公式" r:id="rId27" imgW="177800" imgH="215900" progId="Equation.3">
                    <p:embed/>
                    <p:pic>
                      <p:nvPicPr>
                        <p:cNvPr id="181" name="Object 6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0" y="2333"/>
                          <a:ext cx="112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2" name="Object 62"/>
            <p:cNvGraphicFramePr/>
            <p:nvPr/>
          </p:nvGraphicFramePr>
          <p:xfrm>
            <a:off x="1470" y="2291"/>
            <a:ext cx="48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761365" imgH="342900" progId="Equation.3">
                    <p:embed/>
                  </p:oleObj>
                </mc:Choice>
                <mc:Fallback>
                  <p:oleObj name="公式" r:id="rId29" imgW="761365" imgH="342900" progId="Equation.3">
                    <p:embed/>
                    <p:pic>
                      <p:nvPicPr>
                        <p:cNvPr id="182" name="Object 6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70" y="2291"/>
                          <a:ext cx="48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3" name="Object 63"/>
            <p:cNvGraphicFramePr/>
            <p:nvPr/>
          </p:nvGraphicFramePr>
          <p:xfrm>
            <a:off x="3172" y="2289"/>
            <a:ext cx="6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951865" imgH="342900" progId="Equation.3">
                    <p:embed/>
                  </p:oleObj>
                </mc:Choice>
                <mc:Fallback>
                  <p:oleObj name="公式" r:id="rId31" imgW="951865" imgH="342900" progId="Equation.3">
                    <p:embed/>
                    <p:pic>
                      <p:nvPicPr>
                        <p:cNvPr id="183" name="Object 6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2" y="2289"/>
                          <a:ext cx="6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4" name="Group 106"/>
          <p:cNvGrpSpPr/>
          <p:nvPr/>
        </p:nvGrpSpPr>
        <p:grpSpPr bwMode="auto">
          <a:xfrm>
            <a:off x="2461121" y="5423942"/>
            <a:ext cx="1508125" cy="368300"/>
            <a:chOff x="922" y="3535"/>
            <a:chExt cx="950" cy="232"/>
          </a:xfrm>
        </p:grpSpPr>
        <p:graphicFrame>
          <p:nvGraphicFramePr>
            <p:cNvPr id="185" name="Object 107"/>
            <p:cNvGraphicFramePr/>
            <p:nvPr/>
          </p:nvGraphicFramePr>
          <p:xfrm>
            <a:off x="1232" y="3535"/>
            <a:ext cx="64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3" imgW="1016000" imgH="368300" progId="Equation.3">
                    <p:embed/>
                  </p:oleObj>
                </mc:Choice>
                <mc:Fallback>
                  <p:oleObj name="公式" r:id="rId33" imgW="1016000" imgH="368300" progId="Equation.3">
                    <p:embed/>
                    <p:pic>
                      <p:nvPicPr>
                        <p:cNvPr id="185" name="Object 10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32" y="3535"/>
                          <a:ext cx="640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6" name="Object 108"/>
            <p:cNvGraphicFramePr/>
            <p:nvPr/>
          </p:nvGraphicFramePr>
          <p:xfrm>
            <a:off x="922" y="3589"/>
            <a:ext cx="216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342900" imgH="215900" progId="Equation.3">
                    <p:embed/>
                  </p:oleObj>
                </mc:Choice>
                <mc:Fallback>
                  <p:oleObj name="公式" r:id="rId35" imgW="342900" imgH="215900" progId="Equation.3">
                    <p:embed/>
                    <p:pic>
                      <p:nvPicPr>
                        <p:cNvPr id="186" name="Object 10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2" y="3589"/>
                          <a:ext cx="216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87" name="Group 109"/>
          <p:cNvGrpSpPr/>
          <p:nvPr/>
        </p:nvGrpSpPr>
        <p:grpSpPr bwMode="auto">
          <a:xfrm>
            <a:off x="4029571" y="5366791"/>
            <a:ext cx="1593850" cy="530225"/>
            <a:chOff x="1910" y="3499"/>
            <a:chExt cx="1004" cy="334"/>
          </a:xfrm>
        </p:grpSpPr>
        <p:graphicFrame>
          <p:nvGraphicFramePr>
            <p:cNvPr id="188" name="Object 110"/>
            <p:cNvGraphicFramePr/>
            <p:nvPr>
              <p:extLst>
                <p:ext uri="{D42A27DB-BD31-4B8C-83A1-F6EECF244321}">
                  <p14:modId xmlns:p14="http://schemas.microsoft.com/office/powerpoint/2010/main" val="390522571"/>
                </p:ext>
              </p:extLst>
            </p:nvPr>
          </p:nvGraphicFramePr>
          <p:xfrm>
            <a:off x="2222" y="3499"/>
            <a:ext cx="692" cy="3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545760" imgH="241200" progId="Equation.DSMT4">
                    <p:embed/>
                  </p:oleObj>
                </mc:Choice>
                <mc:Fallback>
                  <p:oleObj name="Equation" r:id="rId37" imgW="545760" imgH="241200" progId="Equation.DSMT4">
                    <p:embed/>
                    <p:pic>
                      <p:nvPicPr>
                        <p:cNvPr id="188" name="Object 1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22" y="3499"/>
                          <a:ext cx="692" cy="33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9" name="Rectangle 111"/>
            <p:cNvSpPr>
              <a:spLocks noChangeArrowheads="1"/>
            </p:cNvSpPr>
            <p:nvPr/>
          </p:nvSpPr>
          <p:spPr bwMode="auto">
            <a:xfrm>
              <a:off x="1910" y="3511"/>
              <a:ext cx="4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即  </a:t>
              </a:r>
            </a:p>
          </p:txBody>
        </p:sp>
      </p:grpSp>
      <p:grpSp>
        <p:nvGrpSpPr>
          <p:cNvPr id="190" name="Group 112"/>
          <p:cNvGrpSpPr/>
          <p:nvPr/>
        </p:nvGrpSpPr>
        <p:grpSpPr bwMode="auto">
          <a:xfrm>
            <a:off x="5677396" y="5196933"/>
            <a:ext cx="2654300" cy="885825"/>
            <a:chOff x="2948" y="3392"/>
            <a:chExt cx="1672" cy="558"/>
          </a:xfrm>
        </p:grpSpPr>
        <p:sp>
          <p:nvSpPr>
            <p:cNvPr id="191" name="Rectangle 113"/>
            <p:cNvSpPr>
              <a:spLocks noChangeArrowheads="1"/>
            </p:cNvSpPr>
            <p:nvPr/>
          </p:nvSpPr>
          <p:spPr bwMode="auto">
            <a:xfrm>
              <a:off x="3270" y="3438"/>
              <a:ext cx="1350" cy="492"/>
            </a:xfrm>
            <a:prstGeom prst="rect">
              <a:avLst/>
            </a:prstGeom>
            <a:solidFill>
              <a:srgbClr val="CCFFFF"/>
            </a:solidFill>
            <a:ln w="9525" algn="ctr">
              <a:solidFill>
                <a:srgbClr val="FF0000"/>
              </a:solidFill>
              <a:miter lim="800000"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92" name="Text Box 114"/>
            <p:cNvSpPr txBox="1">
              <a:spLocks noChangeArrowheads="1"/>
            </p:cNvSpPr>
            <p:nvPr/>
          </p:nvSpPr>
          <p:spPr bwMode="auto">
            <a:xfrm>
              <a:off x="2948" y="3512"/>
              <a:ext cx="40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故  </a:t>
              </a:r>
            </a:p>
          </p:txBody>
        </p:sp>
        <p:grpSp>
          <p:nvGrpSpPr>
            <p:cNvPr id="193" name="Group 115"/>
            <p:cNvGrpSpPr/>
            <p:nvPr/>
          </p:nvGrpSpPr>
          <p:grpSpPr bwMode="auto">
            <a:xfrm>
              <a:off x="3296" y="3392"/>
              <a:ext cx="1298" cy="558"/>
              <a:chOff x="812" y="3788"/>
              <a:chExt cx="1298" cy="558"/>
            </a:xfrm>
          </p:grpSpPr>
          <p:graphicFrame>
            <p:nvGraphicFramePr>
              <p:cNvPr id="194" name="Object 116"/>
              <p:cNvGraphicFramePr/>
              <p:nvPr>
                <p:extLst>
                  <p:ext uri="{D42A27DB-BD31-4B8C-83A1-F6EECF244321}">
                    <p14:modId xmlns:p14="http://schemas.microsoft.com/office/powerpoint/2010/main" val="3093172382"/>
                  </p:ext>
                </p:extLst>
              </p:nvPr>
            </p:nvGraphicFramePr>
            <p:xfrm>
              <a:off x="812" y="3788"/>
              <a:ext cx="1298" cy="55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39" imgW="965160" imgH="444240" progId="Equation.DSMT4">
                      <p:embed/>
                    </p:oleObj>
                  </mc:Choice>
                  <mc:Fallback>
                    <p:oleObj name="Equation" r:id="rId39" imgW="965160" imgH="444240" progId="Equation.DSMT4">
                      <p:embed/>
                      <p:pic>
                        <p:nvPicPr>
                          <p:cNvPr id="194" name="Object 116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40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812" y="3788"/>
                            <a:ext cx="1298" cy="558"/>
                          </a:xfrm>
                          <a:prstGeom prst="rect">
                            <a:avLst/>
                          </a:prstGeom>
                          <a:noFill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5" name="Line 117"/>
              <p:cNvSpPr>
                <a:spLocks noChangeShapeType="1"/>
              </p:cNvSpPr>
              <p:nvPr/>
            </p:nvSpPr>
            <p:spPr bwMode="auto">
              <a:xfrm>
                <a:off x="1732" y="4133"/>
                <a:ext cx="113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文本框 195"/>
              <p:cNvSpPr txBox="1"/>
              <p:nvPr/>
            </p:nvSpPr>
            <p:spPr>
              <a:xfrm>
                <a:off x="2329780" y="4052158"/>
                <a:ext cx="2266325" cy="6848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  <m:t>𝒘</m:t>
                          </m:r>
                        </m:e>
                      </m:d>
                      <m:r>
                        <a:rPr kumimoji="0" lang="en-US" altLang="zh-CN" sz="2000" b="1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𝒌</m:t>
                              </m:r>
                            </m:e>
                            <m:sub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kumimoji="0" lang="en-US" altLang="zh-CN" sz="20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𝒛</m:t>
                              </m:r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US" altLang="zh-CN" sz="20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0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kumimoji="0" lang="en-US" altLang="zh-CN" sz="20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kumimoji="0" lang="en-US" altLang="zh-CN" sz="2000" b="1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0" lang="en-US" altLang="zh-CN" sz="20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0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kumimoji="0" lang="en-US" altLang="zh-CN" sz="2000" b="1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acc>
                              <m:r>
                                <a:rPr kumimoji="0" lang="en-US" altLang="zh-CN" sz="20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𝒛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6" name="文本框 1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780" y="4052158"/>
                <a:ext cx="2266325" cy="684803"/>
              </a:xfrm>
              <a:prstGeom prst="rect">
                <a:avLst/>
              </a:prstGeom>
              <a:blipFill rotWithShape="1">
                <a:blip r:embed="rId41"/>
                <a:stretch>
                  <a:fillRect l="-26" t="-33" r="-1010" b="7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矩形 196"/>
              <p:cNvSpPr/>
              <p:nvPr/>
            </p:nvSpPr>
            <p:spPr>
              <a:xfrm>
                <a:off x="4511854" y="4002798"/>
                <a:ext cx="1882375" cy="7771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kumimoji="0" lang="en-US" altLang="zh-CN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𝒌</m:t>
                              </m:r>
                            </m:e>
                            <m:sub>
                              <m:r>
                                <a:rPr kumimoji="0" lang="en-US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d>
                        <m:dPr>
                          <m:begChr m:val="|"/>
                          <m:endChr m:val="|"/>
                          <m:ctrlPr>
                            <a:rPr kumimoji="0" lang="en-US" altLang="zh-CN" sz="2000" b="1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+mn-cs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0" lang="en-US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kumimoji="0" lang="en-US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kumimoji="0" lang="en-US" altLang="zh-CN" sz="20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sSubPr>
                                <m:e>
                                  <m:r>
                                    <a:rPr kumimoji="0" lang="en-US" altLang="zh-CN" sz="20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𝒛</m:t>
                                  </m:r>
                                </m:e>
                                <m:sub>
                                  <m:r>
                                    <a:rPr kumimoji="0" lang="en-US" altLang="zh-CN" sz="20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  <m:t>𝟎</m:t>
                                  </m:r>
                                </m:sub>
                              </m:sSub>
                            </m:num>
                            <m:den>
                              <m:r>
                                <a:rPr kumimoji="0" lang="en-US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𝟏</m:t>
                              </m:r>
                              <m:r>
                                <a:rPr kumimoji="0" lang="en-US" altLang="zh-CN" sz="2000" b="1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+mn-cs"/>
                                </a:rPr>
                                <m:t>−</m:t>
                              </m:r>
                              <m:acc>
                                <m:accPr>
                                  <m:chr m:val="̅"/>
                                  <m:ctrlPr>
                                    <a:rPr kumimoji="0" lang="en-US" altLang="zh-CN" sz="2000" b="1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cs typeface="+mn-cs"/>
                                    </a:rPr>
                                  </m:ctrlPr>
                                </m:accPr>
                                <m:e>
                                  <m:sSub>
                                    <m:sSubPr>
                                      <m:ctrlPr>
                                        <a:rPr kumimoji="0" lang="en-US" altLang="zh-CN" sz="20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kumimoji="0" lang="en-US" altLang="zh-CN" sz="20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𝒛</m:t>
                                      </m:r>
                                    </m:e>
                                    <m:sub>
                                      <m:r>
                                        <a:rPr kumimoji="0" lang="en-US" altLang="zh-CN" sz="2000" b="1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cs typeface="+mn-cs"/>
                                        </a:rPr>
                                        <m:t>𝟎</m:t>
                                      </m:r>
                                    </m:sub>
                                  </m:sSub>
                                </m:e>
                              </m:acc>
                            </m:den>
                          </m:f>
                        </m:e>
                      </m:d>
                    </m:oMath>
                  </m:oMathPara>
                </a14:m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7" name="矩形 19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11854" y="4002798"/>
                <a:ext cx="1882375" cy="777136"/>
              </a:xfrm>
              <a:prstGeom prst="rect">
                <a:avLst/>
              </a:prstGeom>
              <a:blipFill rotWithShape="1">
                <a:blip r:embed="rId42"/>
                <a:stretch>
                  <a:fillRect l="-10" t="-51" r="22" b="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8" name="矩形 197"/>
              <p:cNvSpPr/>
              <p:nvPr/>
            </p:nvSpPr>
            <p:spPr>
              <a:xfrm>
                <a:off x="6218776" y="4193123"/>
                <a:ext cx="666273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=</m:t>
                      </m:r>
                      <m:r>
                        <a:rPr kumimoji="0" lang="en-US" altLang="zh-CN" sz="2000" b="1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cs typeface="+mn-cs"/>
                        </a:rPr>
                        <m:t>𝟏</m:t>
                      </m:r>
                    </m:oMath>
                  </m:oMathPara>
                </a14:m>
                <a:endPara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8" name="矩形 1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8776" y="4193123"/>
                <a:ext cx="666273" cy="400110"/>
              </a:xfrm>
              <a:prstGeom prst="rect">
                <a:avLst/>
              </a:prstGeom>
              <a:blipFill rotWithShape="1">
                <a:blip r:embed="rId43"/>
                <a:stretch>
                  <a:fillRect l="-33" t="-54" r="57" b="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矩形 198"/>
              <p:cNvSpPr/>
              <p:nvPr/>
            </p:nvSpPr>
            <p:spPr>
              <a:xfrm>
                <a:off x="9145531" y="4963632"/>
                <a:ext cx="1815882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不妨取：</a:t>
                </a:r>
                <a14:m>
                  <m:oMath xmlns:m="http://schemas.openxmlformats.org/officeDocument/2006/math">
                    <m:r>
                      <a:rPr kumimoji="1" lang="en-US" altLang="zh-CN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𝑧</m:t>
                    </m:r>
                    <m:r>
                      <a:rPr kumimoji="1" lang="en-US" altLang="zh-CN" sz="20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99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=1</m:t>
                    </m:r>
                  </m:oMath>
                </a14:m>
                <a:endParaRPr kumimoji="1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9" name="矩形 1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5531" y="4963632"/>
                <a:ext cx="1815882" cy="400110"/>
              </a:xfrm>
              <a:prstGeom prst="rect">
                <a:avLst/>
              </a:prstGeom>
              <a:blipFill>
                <a:blip r:embed="rId44"/>
                <a:stretch>
                  <a:fillRect l="-3356" t="-6061" b="-272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52 0.44236 L 0.00052 0.0006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10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  <p:bldP spid="197" grpId="0"/>
      <p:bldP spid="198" grpId="0"/>
      <p:bldP spid="199" grpId="0"/>
      <p:bldP spid="199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1" name="Object 27"/>
          <p:cNvGraphicFramePr>
            <a:graphicFrameLocks noChangeAspect="1"/>
          </p:cNvGraphicFramePr>
          <p:nvPr/>
        </p:nvGraphicFramePr>
        <p:xfrm>
          <a:off x="2294224" y="695311"/>
          <a:ext cx="7959725" cy="177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95402400" imgH="21336000" progId="Equation.DSMT4">
                  <p:embed/>
                </p:oleObj>
              </mc:Choice>
              <mc:Fallback>
                <p:oleObj name="Equation" r:id="rId3" imgW="95402400" imgH="21336000" progId="Equation.DSMT4">
                  <p:embed/>
                  <p:pic>
                    <p:nvPicPr>
                      <p:cNvPr id="9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4224" y="695311"/>
                        <a:ext cx="7959725" cy="177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Object 27"/>
          <p:cNvGraphicFramePr>
            <a:graphicFrameLocks noChangeAspect="1"/>
          </p:cNvGraphicFramePr>
          <p:nvPr/>
        </p:nvGraphicFramePr>
        <p:xfrm>
          <a:off x="2101448" y="2684016"/>
          <a:ext cx="2771775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3223200" imgH="10668000" progId="Equation.DSMT4">
                  <p:embed/>
                </p:oleObj>
              </mc:Choice>
              <mc:Fallback>
                <p:oleObj name="Equation" r:id="rId5" imgW="33223200" imgH="10668000" progId="Equation.DSMT4">
                  <p:embed/>
                  <p:pic>
                    <p:nvPicPr>
                      <p:cNvPr id="9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448" y="2684016"/>
                        <a:ext cx="2771775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" name="Rectangle 37"/>
          <p:cNvSpPr>
            <a:spLocks noChangeArrowheads="1"/>
          </p:cNvSpPr>
          <p:nvPr/>
        </p:nvSpPr>
        <p:spPr bwMode="auto">
          <a:xfrm>
            <a:off x="1286849" y="862276"/>
            <a:ext cx="951199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例 </a:t>
            </a:r>
            <a:r>
              <a:rPr kumimoji="1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sp>
        <p:nvSpPr>
          <p:cNvPr id="94" name="Rectangle 37"/>
          <p:cNvSpPr>
            <a:spLocks noChangeArrowheads="1"/>
          </p:cNvSpPr>
          <p:nvPr/>
        </p:nvSpPr>
        <p:spPr bwMode="auto">
          <a:xfrm>
            <a:off x="1343025" y="2853121"/>
            <a:ext cx="797311" cy="4638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000" tIns="46800" rIns="90000" bIns="4680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解：</a:t>
            </a:r>
          </a:p>
        </p:txBody>
      </p:sp>
      <p:graphicFrame>
        <p:nvGraphicFramePr>
          <p:cNvPr id="95" name="Object 27"/>
          <p:cNvGraphicFramePr>
            <a:graphicFrameLocks noChangeAspect="1"/>
          </p:cNvGraphicFramePr>
          <p:nvPr/>
        </p:nvGraphicFramePr>
        <p:xfrm>
          <a:off x="4873223" y="2687663"/>
          <a:ext cx="2519362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0175200" imgH="9753600" progId="Equation.DSMT4">
                  <p:embed/>
                </p:oleObj>
              </mc:Choice>
              <mc:Fallback>
                <p:oleObj name="Equation" r:id="rId7" imgW="30175200" imgH="9753600" progId="Equation.DSMT4">
                  <p:embed/>
                  <p:pic>
                    <p:nvPicPr>
                      <p:cNvPr id="9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3223" y="2687663"/>
                        <a:ext cx="2519362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Object 27"/>
          <p:cNvGraphicFramePr>
            <a:graphicFrameLocks noChangeAspect="1"/>
          </p:cNvGraphicFramePr>
          <p:nvPr/>
        </p:nvGraphicFramePr>
        <p:xfrm>
          <a:off x="2101448" y="4030857"/>
          <a:ext cx="54244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4922400" imgH="5181600" progId="Equation.DSMT4">
                  <p:embed/>
                </p:oleObj>
              </mc:Choice>
              <mc:Fallback>
                <p:oleObj name="Equation" r:id="rId9" imgW="64922400" imgH="5181600" progId="Equation.DSMT4">
                  <p:embed/>
                  <p:pic>
                    <p:nvPicPr>
                      <p:cNvPr id="97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1448" y="4030857"/>
                        <a:ext cx="54244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014509"/>
              </p:ext>
            </p:extLst>
          </p:nvPr>
        </p:nvGraphicFramePr>
        <p:xfrm>
          <a:off x="9224124" y="1795019"/>
          <a:ext cx="1802696" cy="888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27000" imgH="457200" progId="Equation.DSMT4">
                  <p:embed/>
                </p:oleObj>
              </mc:Choice>
              <mc:Fallback>
                <p:oleObj name="Equation" r:id="rId11" imgW="927000" imgH="457200" progId="Equation.DSMT4">
                  <p:embed/>
                  <p:pic>
                    <p:nvPicPr>
                      <p:cNvPr id="9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4124" y="1795019"/>
                        <a:ext cx="1802696" cy="888997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3624756"/>
              </p:ext>
            </p:extLst>
          </p:nvPr>
        </p:nvGraphicFramePr>
        <p:xfrm>
          <a:off x="7609091" y="3827657"/>
          <a:ext cx="185419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7000" imgH="419040" progId="Equation.DSMT4">
                  <p:embed/>
                </p:oleObj>
              </mc:Choice>
              <mc:Fallback>
                <p:oleObj name="Equation" r:id="rId13" imgW="927000" imgH="419040" progId="Equation.DSMT4">
                  <p:embed/>
                  <p:pic>
                    <p:nvPicPr>
                      <p:cNvPr id="10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09091" y="3827657"/>
                        <a:ext cx="185419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1" name="Object 27"/>
          <p:cNvGraphicFramePr>
            <a:graphicFrameLocks noChangeAspect="1"/>
          </p:cNvGraphicFramePr>
          <p:nvPr/>
        </p:nvGraphicFramePr>
        <p:xfrm>
          <a:off x="2140336" y="4907584"/>
          <a:ext cx="9921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1887200" imgH="4876800" progId="Equation.DSMT4">
                  <p:embed/>
                </p:oleObj>
              </mc:Choice>
              <mc:Fallback>
                <p:oleObj name="Equation" r:id="rId15" imgW="11887200" imgH="4876800" progId="Equation.DSMT4">
                  <p:embed/>
                  <p:pic>
                    <p:nvPicPr>
                      <p:cNvPr id="10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336" y="4907584"/>
                        <a:ext cx="9921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6874579"/>
              </p:ext>
            </p:extLst>
          </p:nvPr>
        </p:nvGraphicFramePr>
        <p:xfrm>
          <a:off x="3337714" y="4691677"/>
          <a:ext cx="1905023" cy="8889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952200" imgH="444240" progId="Equation.DSMT4">
                  <p:embed/>
                </p:oleObj>
              </mc:Choice>
              <mc:Fallback>
                <p:oleObj name="Equation" r:id="rId17" imgW="952200" imgH="444240" progId="Equation.DSMT4">
                  <p:embed/>
                  <p:pic>
                    <p:nvPicPr>
                      <p:cNvPr id="10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37714" y="4691677"/>
                        <a:ext cx="1905023" cy="8889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7"/>
          <p:cNvGraphicFramePr>
            <a:graphicFrameLocks noChangeAspect="1"/>
          </p:cNvGraphicFramePr>
          <p:nvPr/>
        </p:nvGraphicFramePr>
        <p:xfrm>
          <a:off x="2140336" y="5684476"/>
          <a:ext cx="5751512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68884800" imgH="10668000" progId="Equation.DSMT4">
                  <p:embed/>
                </p:oleObj>
              </mc:Choice>
              <mc:Fallback>
                <p:oleObj name="Equation" r:id="rId19" imgW="68884800" imgH="10668000" progId="Equation.DSMT4">
                  <p:embed/>
                  <p:pic>
                    <p:nvPicPr>
                      <p:cNvPr id="2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336" y="5684476"/>
                        <a:ext cx="5751512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27"/>
          <p:cNvGraphicFramePr>
            <a:graphicFrameLocks noChangeAspect="1"/>
          </p:cNvGraphicFramePr>
          <p:nvPr/>
        </p:nvGraphicFramePr>
        <p:xfrm>
          <a:off x="8328248" y="5684476"/>
          <a:ext cx="14763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7678400" imgH="10058400" progId="Equation.DSMT4">
                  <p:embed/>
                </p:oleObj>
              </mc:Choice>
              <mc:Fallback>
                <p:oleObj name="Equation" r:id="rId21" imgW="17678400" imgH="10058400" progId="Equation.DSMT4">
                  <p:embed/>
                  <p:pic>
                    <p:nvPicPr>
                      <p:cNvPr id="22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28248" y="5684476"/>
                        <a:ext cx="14763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7" y="747489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§2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分式线性变换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91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59968214"/>
              </p:ext>
            </p:extLst>
          </p:nvPr>
        </p:nvGraphicFramePr>
        <p:xfrm>
          <a:off x="1046706" y="1977221"/>
          <a:ext cx="91805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40000" imgH="215640" progId="Equation.DSMT4">
                  <p:embed/>
                </p:oleObj>
              </mc:Choice>
              <mc:Fallback>
                <p:oleObj name="Equation" r:id="rId3" imgW="4140000" imgH="215640" progId="Equation.DSMT4">
                  <p:embed/>
                  <p:pic>
                    <p:nvPicPr>
                      <p:cNvPr id="91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6706" y="1977221"/>
                        <a:ext cx="918051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7798025"/>
              </p:ext>
            </p:extLst>
          </p:nvPr>
        </p:nvGraphicFramePr>
        <p:xfrm>
          <a:off x="1624561" y="2579143"/>
          <a:ext cx="7593399" cy="462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3746160" imgH="228600" progId="Equation.DSMT4">
                  <p:embed/>
                </p:oleObj>
              </mc:Choice>
              <mc:Fallback>
                <p:oleObj name="Equation" r:id="rId5" imgW="3746160" imgH="228600" progId="Equation.DSMT4">
                  <p:embed/>
                  <p:pic>
                    <p:nvPicPr>
                      <p:cNvPr id="18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561" y="2579143"/>
                        <a:ext cx="7593399" cy="4628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7938268"/>
              </p:ext>
            </p:extLst>
          </p:nvPr>
        </p:nvGraphicFramePr>
        <p:xfrm>
          <a:off x="1624561" y="3140601"/>
          <a:ext cx="90947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546440" imgH="215640" progId="Equation.DSMT4">
                  <p:embed/>
                </p:oleObj>
              </mc:Choice>
              <mc:Fallback>
                <p:oleObj name="Equation" r:id="rId7" imgW="4546440" imgH="215640" progId="Equation.DSMT4">
                  <p:embed/>
                  <p:pic>
                    <p:nvPicPr>
                      <p:cNvPr id="23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4561" y="3140601"/>
                        <a:ext cx="90947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27"/>
          <p:cNvGraphicFramePr>
            <a:graphicFrameLocks noChangeAspect="1"/>
          </p:cNvGraphicFramePr>
          <p:nvPr/>
        </p:nvGraphicFramePr>
        <p:xfrm>
          <a:off x="7532688" y="1249363"/>
          <a:ext cx="14287" cy="22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14120" imgH="177480" progId="Equation.DSMT4">
                  <p:embed/>
                </p:oleObj>
              </mc:Choice>
              <mc:Fallback>
                <p:oleObj name="Equation" r:id="rId9" imgW="114120" imgH="177480" progId="Equation.DSMT4">
                  <p:embed/>
                  <p:pic>
                    <p:nvPicPr>
                      <p:cNvPr id="15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32688" y="1249363"/>
                        <a:ext cx="14287" cy="2222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32E719E4-7269-081A-811C-A9B34632C7AF}"/>
              </a:ext>
            </a:extLst>
          </p:cNvPr>
          <p:cNvCxnSpPr/>
          <p:nvPr/>
        </p:nvCxnSpPr>
        <p:spPr>
          <a:xfrm>
            <a:off x="2091018" y="2988175"/>
            <a:ext cx="108248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2471DA9-AE12-768F-845F-A1D84C49DDF5}"/>
              </a:ext>
            </a:extLst>
          </p:cNvPr>
          <p:cNvCxnSpPr/>
          <p:nvPr/>
        </p:nvCxnSpPr>
        <p:spPr>
          <a:xfrm>
            <a:off x="2091018" y="3572401"/>
            <a:ext cx="1082488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F82FA29D-07D3-162A-DBE9-3BD9B4239B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7258026"/>
              </p:ext>
            </p:extLst>
          </p:nvPr>
        </p:nvGraphicFramePr>
        <p:xfrm>
          <a:off x="2041805" y="3684790"/>
          <a:ext cx="6552140" cy="4317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288286" imgH="283062" progId="Equation.DSMT4">
                  <p:embed/>
                </p:oleObj>
              </mc:Choice>
              <mc:Fallback>
                <p:oleObj name="Equation" r:id="rId11" imgW="4288286" imgH="28306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041805" y="3684790"/>
                        <a:ext cx="6552140" cy="4317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73663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教材第七章习题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7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400" b="1" kern="10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8.</a:t>
            </a:r>
            <a:endParaRPr lang="en-US" altLang="zh-CN" sz="2400" b="1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504</Words>
  <Application>Microsoft Office PowerPoint</Application>
  <PresentationFormat>宽屏</PresentationFormat>
  <Paragraphs>105</Paragraphs>
  <Slides>15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等线</vt:lpstr>
      <vt:lpstr>等线 Light</vt:lpstr>
      <vt:lpstr>华文楷体</vt:lpstr>
      <vt:lpstr>楷体</vt:lpstr>
      <vt:lpstr>Arial</vt:lpstr>
      <vt:lpstr>Calibri</vt:lpstr>
      <vt:lpstr>Calibri Light</vt:lpstr>
      <vt:lpstr>Cambria Math</vt:lpstr>
      <vt:lpstr>Times New Roman</vt:lpstr>
      <vt:lpstr>Office 主题​​</vt:lpstr>
      <vt:lpstr>新媒体</vt:lpstr>
      <vt:lpstr>Equation</vt:lpstr>
      <vt:lpstr>公式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174</cp:revision>
  <dcterms:created xsi:type="dcterms:W3CDTF">2025-08-08T08:19:54Z</dcterms:created>
  <dcterms:modified xsi:type="dcterms:W3CDTF">2025-10-29T02:42:31Z</dcterms:modified>
</cp:coreProperties>
</file>