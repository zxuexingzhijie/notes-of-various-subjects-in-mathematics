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21"/>
  </p:notesMasterIdLst>
  <p:sldIdLst>
    <p:sldId id="795" r:id="rId4"/>
    <p:sldId id="819" r:id="rId5"/>
    <p:sldId id="823" r:id="rId6"/>
    <p:sldId id="825" r:id="rId7"/>
    <p:sldId id="738" r:id="rId8"/>
    <p:sldId id="739" r:id="rId9"/>
    <p:sldId id="740" r:id="rId10"/>
    <p:sldId id="741" r:id="rId11"/>
    <p:sldId id="743" r:id="rId12"/>
    <p:sldId id="749" r:id="rId13"/>
    <p:sldId id="750" r:id="rId14"/>
    <p:sldId id="756" r:id="rId15"/>
    <p:sldId id="757" r:id="rId16"/>
    <p:sldId id="758" r:id="rId17"/>
    <p:sldId id="760" r:id="rId18"/>
    <p:sldId id="762" r:id="rId19"/>
    <p:sldId id="68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83AC8-CE0B-4D5A-8ECF-DA996516115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2BB05-9D64-4C67-BFC4-E1451E3EA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45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44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5BC40-C1AA-4A40-F5D1-EEE4AF935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909035-B696-6784-EE30-9813D8856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5A5F4-C95A-55A0-D936-1BC3D113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937A3D-44AC-FFE5-782A-3ADF1691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AFF437-F6AE-F0DA-7AF2-49E6E704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D6A11-F5CB-4D21-1BB8-7F659D13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1C84A3-D3A1-8552-B54A-B25DFA4AD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7362AA-5D9D-5285-172F-5068BDFA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6C7BC1-71CC-66F4-DC1F-2CDF5AC4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0B1D9-B5C4-99B3-709A-11F18F04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FF772-6FBE-9349-2B65-F866D809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791039-FAAC-5FB6-B31D-54C64AF5B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95CEE-1BA3-3C2A-3153-D7436B32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8A26C-085F-93B2-A15B-C7665962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D0B9E-E29B-304D-FD01-2252B703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67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3DCBA-2CDC-9366-B52F-80969E64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EC9B7-BEC1-E911-7039-32CF12D81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D47394-63E2-879C-0AEF-9A7A0BE33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B9F341-CC04-62B4-2E98-5E13F899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649C22-5DBB-5D5A-2359-03B163E2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96725F-D1FD-F3A9-3FC1-C257D6E0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58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88429-B1C4-5295-06AB-9A9387A6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064EBC-D04A-E48C-6EBF-EDCC8F1B1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05A969-6D2D-E3B3-CF4D-AE37D2A98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341595-E969-CF92-F67B-23AD03781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B2A523-994E-872E-34C0-0FCBD556C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F4EACD-B2A5-0A7F-2452-12BBE59D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1E6E8D-F24E-CBAE-EAA0-DB9D5D7B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53B697-6BF3-E449-94A7-98E3AFFF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4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B69D7-BACB-A519-15EA-22942DB6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B8E61A-5556-A9CF-2D3D-FA449F49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41EF5D-EF74-3BC0-4CA4-33D77562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F368D3-ACEB-4DB0-E828-89D8B452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620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78734A-592B-D392-6687-0469320F7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AA5C40-7BA5-6D6C-C7F2-E49F49D3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ED6D35-AEB9-6008-7983-A3C7EF54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40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C54E4-AC93-F7C5-57CC-7764F2D0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45BA63-11C6-3A5D-D90B-2F63CA6DA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A19CFE-0C62-16F4-5944-383746863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8AE30E-9764-76DE-E779-F0C00C5B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2C6A4A-78B7-BAA3-1F4E-8AFF0508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568EC5-03E7-AE8A-8FD7-4A371773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16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9F010-E4A3-2F86-46DC-A35C2DE4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92BA99-8D03-59A6-92BD-25116E2C1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5DFDB8-DE92-6F71-9A72-409A333AC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792B93-DA9F-93AF-66C9-ABC316B6B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79C6AA-610C-8C10-56ED-9333CC13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D47772-D62F-7FBB-A87E-A781A57C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91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9A837-8CA5-75A0-1835-5AD98585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F45D6E-30F5-DC24-1ECD-38C4ACCA7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51A316-2932-CF8B-BA2E-A2273802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BAC17-5E9E-8B29-AF77-796C30BD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D63D97-5ED8-AD1F-D5A3-D1EE86B2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0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E920DD-463E-6539-24C2-35CCFF448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736DEA-B2B4-EC29-1448-063B2A893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11887C-8E36-F837-6896-44EE3654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01AB63-3B6E-B5D1-C2B5-FED7C863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1832D-4D09-9140-6B08-4A080EEE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970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537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664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429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885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45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162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676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085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784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962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3732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0374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1609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28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8764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3406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022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1653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0505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10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2947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7823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3313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96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2ABA-E16D-4BC3-9035-4A1703C7A2E1}" type="datetimeFigureOut">
              <a:rPr lang="zh-CN" altLang="en-US" smtClean="0"/>
              <a:pPr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97610-629F-44E8-B821-1586B67757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24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EE5A73-A240-2C26-EC14-3942CE8D8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590E84-B722-A056-7EDA-234628BD3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0A3C4-D784-4CB9-F555-7D93F9D0E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3560A-8014-457A-8425-3FE17E15AB9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9C8FF-3541-3F1B-FAA4-5D3B0D228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13473-F168-DCA6-DDFB-E5E3CA11C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A6F92-62D7-4B53-A30F-E88FF01F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05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91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27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e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16.bin"/><Relationship Id="rId3" Type="http://schemas.openxmlformats.org/officeDocument/2006/relationships/oleObject" Target="../embeddings/oleObject9.bin"/><Relationship Id="rId21" Type="http://schemas.openxmlformats.org/officeDocument/2006/relationships/image" Target="../media/image22.wmf"/><Relationship Id="rId7" Type="http://schemas.openxmlformats.org/officeDocument/2006/relationships/oleObject" Target="../embeddings/oleObject11.bin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1" Type="http://schemas.openxmlformats.org/officeDocument/2006/relationships/tags" Target="../tags/tag2.xml"/><Relationship Id="rId6" Type="http://schemas.openxmlformats.org/officeDocument/2006/relationships/image" Target="../media/image14.wmf"/><Relationship Id="rId11" Type="http://schemas.openxmlformats.org/officeDocument/2006/relationships/image" Target="../media/image17.wmf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image" Target="../media/image16.png"/><Relationship Id="rId1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6.bin"/><Relationship Id="rId7" Type="http://schemas.openxmlformats.org/officeDocument/2006/relationships/image" Target="../media/image25.wmf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tags" Target="../tags/tag3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34.emf"/><Relationship Id="rId5" Type="http://schemas.openxmlformats.org/officeDocument/2006/relationships/image" Target="../media/image24.wmf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10" Type="http://schemas.openxmlformats.org/officeDocument/2006/relationships/image" Target="../media/image27.e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9.wmf"/><Relationship Id="rId22" Type="http://schemas.openxmlformats.org/officeDocument/2006/relationships/image" Target="../media/image3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39.png"/><Relationship Id="rId18" Type="http://schemas.openxmlformats.org/officeDocument/2006/relationships/oleObject" Target="../embeddings/oleObject34.bin"/><Relationship Id="rId26" Type="http://schemas.openxmlformats.org/officeDocument/2006/relationships/oleObject" Target="../embeddings/oleObject38.bin"/><Relationship Id="rId3" Type="http://schemas.openxmlformats.org/officeDocument/2006/relationships/oleObject" Target="../embeddings/oleObject28.bin"/><Relationship Id="rId21" Type="http://schemas.openxmlformats.org/officeDocument/2006/relationships/image" Target="../media/image43.wmf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8.wmf"/><Relationship Id="rId17" Type="http://schemas.openxmlformats.org/officeDocument/2006/relationships/image" Target="../media/image41.wmf"/><Relationship Id="rId25" Type="http://schemas.openxmlformats.org/officeDocument/2006/relationships/image" Target="../media/image45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tags" Target="../tags/tag4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31.bin"/><Relationship Id="rId24" Type="http://schemas.openxmlformats.org/officeDocument/2006/relationships/oleObject" Target="../embeddings/oleObject37.bin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40.wmf"/><Relationship Id="rId23" Type="http://schemas.openxmlformats.org/officeDocument/2006/relationships/image" Target="../media/image44.wmf"/><Relationship Id="rId28" Type="http://schemas.openxmlformats.org/officeDocument/2006/relationships/oleObject" Target="../embeddings/oleObject39.bin"/><Relationship Id="rId10" Type="http://schemas.openxmlformats.org/officeDocument/2006/relationships/image" Target="../media/image37.wmf"/><Relationship Id="rId19" Type="http://schemas.openxmlformats.org/officeDocument/2006/relationships/image" Target="../media/image42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0.bin"/><Relationship Id="rId14" Type="http://schemas.openxmlformats.org/officeDocument/2006/relationships/oleObject" Target="../embeddings/oleObject32.bin"/><Relationship Id="rId22" Type="http://schemas.openxmlformats.org/officeDocument/2006/relationships/oleObject" Target="../embeddings/oleObject36.bin"/><Relationship Id="rId27" Type="http://schemas.openxmlformats.org/officeDocument/2006/relationships/image" Target="../media/image4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6.e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2.wmf"/><Relationship Id="rId20" Type="http://schemas.openxmlformats.org/officeDocument/2006/relationships/image" Target="../media/image53.wmf"/><Relationship Id="rId1" Type="http://schemas.openxmlformats.org/officeDocument/2006/relationships/tags" Target="../tags/tag5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3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oleObject" Target="../embeddings/oleObject48.bin"/><Relationship Id="rId28" Type="http://schemas.openxmlformats.org/officeDocument/2006/relationships/image" Target="../media/image57.wmf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51.w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5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tags" Target="../tags/tag6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7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73.wmf"/><Relationship Id="rId3" Type="http://schemas.openxmlformats.org/officeDocument/2006/relationships/oleObject" Target="../embeddings/oleObject18.bin"/><Relationship Id="rId21" Type="http://schemas.openxmlformats.org/officeDocument/2006/relationships/image" Target="../media/image75.emf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2.wmf"/><Relationship Id="rId20" Type="http://schemas.openxmlformats.org/officeDocument/2006/relationships/oleObject" Target="../embeddings/oleObject67.bin"/><Relationship Id="rId1" Type="http://schemas.openxmlformats.org/officeDocument/2006/relationships/tags" Target="../tags/tag7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69.wmf"/><Relationship Id="rId19" Type="http://schemas.openxmlformats.org/officeDocument/2006/relationships/image" Target="../media/image74.png"/><Relationship Id="rId4" Type="http://schemas.openxmlformats.org/officeDocument/2006/relationships/image" Target="../media/image23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7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8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1" Type="http://schemas.openxmlformats.org/officeDocument/2006/relationships/tags" Target="../tags/tag8.x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8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8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93.w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8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tags" Target="../tags/tag10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87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91.wmf"/><Relationship Id="rId22" Type="http://schemas.openxmlformats.org/officeDocument/2006/relationships/image" Target="../media/image9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92.bin"/><Relationship Id="rId18" Type="http://schemas.openxmlformats.org/officeDocument/2006/relationships/oleObject" Target="../embeddings/oleObject94.bin"/><Relationship Id="rId26" Type="http://schemas.openxmlformats.org/officeDocument/2006/relationships/oleObject" Target="../embeddings/oleObject98.bin"/><Relationship Id="rId3" Type="http://schemas.openxmlformats.org/officeDocument/2006/relationships/oleObject" Target="../embeddings/oleObject88.bin"/><Relationship Id="rId21" Type="http://schemas.openxmlformats.org/officeDocument/2006/relationships/image" Target="../media/image104.wmf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9.wmf"/><Relationship Id="rId17" Type="http://schemas.openxmlformats.org/officeDocument/2006/relationships/image" Target="../media/image102.wmf"/><Relationship Id="rId25" Type="http://schemas.openxmlformats.org/officeDocument/2006/relationships/image" Target="../media/image106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95.bin"/><Relationship Id="rId29" Type="http://schemas.openxmlformats.org/officeDocument/2006/relationships/image" Target="../media/image95.emf"/><Relationship Id="rId1" Type="http://schemas.openxmlformats.org/officeDocument/2006/relationships/tags" Target="../tags/tag11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91.bin"/><Relationship Id="rId24" Type="http://schemas.openxmlformats.org/officeDocument/2006/relationships/oleObject" Target="../embeddings/oleObject97.bin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101.png"/><Relationship Id="rId23" Type="http://schemas.openxmlformats.org/officeDocument/2006/relationships/image" Target="../media/image105.wmf"/><Relationship Id="rId28" Type="http://schemas.openxmlformats.org/officeDocument/2006/relationships/oleObject" Target="../embeddings/oleObject87.bin"/><Relationship Id="rId10" Type="http://schemas.openxmlformats.org/officeDocument/2006/relationships/image" Target="../media/image98.wmf"/><Relationship Id="rId19" Type="http://schemas.openxmlformats.org/officeDocument/2006/relationships/image" Target="../media/image103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100.wmf"/><Relationship Id="rId22" Type="http://schemas.openxmlformats.org/officeDocument/2006/relationships/oleObject" Target="../embeddings/oleObject96.bin"/><Relationship Id="rId27" Type="http://schemas.openxmlformats.org/officeDocument/2006/relationships/image" Target="../media/image10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0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4.wmf"/><Relationship Id="rId20" Type="http://schemas.openxmlformats.org/officeDocument/2006/relationships/image" Target="../media/image116.wmf"/><Relationship Id="rId1" Type="http://schemas.openxmlformats.org/officeDocument/2006/relationships/tags" Target="../tags/tag12.x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23.wmf"/><Relationship Id="rId26" Type="http://schemas.openxmlformats.org/officeDocument/2006/relationships/image" Target="../media/image127.wmf"/><Relationship Id="rId3" Type="http://schemas.openxmlformats.org/officeDocument/2006/relationships/oleObject" Target="../embeddings/oleObject108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14.bin"/><Relationship Id="rId25" Type="http://schemas.openxmlformats.org/officeDocument/2006/relationships/oleObject" Target="../embeddings/oleObject11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2.wmf"/><Relationship Id="rId20" Type="http://schemas.openxmlformats.org/officeDocument/2006/relationships/image" Target="../media/image124.wmf"/><Relationship Id="rId29" Type="http://schemas.openxmlformats.org/officeDocument/2006/relationships/oleObject" Target="../embeddings/oleObject120.bin"/><Relationship Id="rId1" Type="http://schemas.openxmlformats.org/officeDocument/2006/relationships/tags" Target="../tags/tag13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26.wmf"/><Relationship Id="rId32" Type="http://schemas.openxmlformats.org/officeDocument/2006/relationships/image" Target="../media/image95.emf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28" Type="http://schemas.openxmlformats.org/officeDocument/2006/relationships/image" Target="../media/image128.wmf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15.bin"/><Relationship Id="rId31" Type="http://schemas.openxmlformats.org/officeDocument/2006/relationships/oleObject" Target="../embeddings/oleObject87.bin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21.wmf"/><Relationship Id="rId22" Type="http://schemas.openxmlformats.org/officeDocument/2006/relationships/image" Target="../media/image125.wmf"/><Relationship Id="rId27" Type="http://schemas.openxmlformats.org/officeDocument/2006/relationships/oleObject" Target="../embeddings/oleObject119.bin"/><Relationship Id="rId30" Type="http://schemas.openxmlformats.org/officeDocument/2006/relationships/image" Target="../media/image12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6.wmf"/><Relationship Id="rId3" Type="http://schemas.openxmlformats.org/officeDocument/2006/relationships/oleObject" Target="../embeddings/oleObject121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27.bin"/><Relationship Id="rId25" Type="http://schemas.openxmlformats.org/officeDocument/2006/relationships/image" Target="../media/image95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5.wmf"/><Relationship Id="rId20" Type="http://schemas.openxmlformats.org/officeDocument/2006/relationships/image" Target="../media/image137.wmf"/><Relationship Id="rId1" Type="http://schemas.openxmlformats.org/officeDocument/2006/relationships/tags" Target="../tags/tag14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24.bin"/><Relationship Id="rId24" Type="http://schemas.openxmlformats.org/officeDocument/2006/relationships/oleObject" Target="../embeddings/oleObject87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126.bin"/><Relationship Id="rId23" Type="http://schemas.openxmlformats.org/officeDocument/2006/relationships/image" Target="../media/image139.png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4.wmf"/><Relationship Id="rId22" Type="http://schemas.openxmlformats.org/officeDocument/2006/relationships/image" Target="../media/image13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87.bin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134.bin"/><Relationship Id="rId25" Type="http://schemas.openxmlformats.org/officeDocument/2006/relationships/image" Target="../media/image148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1" Type="http://schemas.openxmlformats.org/officeDocument/2006/relationships/tags" Target="../tags/tag15.x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25.bin"/><Relationship Id="rId24" Type="http://schemas.openxmlformats.org/officeDocument/2006/relationships/image" Target="../media/image147.wmf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10" Type="http://schemas.openxmlformats.org/officeDocument/2006/relationships/image" Target="../media/image142.w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35.wmf"/><Relationship Id="rId22" Type="http://schemas.openxmlformats.org/officeDocument/2006/relationships/image" Target="../media/image146.wmf"/><Relationship Id="rId27" Type="http://schemas.openxmlformats.org/officeDocument/2006/relationships/image" Target="../media/image95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28" y="3034126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第三章 复变函数的积分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8CC3B8-72F0-716F-320C-886F99ABC03F}"/>
              </a:ext>
            </a:extLst>
          </p:cNvPr>
          <p:cNvSpPr txBox="1"/>
          <p:nvPr/>
        </p:nvSpPr>
        <p:spPr>
          <a:xfrm>
            <a:off x="3903077" y="3869981"/>
            <a:ext cx="4541315" cy="11046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3.3 Cauchy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积分公式及其推论</a:t>
            </a:r>
          </a:p>
        </p:txBody>
      </p:sp>
    </p:spTree>
    <p:extLst>
      <p:ext uri="{BB962C8B-B14F-4D97-AF65-F5344CB8AC3E}">
        <p14:creationId xmlns:p14="http://schemas.microsoft.com/office/powerpoint/2010/main" val="18264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06413" y="3302000"/>
          <a:ext cx="73882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320" imgH="241200" progId="Equation.DSMT4">
                  <p:embed/>
                </p:oleObj>
              </mc:Choice>
              <mc:Fallback>
                <p:oleObj name="Equation" r:id="rId3" imgW="3073320" imgH="241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3302000"/>
                        <a:ext cx="738822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820" descr="浅色上对角线"/>
          <p:cNvSpPr>
            <a:spLocks noChangeArrowheads="1"/>
          </p:cNvSpPr>
          <p:nvPr/>
        </p:nvSpPr>
        <p:spPr bwMode="auto">
          <a:xfrm>
            <a:off x="8812596" y="2426208"/>
            <a:ext cx="2971800" cy="2133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Freeform 6836"/>
          <p:cNvSpPr/>
          <p:nvPr/>
        </p:nvSpPr>
        <p:spPr bwMode="auto">
          <a:xfrm>
            <a:off x="9104696" y="2680208"/>
            <a:ext cx="2565400" cy="1778000"/>
          </a:xfrm>
          <a:custGeom>
            <a:avLst/>
            <a:gdLst>
              <a:gd name="T0" fmla="*/ 8 w 1616"/>
              <a:gd name="T1" fmla="*/ 512 h 1120"/>
              <a:gd name="T2" fmla="*/ 248 w 1616"/>
              <a:gd name="T3" fmla="*/ 80 h 1120"/>
              <a:gd name="T4" fmla="*/ 584 w 1616"/>
              <a:gd name="T5" fmla="*/ 32 h 1120"/>
              <a:gd name="T6" fmla="*/ 1160 w 1616"/>
              <a:gd name="T7" fmla="*/ 80 h 1120"/>
              <a:gd name="T8" fmla="*/ 1544 w 1616"/>
              <a:gd name="T9" fmla="*/ 272 h 1120"/>
              <a:gd name="T10" fmla="*/ 1592 w 1616"/>
              <a:gd name="T11" fmla="*/ 608 h 1120"/>
              <a:gd name="T12" fmla="*/ 1496 w 1616"/>
              <a:gd name="T13" fmla="*/ 944 h 1120"/>
              <a:gd name="T14" fmla="*/ 1064 w 1616"/>
              <a:gd name="T15" fmla="*/ 1088 h 1120"/>
              <a:gd name="T16" fmla="*/ 824 w 1616"/>
              <a:gd name="T17" fmla="*/ 752 h 1120"/>
              <a:gd name="T18" fmla="*/ 296 w 1616"/>
              <a:gd name="T19" fmla="*/ 800 h 1120"/>
              <a:gd name="T20" fmla="*/ 8 w 1616"/>
              <a:gd name="T21" fmla="*/ 512 h 1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6" h="1120">
                <a:moveTo>
                  <a:pt x="8" y="512"/>
                </a:moveTo>
                <a:cubicBezTo>
                  <a:pt x="0" y="392"/>
                  <a:pt x="152" y="160"/>
                  <a:pt x="248" y="80"/>
                </a:cubicBezTo>
                <a:cubicBezTo>
                  <a:pt x="344" y="0"/>
                  <a:pt x="432" y="32"/>
                  <a:pt x="584" y="32"/>
                </a:cubicBezTo>
                <a:cubicBezTo>
                  <a:pt x="736" y="32"/>
                  <a:pt x="1000" y="40"/>
                  <a:pt x="1160" y="80"/>
                </a:cubicBezTo>
                <a:cubicBezTo>
                  <a:pt x="1320" y="120"/>
                  <a:pt x="1472" y="184"/>
                  <a:pt x="1544" y="272"/>
                </a:cubicBezTo>
                <a:cubicBezTo>
                  <a:pt x="1616" y="360"/>
                  <a:pt x="1600" y="496"/>
                  <a:pt x="1592" y="608"/>
                </a:cubicBezTo>
                <a:cubicBezTo>
                  <a:pt x="1584" y="720"/>
                  <a:pt x="1584" y="864"/>
                  <a:pt x="1496" y="944"/>
                </a:cubicBezTo>
                <a:cubicBezTo>
                  <a:pt x="1408" y="1024"/>
                  <a:pt x="1176" y="1120"/>
                  <a:pt x="1064" y="1088"/>
                </a:cubicBezTo>
                <a:cubicBezTo>
                  <a:pt x="952" y="1056"/>
                  <a:pt x="952" y="800"/>
                  <a:pt x="824" y="752"/>
                </a:cubicBezTo>
                <a:cubicBezTo>
                  <a:pt x="696" y="704"/>
                  <a:pt x="432" y="848"/>
                  <a:pt x="296" y="800"/>
                </a:cubicBezTo>
                <a:cubicBezTo>
                  <a:pt x="160" y="752"/>
                  <a:pt x="16" y="632"/>
                  <a:pt x="8" y="512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6826"/>
          <p:cNvGraphicFramePr>
            <a:graphicFrameLocks noChangeAspect="1"/>
          </p:cNvGraphicFramePr>
          <p:nvPr/>
        </p:nvGraphicFramePr>
        <p:xfrm>
          <a:off x="11068434" y="3188208"/>
          <a:ext cx="24923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7500" imgH="292100" progId="Equation.3">
                  <p:embed/>
                </p:oleObj>
              </mc:Choice>
              <mc:Fallback>
                <p:oleObj name="Equation" r:id="rId5" imgW="317500" imgH="292100" progId="Equation.3">
                  <p:embed/>
                  <p:pic>
                    <p:nvPicPr>
                      <p:cNvPr id="20" name="Object 68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8434" y="3188208"/>
                        <a:ext cx="249238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Line 6857"/>
          <p:cNvSpPr>
            <a:spLocks noChangeShapeType="1"/>
          </p:cNvSpPr>
          <p:nvPr/>
        </p:nvSpPr>
        <p:spPr bwMode="auto">
          <a:xfrm>
            <a:off x="9104696" y="3416808"/>
            <a:ext cx="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" name="Object 6828"/>
          <p:cNvGraphicFramePr>
            <a:graphicFrameLocks noChangeAspect="1"/>
          </p:cNvGraphicFramePr>
          <p:nvPr/>
        </p:nvGraphicFramePr>
        <p:xfrm>
          <a:off x="8738360" y="3400139"/>
          <a:ext cx="30797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177480" progId="Equation.DSMT4">
                  <p:embed/>
                </p:oleObj>
              </mc:Choice>
              <mc:Fallback>
                <p:oleObj name="Equation" r:id="rId7" imgW="164880" imgH="177480" progId="Equation.DSMT4">
                  <p:embed/>
                  <p:pic>
                    <p:nvPicPr>
                      <p:cNvPr id="24" name="Object 68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8360" y="3400139"/>
                        <a:ext cx="30797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D0D83B-EBAF-F6B6-C7C5-7A321D2F0CE9}"/>
              </a:ext>
            </a:extLst>
          </p:cNvPr>
          <p:cNvSpPr txBox="1"/>
          <p:nvPr/>
        </p:nvSpPr>
        <p:spPr>
          <a:xfrm>
            <a:off x="6471172" y="121196"/>
            <a:ext cx="5198924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§3.3（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节选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Cauchy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积分公式</a:t>
            </a:r>
            <a:endParaRPr kumimoji="0" lang="en-US" altLang="zh-CN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440BA1-6CEB-AA0C-DCE4-2BEA90F3CF64}"/>
              </a:ext>
            </a:extLst>
          </p:cNvPr>
          <p:cNvSpPr txBox="1"/>
          <p:nvPr/>
        </p:nvSpPr>
        <p:spPr>
          <a:xfrm>
            <a:off x="405036" y="238232"/>
            <a:ext cx="4266678" cy="410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8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Cauchy </a:t>
            </a:r>
            <a:r>
              <a:rPr lang="zh-CN" alt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积分公式的内容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7E5106-C2FE-237A-D130-3983033C8DF8}"/>
              </a:ext>
            </a:extLst>
          </p:cNvPr>
          <p:cNvSpPr txBox="1"/>
          <p:nvPr/>
        </p:nvSpPr>
        <p:spPr>
          <a:xfrm>
            <a:off x="676276" y="1843956"/>
            <a:ext cx="4375565" cy="54004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定理 </a:t>
            </a:r>
            <a:r>
              <a:rPr lang="en-US" altLang="zh-CN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3.11（Cauchy </a:t>
            </a:r>
            <a:r>
              <a:rPr lang="zh-CN" altLang="en-US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积分公式</a:t>
            </a:r>
            <a:r>
              <a:rPr lang="en-US" altLang="zh-CN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4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250101D-DFE1-1CEA-A6A2-120138459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2334" y="3116771"/>
          <a:ext cx="535043" cy="53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9205" imgH="300074" progId="Equation.DSMT4">
                  <p:embed/>
                </p:oleObj>
              </mc:Choice>
              <mc:Fallback>
                <p:oleObj name="Equation" r:id="rId9" imgW="299205" imgH="300074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250101D-DFE1-1CEA-A6A2-1201384593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42334" y="3116771"/>
                        <a:ext cx="535043" cy="53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26F8409-4655-BE40-2BEE-3B053DAA2B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7126" y="2754553"/>
          <a:ext cx="676751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81000" imgH="203040" progId="Equation.DSMT4">
                  <p:embed/>
                </p:oleObj>
              </mc:Choice>
              <mc:Fallback>
                <p:oleObj name="Equation" r:id="rId11" imgW="278100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26F8409-4655-BE40-2BEE-3B053DAA2B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27126" y="2754553"/>
                        <a:ext cx="6767512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058E799-391A-19E9-5793-C088E0E9E6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513578"/>
              </p:ext>
            </p:extLst>
          </p:nvPr>
        </p:nvGraphicFramePr>
        <p:xfrm>
          <a:off x="2251075" y="4624388"/>
          <a:ext cx="363220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3880" imgH="444240" progId="Equation.DSMT4">
                  <p:embed/>
                </p:oleObj>
              </mc:Choice>
              <mc:Fallback>
                <p:oleObj name="Equation" r:id="rId13" imgW="1523880" imgH="4442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058E799-391A-19E9-5793-C088E0E9E6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51075" y="4624388"/>
                        <a:ext cx="3632200" cy="1058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B800FE9-B339-CD5A-6CC0-ED87056A5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596" y="3990434"/>
          <a:ext cx="3834201" cy="550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87240" imgH="228600" progId="Equation.DSMT4">
                  <p:embed/>
                </p:oleObj>
              </mc:Choice>
              <mc:Fallback>
                <p:oleObj name="Equation" r:id="rId15" imgW="1587240" imgH="228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B800FE9-B339-CD5A-6CC0-ED87056A5E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4596" y="3990434"/>
                        <a:ext cx="3834201" cy="550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B7E3665-CFBD-D9D1-84AC-8617BE9A2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62606"/>
              </p:ext>
            </p:extLst>
          </p:nvPr>
        </p:nvGraphicFramePr>
        <p:xfrm>
          <a:off x="504596" y="5725944"/>
          <a:ext cx="2543404" cy="509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29694" imgH="266523" progId="Equation.DSMT4">
                  <p:embed/>
                </p:oleObj>
              </mc:Choice>
              <mc:Fallback>
                <p:oleObj name="Equation" r:id="rId17" imgW="1329694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4596" y="5725944"/>
                        <a:ext cx="2543404" cy="509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904308"/>
              </p:ext>
            </p:extLst>
          </p:nvPr>
        </p:nvGraphicFramePr>
        <p:xfrm>
          <a:off x="687388" y="1266825"/>
          <a:ext cx="49545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215640" progId="Equation.DSMT4">
                  <p:embed/>
                </p:oleObj>
              </mc:Choice>
              <mc:Fallback>
                <p:oleObj name="Equation" r:id="rId3" imgW="2361960" imgH="215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1266825"/>
                        <a:ext cx="49545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975350" y="992188"/>
          <a:ext cx="3175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85720" imgH="444240" progId="Equation.DSMT4">
                  <p:embed/>
                </p:oleObj>
              </mc:Choice>
              <mc:Fallback>
                <p:oleObj name="Equation" r:id="rId5" imgW="1485720" imgH="4442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992188"/>
                        <a:ext cx="3175000" cy="965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87388" y="4062240"/>
          <a:ext cx="7189359" cy="440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92360" imgH="215640" progId="Equation.DSMT4">
                  <p:embed/>
                </p:oleObj>
              </mc:Choice>
              <mc:Fallback>
                <p:oleObj name="Equation" r:id="rId7" imgW="3492360" imgH="2156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062240"/>
                        <a:ext cx="7189359" cy="440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2344" y="1794225"/>
            <a:ext cx="2895851" cy="1950889"/>
          </a:xfrm>
          <a:prstGeom prst="rect">
            <a:avLst/>
          </a:prstGeom>
        </p:spPr>
      </p:pic>
      <p:graphicFrame>
        <p:nvGraphicFramePr>
          <p:cNvPr id="36" name="Object 29"/>
          <p:cNvGraphicFramePr/>
          <p:nvPr>
            <p:extLst>
              <p:ext uri="{D42A27DB-BD31-4B8C-83A1-F6EECF244321}">
                <p14:modId xmlns:p14="http://schemas.microsoft.com/office/powerpoint/2010/main" val="215362691"/>
              </p:ext>
            </p:extLst>
          </p:nvPr>
        </p:nvGraphicFramePr>
        <p:xfrm>
          <a:off x="3658336" y="5224895"/>
          <a:ext cx="27670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040" imgH="431640" progId="Equation.DSMT4">
                  <p:embed/>
                </p:oleObj>
              </mc:Choice>
              <mc:Fallback>
                <p:oleObj name="Equation" r:id="rId10" imgW="1562040" imgH="431640" progId="Equation.DSMT4">
                  <p:embed/>
                  <p:pic>
                    <p:nvPicPr>
                      <p:cNvPr id="36" name="Object 2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8336" y="5224895"/>
                        <a:ext cx="27670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0"/>
          <p:cNvGraphicFramePr/>
          <p:nvPr>
            <p:extLst>
              <p:ext uri="{D42A27DB-BD31-4B8C-83A1-F6EECF244321}">
                <p14:modId xmlns:p14="http://schemas.microsoft.com/office/powerpoint/2010/main" val="3693603211"/>
              </p:ext>
            </p:extLst>
          </p:nvPr>
        </p:nvGraphicFramePr>
        <p:xfrm>
          <a:off x="6511106" y="5433651"/>
          <a:ext cx="10858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3920" imgH="228600" progId="Equation.DSMT4">
                  <p:embed/>
                </p:oleObj>
              </mc:Choice>
              <mc:Fallback>
                <p:oleObj name="Equation" r:id="rId12" imgW="583920" imgH="228600" progId="Equation.DSMT4">
                  <p:embed/>
                  <p:pic>
                    <p:nvPicPr>
                      <p:cNvPr id="37" name="Object 4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106" y="5433651"/>
                        <a:ext cx="108585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内容占位符 3">
            <a:extLst>
              <a:ext uri="{FF2B5EF4-FFF2-40B4-BE49-F238E27FC236}">
                <a16:creationId xmlns:a16="http://schemas.microsoft.com/office/drawing/2014/main" id="{2B9F0A39-3509-8912-DDB2-FBF34585E02E}"/>
              </a:ext>
            </a:extLst>
          </p:cNvPr>
          <p:cNvSpPr txBox="1"/>
          <p:nvPr/>
        </p:nvSpPr>
        <p:spPr>
          <a:xfrm>
            <a:off x="6512511" y="147832"/>
            <a:ext cx="5198924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§3.3（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节选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Cauchy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积分公式</a:t>
            </a:r>
            <a:endParaRPr kumimoji="0" lang="en-US" altLang="zh-CN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662D7A-B554-4777-D13B-83DD1892AA54}"/>
              </a:ext>
            </a:extLst>
          </p:cNvPr>
          <p:cNvSpPr txBox="1"/>
          <p:nvPr/>
        </p:nvSpPr>
        <p:spPr>
          <a:xfrm>
            <a:off x="480565" y="250317"/>
            <a:ext cx="1810389" cy="410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几点说明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66AF43-5B3B-BEAC-E0C5-D5394EB0C6CB}"/>
              </a:ext>
            </a:extLst>
          </p:cNvPr>
          <p:cNvSpPr txBox="1"/>
          <p:nvPr/>
        </p:nvSpPr>
        <p:spPr>
          <a:xfrm>
            <a:off x="607553" y="2260202"/>
            <a:ext cx="8131411" cy="144035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5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被积函数           的分子         是</a:t>
            </a:r>
            <a:r>
              <a:rPr lang="zh-CN" altLang="en-US" sz="25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</a:t>
            </a:r>
            <a:r>
              <a:rPr lang="zh-CN" altLang="en-US" sz="25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，分母是 </a:t>
            </a:r>
            <a:r>
              <a:rPr lang="en-US" altLang="zh-CN" sz="2500" b="1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5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的一次因式，则    是被积函数在积分曲线内部的</a:t>
            </a:r>
            <a:r>
              <a:rPr lang="zh-CN" altLang="en-US" sz="25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唯一奇点     </a:t>
            </a:r>
            <a:r>
              <a:rPr lang="en-US" altLang="zh-CN" sz="25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 </a:t>
            </a:r>
            <a:endParaRPr lang="zh-CN" altLang="en-US" sz="2500" b="1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3F2228E-CA5C-FD9E-F8D4-86564D53ED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402076"/>
              </p:ext>
            </p:extLst>
          </p:nvPr>
        </p:nvGraphicFramePr>
        <p:xfrm>
          <a:off x="687388" y="4502330"/>
          <a:ext cx="100679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736880" imgH="241200" progId="Equation.DSMT4">
                  <p:embed/>
                </p:oleObj>
              </mc:Choice>
              <mc:Fallback>
                <p:oleObj name="Equation" r:id="rId14" imgW="4736880" imgH="241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3F2228E-CA5C-FD9E-F8D4-86564D53ED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7388" y="4502330"/>
                        <a:ext cx="100679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401DE5E-2E9B-9210-058F-BF206FF6D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3575" y="1904715"/>
          <a:ext cx="863823" cy="919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080" imgH="431640" progId="Equation.DSMT4">
                  <p:embed/>
                </p:oleObj>
              </mc:Choice>
              <mc:Fallback>
                <p:oleObj name="Equation" r:id="rId16" imgW="406080" imgH="4316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401DE5E-2E9B-9210-058F-BF206FF6D2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03575" y="1904715"/>
                        <a:ext cx="863823" cy="919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0B15890-D26B-DDCF-6A8E-E968B86790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8999" y="2343539"/>
          <a:ext cx="722558" cy="428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2720" imgH="203040" progId="Equation.DSMT4">
                  <p:embed/>
                </p:oleObj>
              </mc:Choice>
              <mc:Fallback>
                <p:oleObj name="Equation" r:id="rId18" imgW="34272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0B15890-D26B-DDCF-6A8E-E968B86790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18999" y="2343539"/>
                        <a:ext cx="722558" cy="4281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9E09F9B-0F27-F746-51F3-CC8FD4B37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194573"/>
              </p:ext>
            </p:extLst>
          </p:nvPr>
        </p:nvGraphicFramePr>
        <p:xfrm>
          <a:off x="2303575" y="2727668"/>
          <a:ext cx="364469" cy="505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880" imgH="228600" progId="Equation.DSMT4">
                  <p:embed/>
                </p:oleObj>
              </mc:Choice>
              <mc:Fallback>
                <p:oleObj name="Equation" r:id="rId20" imgW="16488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9E09F9B-0F27-F746-51F3-CC8FD4B37D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303575" y="2727668"/>
                        <a:ext cx="364469" cy="505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36791" y="2817971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876800" progId="Equation.DSMT4">
                  <p:embed/>
                </p:oleObj>
              </mc:Choice>
              <mc:Fallback>
                <p:oleObj name="Equation" r:id="rId3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91" y="2817971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76263" y="1361653"/>
          <a:ext cx="571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572000" progId="Equation.DSMT4">
                  <p:embed/>
                </p:oleObj>
              </mc:Choice>
              <mc:Fallback>
                <p:oleObj name="Equation" r:id="rId3" imgW="60960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1361653"/>
                        <a:ext cx="5715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268648" y="1176546"/>
          <a:ext cx="7213600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54200" imgH="647640" progId="Equation.DSMT4">
                  <p:embed/>
                </p:oleObj>
              </mc:Choice>
              <mc:Fallback>
                <p:oleObj name="Equation" r:id="rId6" imgW="3454200" imgH="6476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648" y="1176546"/>
                        <a:ext cx="7213600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0405" y="787163"/>
            <a:ext cx="2548349" cy="1688738"/>
          </a:xfrm>
          <a:prstGeom prst="rect">
            <a:avLst/>
          </a:prstGeom>
        </p:spPr>
      </p:pic>
      <p:grpSp>
        <p:nvGrpSpPr>
          <p:cNvPr id="93" name="Group 73"/>
          <p:cNvGrpSpPr/>
          <p:nvPr/>
        </p:nvGrpSpPr>
        <p:grpSpPr bwMode="auto">
          <a:xfrm>
            <a:off x="2900884" y="2769552"/>
            <a:ext cx="4803775" cy="703263"/>
            <a:chOff x="1608" y="1404"/>
            <a:chExt cx="3026" cy="443"/>
          </a:xfrm>
        </p:grpSpPr>
        <p:sp>
          <p:nvSpPr>
            <p:cNvPr id="94" name="Rectangle 68"/>
            <p:cNvSpPr>
              <a:spLocks noChangeArrowheads="1"/>
            </p:cNvSpPr>
            <p:nvPr/>
          </p:nvSpPr>
          <p:spPr bwMode="auto">
            <a:xfrm>
              <a:off x="2993" y="1583"/>
              <a:ext cx="1404" cy="2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Rectangle 65"/>
            <p:cNvSpPr>
              <a:spLocks noChangeArrowheads="1"/>
            </p:cNvSpPr>
            <p:nvPr/>
          </p:nvSpPr>
          <p:spPr bwMode="auto">
            <a:xfrm>
              <a:off x="1608" y="1404"/>
              <a:ext cx="408" cy="168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Rectangle 66"/>
            <p:cNvSpPr>
              <a:spLocks noChangeArrowheads="1"/>
            </p:cNvSpPr>
            <p:nvPr/>
          </p:nvSpPr>
          <p:spPr bwMode="auto">
            <a:xfrm>
              <a:off x="2949" y="1559"/>
              <a:ext cx="16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在            上解析</a:t>
              </a:r>
            </a:p>
          </p:txBody>
        </p:sp>
        <p:graphicFrame>
          <p:nvGraphicFramePr>
            <p:cNvPr id="97" name="Object 67"/>
            <p:cNvGraphicFramePr/>
            <p:nvPr/>
          </p:nvGraphicFramePr>
          <p:xfrm>
            <a:off x="3273" y="1612"/>
            <a:ext cx="48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16000" imgH="457200" progId="Equation.3">
                    <p:embed/>
                  </p:oleObj>
                </mc:Choice>
                <mc:Fallback>
                  <p:oleObj name="公式" r:id="rId9" imgW="1016000" imgH="457200" progId="Equation.3">
                    <p:embed/>
                    <p:pic>
                      <p:nvPicPr>
                        <p:cNvPr id="97" name="Object 6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" y="1612"/>
                          <a:ext cx="480" cy="2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Arc 69"/>
            <p:cNvSpPr/>
            <p:nvPr/>
          </p:nvSpPr>
          <p:spPr bwMode="auto">
            <a:xfrm>
              <a:off x="2013" y="1410"/>
              <a:ext cx="983" cy="210"/>
            </a:xfrm>
            <a:custGeom>
              <a:avLst/>
              <a:gdLst>
                <a:gd name="G0" fmla="+- 1762 0 0"/>
                <a:gd name="G1" fmla="+- 21600 0 0"/>
                <a:gd name="G2" fmla="+- 21600 0 0"/>
                <a:gd name="T0" fmla="*/ 0 w 22987"/>
                <a:gd name="T1" fmla="*/ 72 h 21600"/>
                <a:gd name="T2" fmla="*/ 22987 w 22987"/>
                <a:gd name="T3" fmla="*/ 17591 h 21600"/>
                <a:gd name="T4" fmla="*/ 1762 w 2298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987" h="21600" fill="none" extrusionOk="0">
                  <a:moveTo>
                    <a:pt x="-1" y="71"/>
                  </a:moveTo>
                  <a:cubicBezTo>
                    <a:pt x="586" y="24"/>
                    <a:pt x="1173" y="0"/>
                    <a:pt x="1762" y="0"/>
                  </a:cubicBezTo>
                  <a:cubicBezTo>
                    <a:pt x="12145" y="0"/>
                    <a:pt x="21059" y="7388"/>
                    <a:pt x="22986" y="17591"/>
                  </a:cubicBezTo>
                </a:path>
                <a:path w="22987" h="21600" stroke="0" extrusionOk="0">
                  <a:moveTo>
                    <a:pt x="-1" y="71"/>
                  </a:moveTo>
                  <a:cubicBezTo>
                    <a:pt x="586" y="24"/>
                    <a:pt x="1173" y="0"/>
                    <a:pt x="1762" y="0"/>
                  </a:cubicBezTo>
                  <a:cubicBezTo>
                    <a:pt x="12145" y="0"/>
                    <a:pt x="21059" y="7388"/>
                    <a:pt x="22986" y="17591"/>
                  </a:cubicBezTo>
                  <a:lnTo>
                    <a:pt x="1762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9" name="Group 72"/>
          <p:cNvGrpSpPr/>
          <p:nvPr/>
        </p:nvGrpSpPr>
        <p:grpSpPr bwMode="auto">
          <a:xfrm>
            <a:off x="1433293" y="2667159"/>
            <a:ext cx="2462213" cy="792162"/>
            <a:chOff x="651" y="1347"/>
            <a:chExt cx="1551" cy="499"/>
          </a:xfrm>
        </p:grpSpPr>
        <p:sp>
          <p:nvSpPr>
            <p:cNvPr id="100" name="Text Box 2"/>
            <p:cNvSpPr txBox="1">
              <a:spLocks noChangeArrowheads="1"/>
            </p:cNvSpPr>
            <p:nvPr/>
          </p:nvSpPr>
          <p:spPr bwMode="auto">
            <a:xfrm>
              <a:off x="651" y="1433"/>
              <a:ext cx="5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(1)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2" name="Object 51"/>
            <p:cNvGraphicFramePr/>
            <p:nvPr/>
          </p:nvGraphicFramePr>
          <p:xfrm>
            <a:off x="1013" y="1347"/>
            <a:ext cx="1189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41120" imgH="406080" progId="Equation.DSMT4">
                    <p:embed/>
                  </p:oleObj>
                </mc:Choice>
                <mc:Fallback>
                  <p:oleObj name="Equation" r:id="rId11" imgW="1041120" imgH="406080" progId="Equation.DSMT4">
                    <p:embed/>
                    <p:pic>
                      <p:nvPicPr>
                        <p:cNvPr id="102" name="Object 5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3" y="1347"/>
                          <a:ext cx="1189" cy="4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" name="Group 76"/>
          <p:cNvGrpSpPr/>
          <p:nvPr/>
        </p:nvGrpSpPr>
        <p:grpSpPr bwMode="auto">
          <a:xfrm>
            <a:off x="2445684" y="3674104"/>
            <a:ext cx="3635374" cy="738186"/>
            <a:chOff x="1058" y="1904"/>
            <a:chExt cx="2290" cy="465"/>
          </a:xfrm>
        </p:grpSpPr>
        <p:sp>
          <p:nvSpPr>
            <p:cNvPr id="104" name="Text Box 39"/>
            <p:cNvSpPr txBox="1">
              <a:spLocks noChangeArrowheads="1"/>
            </p:cNvSpPr>
            <p:nvPr/>
          </p:nvSpPr>
          <p:spPr bwMode="auto">
            <a:xfrm>
              <a:off x="1058" y="1921"/>
              <a:ext cx="12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Cauchy 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积分公式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5" name="Group 40"/>
            <p:cNvGrpSpPr/>
            <p:nvPr/>
          </p:nvGrpSpPr>
          <p:grpSpPr bwMode="auto">
            <a:xfrm>
              <a:off x="1164" y="2148"/>
              <a:ext cx="1050" cy="35"/>
              <a:chOff x="516" y="3264"/>
              <a:chExt cx="648" cy="35"/>
            </a:xfrm>
          </p:grpSpPr>
          <p:sp>
            <p:nvSpPr>
              <p:cNvPr id="107" name="Line 41"/>
              <p:cNvSpPr>
                <a:spLocks noChangeShapeType="1"/>
              </p:cNvSpPr>
              <p:nvPr/>
            </p:nvSpPr>
            <p:spPr bwMode="auto">
              <a:xfrm flipH="1">
                <a:off x="516" y="3264"/>
                <a:ext cx="6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8" name="Line 42"/>
              <p:cNvSpPr>
                <a:spLocks noChangeShapeType="1"/>
              </p:cNvSpPr>
              <p:nvPr/>
            </p:nvSpPr>
            <p:spPr bwMode="auto">
              <a:xfrm flipH="1">
                <a:off x="516" y="3299"/>
                <a:ext cx="6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106" name="Object 52"/>
            <p:cNvGraphicFramePr/>
            <p:nvPr/>
          </p:nvGraphicFramePr>
          <p:xfrm>
            <a:off x="2243" y="1904"/>
            <a:ext cx="1105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838080" imgH="330120" progId="Equation.DSMT4">
                    <p:embed/>
                  </p:oleObj>
                </mc:Choice>
                <mc:Fallback>
                  <p:oleObj name="Equation" r:id="rId13" imgW="838080" imgH="330120" progId="Equation.DSMT4">
                    <p:embed/>
                    <p:pic>
                      <p:nvPicPr>
                        <p:cNvPr id="106" name="Object 5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3" y="1904"/>
                          <a:ext cx="1105" cy="46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9" name="Object 53"/>
          <p:cNvGraphicFramePr/>
          <p:nvPr/>
        </p:nvGraphicFramePr>
        <p:xfrm>
          <a:off x="6039784" y="3849058"/>
          <a:ext cx="96243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57200" imgH="203040" progId="Equation.DSMT4">
                  <p:embed/>
                </p:oleObj>
              </mc:Choice>
              <mc:Fallback>
                <p:oleObj name="Equation" r:id="rId15" imgW="457200" imgH="203040" progId="Equation.DSMT4">
                  <p:embed/>
                  <p:pic>
                    <p:nvPicPr>
                      <p:cNvPr id="109" name="Object 5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784" y="3849058"/>
                        <a:ext cx="962433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Group 74"/>
          <p:cNvGrpSpPr/>
          <p:nvPr/>
        </p:nvGrpSpPr>
        <p:grpSpPr bwMode="auto">
          <a:xfrm>
            <a:off x="1516584" y="4526392"/>
            <a:ext cx="2667000" cy="792163"/>
            <a:chOff x="662" y="2495"/>
            <a:chExt cx="1680" cy="499"/>
          </a:xfrm>
        </p:grpSpPr>
        <p:sp>
          <p:nvSpPr>
            <p:cNvPr id="111" name="Text Box 54"/>
            <p:cNvSpPr txBox="1">
              <a:spLocks noChangeArrowheads="1"/>
            </p:cNvSpPr>
            <p:nvPr/>
          </p:nvSpPr>
          <p:spPr bwMode="auto">
            <a:xfrm>
              <a:off x="662" y="2578"/>
              <a:ext cx="5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(2)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2" name="Object 59"/>
            <p:cNvGraphicFramePr/>
            <p:nvPr/>
          </p:nvGraphicFramePr>
          <p:xfrm>
            <a:off x="991" y="2495"/>
            <a:ext cx="1351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054080" imgH="406080" progId="Equation.DSMT4">
                    <p:embed/>
                  </p:oleObj>
                </mc:Choice>
                <mc:Fallback>
                  <p:oleObj name="Equation" r:id="rId17" imgW="1054080" imgH="406080" progId="Equation.DSMT4">
                    <p:embed/>
                    <p:pic>
                      <p:nvPicPr>
                        <p:cNvPr id="112" name="Object 5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1" y="2495"/>
                          <a:ext cx="1351" cy="4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" name="Group 77"/>
          <p:cNvGrpSpPr/>
          <p:nvPr/>
        </p:nvGrpSpPr>
        <p:grpSpPr bwMode="auto">
          <a:xfrm>
            <a:off x="2296815" y="5539083"/>
            <a:ext cx="2117726" cy="584200"/>
            <a:chOff x="1107" y="3079"/>
            <a:chExt cx="1334" cy="368"/>
          </a:xfrm>
        </p:grpSpPr>
        <p:sp>
          <p:nvSpPr>
            <p:cNvPr id="114" name="Text Box 55"/>
            <p:cNvSpPr txBox="1">
              <a:spLocks noChangeArrowheads="1"/>
            </p:cNvSpPr>
            <p:nvPr/>
          </p:nvSpPr>
          <p:spPr bwMode="auto">
            <a:xfrm>
              <a:off x="1107" y="3079"/>
              <a:ext cx="124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 kern="0" dirty="0">
                  <a:solidFill>
                    <a:srgbClr val="005F9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Cauchy</a:t>
              </a:r>
              <a:r>
                <a:rPr lang="zh-CN" altLang="en-US" b="1" kern="0" dirty="0">
                  <a:solidFill>
                    <a:srgbClr val="005F9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积分定理</a:t>
              </a:r>
            </a:p>
          </p:txBody>
        </p:sp>
        <p:grpSp>
          <p:nvGrpSpPr>
            <p:cNvPr id="115" name="Group 56"/>
            <p:cNvGrpSpPr/>
            <p:nvPr/>
          </p:nvGrpSpPr>
          <p:grpSpPr bwMode="auto">
            <a:xfrm>
              <a:off x="1163" y="3305"/>
              <a:ext cx="1050" cy="35"/>
              <a:chOff x="516" y="3264"/>
              <a:chExt cx="648" cy="35"/>
            </a:xfrm>
          </p:grpSpPr>
          <p:sp>
            <p:nvSpPr>
              <p:cNvPr id="117" name="Line 57"/>
              <p:cNvSpPr>
                <a:spLocks noChangeShapeType="1"/>
              </p:cNvSpPr>
              <p:nvPr/>
            </p:nvSpPr>
            <p:spPr bwMode="auto">
              <a:xfrm flipH="1">
                <a:off x="516" y="3264"/>
                <a:ext cx="6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Line 58"/>
              <p:cNvSpPr>
                <a:spLocks noChangeShapeType="1"/>
              </p:cNvSpPr>
              <p:nvPr/>
            </p:nvSpPr>
            <p:spPr bwMode="auto">
              <a:xfrm flipH="1">
                <a:off x="516" y="3299"/>
                <a:ext cx="6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116" name="Object 60"/>
            <p:cNvGraphicFramePr/>
            <p:nvPr/>
          </p:nvGraphicFramePr>
          <p:xfrm>
            <a:off x="2257" y="3231"/>
            <a:ext cx="18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2100" imgH="342900" progId="Equation.3">
                    <p:embed/>
                  </p:oleObj>
                </mc:Choice>
                <mc:Fallback>
                  <p:oleObj name="公式" r:id="rId19" imgW="292100" imgH="342900" progId="Equation.3">
                    <p:embed/>
                    <p:pic>
                      <p:nvPicPr>
                        <p:cNvPr id="116" name="Object 6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7" y="3231"/>
                          <a:ext cx="184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9" name="Group 75"/>
          <p:cNvGrpSpPr/>
          <p:nvPr/>
        </p:nvGrpSpPr>
        <p:grpSpPr bwMode="auto">
          <a:xfrm>
            <a:off x="4268490" y="4597624"/>
            <a:ext cx="4824413" cy="738187"/>
            <a:chOff x="2414" y="2537"/>
            <a:chExt cx="3039" cy="465"/>
          </a:xfrm>
        </p:grpSpPr>
        <p:graphicFrame>
          <p:nvGraphicFramePr>
            <p:cNvPr id="120" name="Object 62"/>
            <p:cNvGraphicFramePr/>
            <p:nvPr/>
          </p:nvGraphicFramePr>
          <p:xfrm>
            <a:off x="2967" y="2537"/>
            <a:ext cx="48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016000" imgH="977900" progId="Equation.3">
                    <p:embed/>
                  </p:oleObj>
                </mc:Choice>
                <mc:Fallback>
                  <p:oleObj name="公式" r:id="rId21" imgW="1016000" imgH="977900" progId="Equation.3">
                    <p:embed/>
                    <p:pic>
                      <p:nvPicPr>
                        <p:cNvPr id="120" name="Object 6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7" y="2537"/>
                          <a:ext cx="480" cy="4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1" name="Text Box 63"/>
            <p:cNvSpPr txBox="1">
              <a:spLocks noChangeArrowheads="1"/>
            </p:cNvSpPr>
            <p:nvPr/>
          </p:nvSpPr>
          <p:spPr bwMode="auto">
            <a:xfrm>
              <a:off x="2414" y="2618"/>
              <a:ext cx="30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(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函数           在                 上解析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)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graphicFrame>
          <p:nvGraphicFramePr>
            <p:cNvPr id="122" name="Object 64"/>
            <p:cNvGraphicFramePr/>
            <p:nvPr/>
          </p:nvGraphicFramePr>
          <p:xfrm>
            <a:off x="3726" y="2663"/>
            <a:ext cx="752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587500" imgH="457200" progId="Equation.3">
                    <p:embed/>
                  </p:oleObj>
                </mc:Choice>
                <mc:Fallback>
                  <p:oleObj name="公式" r:id="rId23" imgW="1587500" imgH="457200" progId="Equation.3">
                    <p:embed/>
                    <p:pic>
                      <p:nvPicPr>
                        <p:cNvPr id="122" name="Object 6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6" y="2663"/>
                          <a:ext cx="752" cy="2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C6A2B89-4702-716B-EAFF-E3EB37A1F4CC}"/>
              </a:ext>
            </a:extLst>
          </p:cNvPr>
          <p:cNvSpPr txBox="1"/>
          <p:nvPr/>
        </p:nvSpPr>
        <p:spPr>
          <a:xfrm>
            <a:off x="6521000" y="141699"/>
            <a:ext cx="5198924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§3.3（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节选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Cauchy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积分公式</a:t>
            </a:r>
            <a:endParaRPr kumimoji="0" lang="en-US" altLang="zh-CN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8DBC6E-EC9E-7621-F5E2-B9B081948539}"/>
              </a:ext>
            </a:extLst>
          </p:cNvPr>
          <p:cNvSpPr txBox="1"/>
          <p:nvPr/>
        </p:nvSpPr>
        <p:spPr>
          <a:xfrm>
            <a:off x="442018" y="248529"/>
            <a:ext cx="1087000" cy="410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应用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360801" y="1893634"/>
          <a:ext cx="21431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0" imgH="5181600" progId="Equation.DSMT4">
                  <p:embed/>
                </p:oleObj>
              </mc:Choice>
              <mc:Fallback>
                <p:oleObj name="Equation" r:id="rId3" imgW="22860000" imgH="5181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801" y="1893634"/>
                        <a:ext cx="21431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16928" y="1881750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0" imgH="4876800" progId="Equation.DSMT4">
                  <p:embed/>
                </p:oleObj>
              </mc:Choice>
              <mc:Fallback>
                <p:oleObj name="Equation" r:id="rId5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28" y="1881750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527177" y="1887474"/>
          <a:ext cx="48863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120800" imgH="4876800" progId="Equation.DSMT4">
                  <p:embed/>
                </p:oleObj>
              </mc:Choice>
              <mc:Fallback>
                <p:oleObj name="Equation" r:id="rId7" imgW="52120800" imgH="48768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177" y="1887474"/>
                        <a:ext cx="488632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92872" y="996330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00800" imgH="4572000" progId="Equation.DSMT4">
                  <p:embed/>
                </p:oleObj>
              </mc:Choice>
              <mc:Fallback>
                <p:oleObj name="Equation" r:id="rId9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872" y="996330"/>
                        <a:ext cx="600075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41400"/>
              </p:ext>
            </p:extLst>
          </p:nvPr>
        </p:nvGraphicFramePr>
        <p:xfrm>
          <a:off x="1409899" y="802646"/>
          <a:ext cx="87328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012920" imgH="419040" progId="Equation.DSMT4">
                  <p:embed/>
                </p:oleObj>
              </mc:Choice>
              <mc:Fallback>
                <p:oleObj name="Equation" r:id="rId11" imgW="4012920" imgH="4190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899" y="802646"/>
                        <a:ext cx="873283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66532" y="1497816"/>
            <a:ext cx="3103929" cy="2052000"/>
          </a:xfrm>
          <a:prstGeom prst="rect">
            <a:avLst/>
          </a:prstGeom>
        </p:spPr>
      </p:pic>
      <p:sp>
        <p:nvSpPr>
          <p:cNvPr id="83" name="Rectangle 112"/>
          <p:cNvSpPr>
            <a:spLocks noChangeArrowheads="1"/>
          </p:cNvSpPr>
          <p:nvPr/>
        </p:nvSpPr>
        <p:spPr bwMode="auto">
          <a:xfrm>
            <a:off x="4907880" y="4085655"/>
            <a:ext cx="1019175" cy="714375"/>
          </a:xfrm>
          <a:prstGeom prst="rect">
            <a:avLst/>
          </a:prstGeom>
          <a:solidFill>
            <a:srgbClr val="FFCCCC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Rectangle 111"/>
          <p:cNvSpPr>
            <a:spLocks noChangeArrowheads="1"/>
          </p:cNvSpPr>
          <p:nvPr/>
        </p:nvSpPr>
        <p:spPr bwMode="auto">
          <a:xfrm>
            <a:off x="2794918" y="4087242"/>
            <a:ext cx="1009650" cy="714375"/>
          </a:xfrm>
          <a:prstGeom prst="rect">
            <a:avLst/>
          </a:prstGeom>
          <a:solidFill>
            <a:srgbClr val="FFCCCC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5" name="Group 124"/>
          <p:cNvGrpSpPr/>
          <p:nvPr/>
        </p:nvGrpSpPr>
        <p:grpSpPr bwMode="auto">
          <a:xfrm>
            <a:off x="1317823" y="2488460"/>
            <a:ext cx="4202113" cy="793750"/>
            <a:chOff x="662" y="1567"/>
            <a:chExt cx="2647" cy="500"/>
          </a:xfrm>
        </p:grpSpPr>
        <p:sp>
          <p:nvSpPr>
            <p:cNvPr id="86" name="Rectangle 42"/>
            <p:cNvSpPr>
              <a:spLocks noChangeArrowheads="1"/>
            </p:cNvSpPr>
            <p:nvPr/>
          </p:nvSpPr>
          <p:spPr bwMode="auto">
            <a:xfrm>
              <a:off x="662" y="1657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令</a:t>
              </a: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：</a:t>
              </a:r>
            </a:p>
          </p:txBody>
        </p:sp>
        <p:graphicFrame>
          <p:nvGraphicFramePr>
            <p:cNvPr id="87" name="Object 43"/>
            <p:cNvGraphicFramePr/>
            <p:nvPr/>
          </p:nvGraphicFramePr>
          <p:xfrm>
            <a:off x="1284" y="1568"/>
            <a:ext cx="656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041400" imgH="787400" progId="Equation.3">
                    <p:embed/>
                  </p:oleObj>
                </mc:Choice>
                <mc:Fallback>
                  <p:oleObj name="公式" r:id="rId14" imgW="1041400" imgH="787400" progId="Equation.3">
                    <p:embed/>
                    <p:pic>
                      <p:nvPicPr>
                        <p:cNvPr id="87" name="Object 4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" y="1568"/>
                          <a:ext cx="656" cy="4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" name="Rectangle 44"/>
            <p:cNvSpPr>
              <a:spLocks noChangeArrowheads="1"/>
            </p:cNvSpPr>
            <p:nvPr/>
          </p:nvSpPr>
          <p:spPr bwMode="auto">
            <a:xfrm>
              <a:off x="1969" y="1656"/>
              <a:ext cx="7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：</a:t>
              </a:r>
            </a:p>
          </p:txBody>
        </p:sp>
        <p:graphicFrame>
          <p:nvGraphicFramePr>
            <p:cNvPr id="89" name="Object 45"/>
            <p:cNvGraphicFramePr/>
            <p:nvPr/>
          </p:nvGraphicFramePr>
          <p:xfrm>
            <a:off x="2397" y="1567"/>
            <a:ext cx="912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447800" imgH="787400" progId="Equation.3">
                    <p:embed/>
                  </p:oleObj>
                </mc:Choice>
                <mc:Fallback>
                  <p:oleObj name="公式" r:id="rId16" imgW="1447800" imgH="787400" progId="Equation.3">
                    <p:embed/>
                    <p:pic>
                      <p:nvPicPr>
                        <p:cNvPr id="89" name="Object 4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7" y="1567"/>
                          <a:ext cx="912" cy="4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0" name="Object 49"/>
          <p:cNvGraphicFramePr/>
          <p:nvPr>
            <p:extLst>
              <p:ext uri="{D42A27DB-BD31-4B8C-83A1-F6EECF244321}">
                <p14:modId xmlns:p14="http://schemas.microsoft.com/office/powerpoint/2010/main" val="2619088897"/>
              </p:ext>
            </p:extLst>
          </p:nvPr>
        </p:nvGraphicFramePr>
        <p:xfrm>
          <a:off x="7717593" y="5637683"/>
          <a:ext cx="941591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40" imgH="203040" progId="Equation.DSMT4">
                  <p:embed/>
                </p:oleObj>
              </mc:Choice>
              <mc:Fallback>
                <p:oleObj name="Equation" r:id="rId18" imgW="431640" imgH="203040" progId="Equation.DSMT4">
                  <p:embed/>
                  <p:pic>
                    <p:nvPicPr>
                      <p:cNvPr id="90" name="Object 4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7593" y="5637683"/>
                        <a:ext cx="941591" cy="455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104"/>
          <p:cNvGraphicFramePr/>
          <p:nvPr/>
        </p:nvGraphicFramePr>
        <p:xfrm>
          <a:off x="2115468" y="4076130"/>
          <a:ext cx="42291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229100" imgH="1104900" progId="Equation.3">
                  <p:embed/>
                </p:oleObj>
              </mc:Choice>
              <mc:Fallback>
                <p:oleObj name="公式" r:id="rId20" imgW="4229100" imgH="1104900" progId="Equation.3">
                  <p:embed/>
                  <p:pic>
                    <p:nvPicPr>
                      <p:cNvPr id="91" name="Object 104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5468" y="4076130"/>
                        <a:ext cx="4229100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" name="Group 125"/>
          <p:cNvGrpSpPr/>
          <p:nvPr/>
        </p:nvGrpSpPr>
        <p:grpSpPr bwMode="auto">
          <a:xfrm>
            <a:off x="1370930" y="3356992"/>
            <a:ext cx="6978650" cy="601663"/>
            <a:chOff x="662" y="2172"/>
            <a:chExt cx="4396" cy="379"/>
          </a:xfrm>
        </p:grpSpPr>
        <p:sp>
          <p:nvSpPr>
            <p:cNvPr id="93" name="Rectangle 47"/>
            <p:cNvSpPr>
              <a:spLocks noChangeArrowheads="1"/>
            </p:cNvSpPr>
            <p:nvPr/>
          </p:nvSpPr>
          <p:spPr bwMode="auto">
            <a:xfrm>
              <a:off x="662" y="2172"/>
              <a:ext cx="8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则</a:t>
              </a:r>
            </a:p>
          </p:txBody>
        </p:sp>
        <p:graphicFrame>
          <p:nvGraphicFramePr>
            <p:cNvPr id="94" name="Object 48"/>
            <p:cNvGraphicFramePr/>
            <p:nvPr/>
          </p:nvGraphicFramePr>
          <p:xfrm>
            <a:off x="976" y="2174"/>
            <a:ext cx="2160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429000" imgH="596900" progId="Equation.3">
                    <p:embed/>
                  </p:oleObj>
                </mc:Choice>
                <mc:Fallback>
                  <p:oleObj name="公式" r:id="rId22" imgW="3429000" imgH="596900" progId="Equation.3">
                    <p:embed/>
                    <p:pic>
                      <p:nvPicPr>
                        <p:cNvPr id="94" name="Object 4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2174"/>
                          <a:ext cx="2160" cy="3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" name="Text Box 106"/>
            <p:cNvSpPr txBox="1">
              <a:spLocks noChangeArrowheads="1"/>
            </p:cNvSpPr>
            <p:nvPr/>
          </p:nvSpPr>
          <p:spPr bwMode="auto">
            <a:xfrm>
              <a:off x="3242" y="2185"/>
              <a:ext cx="18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(Cauchy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积分定理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Group 126"/>
          <p:cNvGrpSpPr/>
          <p:nvPr/>
        </p:nvGrpSpPr>
        <p:grpSpPr bwMode="auto">
          <a:xfrm>
            <a:off x="2083718" y="5395340"/>
            <a:ext cx="5697537" cy="987424"/>
            <a:chOff x="1111" y="3456"/>
            <a:chExt cx="3589" cy="622"/>
          </a:xfrm>
        </p:grpSpPr>
        <p:graphicFrame>
          <p:nvGraphicFramePr>
            <p:cNvPr id="97" name="Object 105"/>
            <p:cNvGraphicFramePr/>
            <p:nvPr>
              <p:extLst>
                <p:ext uri="{D42A27DB-BD31-4B8C-83A1-F6EECF244321}">
                  <p14:modId xmlns:p14="http://schemas.microsoft.com/office/powerpoint/2010/main" val="2469224707"/>
                </p:ext>
              </p:extLst>
            </p:nvPr>
          </p:nvGraphicFramePr>
          <p:xfrm>
            <a:off x="2219" y="3456"/>
            <a:ext cx="2481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30320" imgH="457200" progId="Equation.DSMT4">
                    <p:embed/>
                  </p:oleObj>
                </mc:Choice>
                <mc:Fallback>
                  <p:oleObj name="Equation" r:id="rId24" imgW="1930320" imgH="457200" progId="Equation.DSMT4">
                    <p:embed/>
                    <p:pic>
                      <p:nvPicPr>
                        <p:cNvPr id="97" name="Object 10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9" y="3456"/>
                          <a:ext cx="2481" cy="6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Text Box 107"/>
            <p:cNvSpPr txBox="1">
              <a:spLocks noChangeArrowheads="1"/>
            </p:cNvSpPr>
            <p:nvPr/>
          </p:nvSpPr>
          <p:spPr bwMode="auto">
            <a:xfrm>
              <a:off x="1111" y="3487"/>
              <a:ext cx="131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(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柯西积分公式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)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99" name="Group 110"/>
            <p:cNvGrpSpPr/>
            <p:nvPr/>
          </p:nvGrpSpPr>
          <p:grpSpPr bwMode="auto">
            <a:xfrm>
              <a:off x="1140" y="3714"/>
              <a:ext cx="1050" cy="35"/>
              <a:chOff x="516" y="3264"/>
              <a:chExt cx="648" cy="35"/>
            </a:xfrm>
          </p:grpSpPr>
          <p:sp>
            <p:nvSpPr>
              <p:cNvPr id="100" name="Line 108"/>
              <p:cNvSpPr>
                <a:spLocks noChangeShapeType="1"/>
              </p:cNvSpPr>
              <p:nvPr/>
            </p:nvSpPr>
            <p:spPr bwMode="auto">
              <a:xfrm flipH="1">
                <a:off x="516" y="3264"/>
                <a:ext cx="6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Line 109"/>
              <p:cNvSpPr>
                <a:spLocks noChangeShapeType="1"/>
              </p:cNvSpPr>
              <p:nvPr/>
            </p:nvSpPr>
            <p:spPr bwMode="auto">
              <a:xfrm flipH="1">
                <a:off x="516" y="3299"/>
                <a:ext cx="6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30" name="Object 28"/>
          <p:cNvGraphicFramePr>
            <a:graphicFrameLocks noChangeAspect="1"/>
          </p:cNvGraphicFramePr>
          <p:nvPr/>
        </p:nvGraphicFramePr>
        <p:xfrm>
          <a:off x="3804568" y="4067706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33500" imgH="520700" progId="Equation.3">
                  <p:embed/>
                </p:oleObj>
              </mc:Choice>
              <mc:Fallback>
                <p:oleObj name="Equation" r:id="rId26" imgW="1333500" imgH="520700" progId="Equation.3">
                  <p:embed/>
                  <p:pic>
                    <p:nvPicPr>
                      <p:cNvPr id="3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4568" y="4067706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8"/>
          <p:cNvGraphicFramePr>
            <a:graphicFrameLocks noChangeAspect="1"/>
          </p:cNvGraphicFramePr>
          <p:nvPr/>
        </p:nvGraphicFramePr>
        <p:xfrm>
          <a:off x="5942930" y="4049142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33500" imgH="520700" progId="Equation.3">
                  <p:embed/>
                </p:oleObj>
              </mc:Choice>
              <mc:Fallback>
                <p:oleObj name="Equation" r:id="rId28" imgW="1333500" imgH="520700" progId="Equation.3">
                  <p:embed/>
                  <p:pic>
                    <p:nvPicPr>
                      <p:cNvPr id="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2930" y="4049142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16928" y="2070420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876800" progId="Equation.DSMT4">
                  <p:embed/>
                </p:oleObj>
              </mc:Choice>
              <mc:Fallback>
                <p:oleObj name="Equation" r:id="rId3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28" y="2070420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011751"/>
              </p:ext>
            </p:extLst>
          </p:nvPr>
        </p:nvGraphicFramePr>
        <p:xfrm>
          <a:off x="1343025" y="3257568"/>
          <a:ext cx="6941194" cy="89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49280" imgH="406080" progId="Equation.DSMT4">
                  <p:embed/>
                </p:oleObj>
              </mc:Choice>
              <mc:Fallback>
                <p:oleObj name="Equation" r:id="rId5" imgW="3149280" imgH="40608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3257568"/>
                        <a:ext cx="6941194" cy="895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92872" y="996330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00800" imgH="4572000" progId="Equation.DSMT4">
                  <p:embed/>
                </p:oleObj>
              </mc:Choice>
              <mc:Fallback>
                <p:oleObj name="Equation" r:id="rId7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872" y="996330"/>
                        <a:ext cx="600075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192840"/>
              </p:ext>
            </p:extLst>
          </p:nvPr>
        </p:nvGraphicFramePr>
        <p:xfrm>
          <a:off x="1336675" y="760127"/>
          <a:ext cx="3921943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52480" imgH="558720" progId="Equation.DSMT4">
                  <p:embed/>
                </p:oleObj>
              </mc:Choice>
              <mc:Fallback>
                <p:oleObj name="Equation" r:id="rId9" imgW="1752480" imgH="55872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760127"/>
                        <a:ext cx="3921943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/>
          <p:cNvGraphicFramePr>
            <a:graphicFrameLocks noChangeAspect="1"/>
          </p:cNvGraphicFramePr>
          <p:nvPr/>
        </p:nvGraphicFramePr>
        <p:xfrm>
          <a:off x="1458764" y="2238213"/>
          <a:ext cx="154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49400" imgH="914400" progId="Equation.3">
                  <p:embed/>
                </p:oleObj>
              </mc:Choice>
              <mc:Fallback>
                <p:oleObj name="Equation" r:id="rId11" imgW="1549400" imgH="914400" progId="Equation.3">
                  <p:embed/>
                  <p:pic>
                    <p:nvPicPr>
                      <p:cNvPr id="3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764" y="2238213"/>
                        <a:ext cx="1549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768961"/>
              </p:ext>
            </p:extLst>
          </p:nvPr>
        </p:nvGraphicFramePr>
        <p:xfrm>
          <a:off x="3091368" y="2228488"/>
          <a:ext cx="2056746" cy="1013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76240" imgH="431640" progId="Equation.DSMT4">
                  <p:embed/>
                </p:oleObj>
              </mc:Choice>
              <mc:Fallback>
                <p:oleObj name="Equation" r:id="rId13" imgW="876240" imgH="431640" progId="Equation.DSMT4">
                  <p:embed/>
                  <p:pic>
                    <p:nvPicPr>
                      <p:cNvPr id="3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1368" y="2228488"/>
                        <a:ext cx="2056746" cy="1013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852938"/>
              </p:ext>
            </p:extLst>
          </p:nvPr>
        </p:nvGraphicFramePr>
        <p:xfrm>
          <a:off x="5118573" y="1738761"/>
          <a:ext cx="1521791" cy="143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60240" imgH="622080" progId="Equation.DSMT4">
                  <p:embed/>
                </p:oleObj>
              </mc:Choice>
              <mc:Fallback>
                <p:oleObj name="Equation" r:id="rId15" imgW="660240" imgH="622080" progId="Equation.DSMT4">
                  <p:embed/>
                  <p:pic>
                    <p:nvPicPr>
                      <p:cNvPr id="3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573" y="1738761"/>
                        <a:ext cx="1521791" cy="1433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27"/>
          <p:cNvSpPr>
            <a:spLocks noChangeArrowheads="1"/>
          </p:cNvSpPr>
          <p:nvPr/>
        </p:nvSpPr>
        <p:spPr bwMode="auto">
          <a:xfrm>
            <a:off x="5427514" y="1822288"/>
            <a:ext cx="1143000" cy="838200"/>
          </a:xfrm>
          <a:prstGeom prst="rect">
            <a:avLst/>
          </a:prstGeom>
          <a:noFill/>
          <a:ln w="38100" cmpd="dbl">
            <a:solidFill>
              <a:srgbClr val="CC0099"/>
            </a:solidFill>
            <a:miter lim="800000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5" name="Object 28"/>
          <p:cNvGraphicFramePr>
            <a:graphicFrameLocks noChangeAspect="1"/>
          </p:cNvGraphicFramePr>
          <p:nvPr/>
        </p:nvGraphicFramePr>
        <p:xfrm>
          <a:off x="6640364" y="2009613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33500" imgH="520700" progId="Equation.3">
                  <p:embed/>
                </p:oleObj>
              </mc:Choice>
              <mc:Fallback>
                <p:oleObj name="Equation" r:id="rId17" imgW="1333500" imgH="520700" progId="Equation.3">
                  <p:embed/>
                  <p:pic>
                    <p:nvPicPr>
                      <p:cNvPr id="3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0364" y="2009613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470946"/>
              </p:ext>
            </p:extLst>
          </p:nvPr>
        </p:nvGraphicFramePr>
        <p:xfrm>
          <a:off x="7413922" y="2510618"/>
          <a:ext cx="893528" cy="487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19040" imgH="228600" progId="Equation.DSMT4">
                  <p:embed/>
                </p:oleObj>
              </mc:Choice>
              <mc:Fallback>
                <p:oleObj name="Equation" r:id="rId19" imgW="419040" imgH="228600" progId="Equation.DSMT4">
                  <p:embed/>
                  <p:pic>
                    <p:nvPicPr>
                      <p:cNvPr id="3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922" y="2510618"/>
                        <a:ext cx="893528" cy="487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599496"/>
              </p:ext>
            </p:extLst>
          </p:nvPr>
        </p:nvGraphicFramePr>
        <p:xfrm>
          <a:off x="1267798" y="4532670"/>
          <a:ext cx="2379922" cy="1261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54080" imgH="558720" progId="Equation.DSMT4">
                  <p:embed/>
                </p:oleObj>
              </mc:Choice>
              <mc:Fallback>
                <p:oleObj name="Equation" r:id="rId21" imgW="1054080" imgH="558720" progId="Equation.DSMT4">
                  <p:embed/>
                  <p:pic>
                    <p:nvPicPr>
                      <p:cNvPr id="3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798" y="4532670"/>
                        <a:ext cx="2379922" cy="1261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121024"/>
              </p:ext>
            </p:extLst>
          </p:nvPr>
        </p:nvGraphicFramePr>
        <p:xfrm>
          <a:off x="3675518" y="4168818"/>
          <a:ext cx="2341280" cy="159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17440" imgH="761760" progId="Equation.DSMT4">
                  <p:embed/>
                </p:oleObj>
              </mc:Choice>
              <mc:Fallback>
                <p:oleObj name="Equation" r:id="rId23" imgW="1117440" imgH="761760" progId="Equation.DSMT4">
                  <p:embed/>
                  <p:pic>
                    <p:nvPicPr>
                      <p:cNvPr id="4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518" y="4168818"/>
                        <a:ext cx="2341280" cy="1596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131169"/>
              </p:ext>
            </p:extLst>
          </p:nvPr>
        </p:nvGraphicFramePr>
        <p:xfrm>
          <a:off x="6044596" y="4532670"/>
          <a:ext cx="2226752" cy="995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79280" imgH="482400" progId="Equation.DSMT4">
                  <p:embed/>
                </p:oleObj>
              </mc:Choice>
              <mc:Fallback>
                <p:oleObj name="Equation" r:id="rId25" imgW="1079280" imgH="482400" progId="Equation.DSMT4">
                  <p:embed/>
                  <p:pic>
                    <p:nvPicPr>
                      <p:cNvPr id="4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4596" y="4532670"/>
                        <a:ext cx="2226752" cy="995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029577"/>
              </p:ext>
            </p:extLst>
          </p:nvPr>
        </p:nvGraphicFramePr>
        <p:xfrm>
          <a:off x="8212105" y="4841080"/>
          <a:ext cx="919621" cy="378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31640" imgH="177480" progId="Equation.DSMT4">
                  <p:embed/>
                </p:oleObj>
              </mc:Choice>
              <mc:Fallback>
                <p:oleObj name="Equation" r:id="rId27" imgW="431640" imgH="177480" progId="Equation.DSMT4">
                  <p:embed/>
                  <p:pic>
                    <p:nvPicPr>
                      <p:cNvPr id="4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2105" y="4841080"/>
                        <a:ext cx="919621" cy="378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16928" y="2070420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876800" progId="Equation.DSMT4">
                  <p:embed/>
                </p:oleObj>
              </mc:Choice>
              <mc:Fallback>
                <p:oleObj name="Equation" r:id="rId3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28" y="2070420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92872" y="1244878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00800" imgH="4572000" progId="Equation.DSMT4">
                  <p:embed/>
                </p:oleObj>
              </mc:Choice>
              <mc:Fallback>
                <p:oleObj name="Equation" r:id="rId5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872" y="1244878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884470"/>
              </p:ext>
            </p:extLst>
          </p:nvPr>
        </p:nvGraphicFramePr>
        <p:xfrm>
          <a:off x="1320714" y="715470"/>
          <a:ext cx="9627537" cy="1324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31960" imgH="609480" progId="Equation.DSMT4">
                  <p:embed/>
                </p:oleObj>
              </mc:Choice>
              <mc:Fallback>
                <p:oleObj name="Equation" r:id="rId7" imgW="4431960" imgH="60948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714" y="715470"/>
                        <a:ext cx="9627537" cy="1324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1651000" y="2343150"/>
          <a:ext cx="26289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28900" imgH="1625600" progId="Equation.3">
                  <p:embed/>
                </p:oleObj>
              </mc:Choice>
              <mc:Fallback>
                <p:oleObj name="Equation" r:id="rId9" imgW="2628900" imgH="1625600" progId="Equation.3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2343150"/>
                        <a:ext cx="26289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"/>
          <p:cNvGraphicFramePr>
            <a:graphicFrameLocks noChangeAspect="1"/>
          </p:cNvGraphicFramePr>
          <p:nvPr/>
        </p:nvGraphicFramePr>
        <p:xfrm>
          <a:off x="4373563" y="1939925"/>
          <a:ext cx="2374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74900" imgH="2044700" progId="Equation.3">
                  <p:embed/>
                </p:oleObj>
              </mc:Choice>
              <mc:Fallback>
                <p:oleObj name="Equation" r:id="rId11" imgW="2374900" imgH="2044700" progId="Equation.3">
                  <p:embed/>
                  <p:pic>
                    <p:nvPicPr>
                      <p:cNvPr id="2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1939925"/>
                        <a:ext cx="2374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788728"/>
              </p:ext>
            </p:extLst>
          </p:nvPr>
        </p:nvGraphicFramePr>
        <p:xfrm>
          <a:off x="6799909" y="2343150"/>
          <a:ext cx="2374899" cy="17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17440" imgH="799920" progId="Equation.DSMT4">
                  <p:embed/>
                </p:oleObj>
              </mc:Choice>
              <mc:Fallback>
                <p:oleObj name="Equation" r:id="rId13" imgW="1117440" imgH="799920" progId="Equation.DSMT4">
                  <p:embed/>
                  <p:pic>
                    <p:nvPicPr>
                      <p:cNvPr id="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909" y="2343150"/>
                        <a:ext cx="2374899" cy="170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926381"/>
              </p:ext>
            </p:extLst>
          </p:nvPr>
        </p:nvGraphicFramePr>
        <p:xfrm>
          <a:off x="9090575" y="2697575"/>
          <a:ext cx="1219200" cy="92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431640" progId="Equation.DSMT4">
                  <p:embed/>
                </p:oleObj>
              </mc:Choice>
              <mc:Fallback>
                <p:oleObj name="Equation" r:id="rId15" imgW="571320" imgH="431640" progId="Equation.DSMT4">
                  <p:embed/>
                  <p:pic>
                    <p:nvPicPr>
                      <p:cNvPr id="2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0575" y="2697575"/>
                        <a:ext cx="1219200" cy="921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"/>
          <p:cNvGraphicFramePr>
            <a:graphicFrameLocks noChangeAspect="1"/>
          </p:cNvGraphicFramePr>
          <p:nvPr/>
        </p:nvGraphicFramePr>
        <p:xfrm>
          <a:off x="1639786" y="4411044"/>
          <a:ext cx="26543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54300" imgH="1625600" progId="Equation.3">
                  <p:embed/>
                </p:oleObj>
              </mc:Choice>
              <mc:Fallback>
                <p:oleObj name="Equation" r:id="rId17" imgW="2654300" imgH="1625600" progId="Equation.3">
                  <p:embed/>
                  <p:pic>
                    <p:nvPicPr>
                      <p:cNvPr id="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786" y="4411044"/>
                        <a:ext cx="26543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/>
          <p:cNvGraphicFramePr>
            <a:graphicFrameLocks noChangeAspect="1"/>
          </p:cNvGraphicFramePr>
          <p:nvPr/>
        </p:nvGraphicFramePr>
        <p:xfrm>
          <a:off x="4370286" y="4009406"/>
          <a:ext cx="2374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374900" imgH="2044700" progId="Equation.3">
                  <p:embed/>
                </p:oleObj>
              </mc:Choice>
              <mc:Fallback>
                <p:oleObj name="Equation" r:id="rId19" imgW="2374900" imgH="2044700" progId="Equation.3">
                  <p:embed/>
                  <p:pic>
                    <p:nvPicPr>
                      <p:cNvPr id="2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286" y="4009406"/>
                        <a:ext cx="2374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844901"/>
              </p:ext>
            </p:extLst>
          </p:nvPr>
        </p:nvGraphicFramePr>
        <p:xfrm>
          <a:off x="6799909" y="4433616"/>
          <a:ext cx="2278552" cy="1708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66680" imgH="799920" progId="Equation.DSMT4">
                  <p:embed/>
                </p:oleObj>
              </mc:Choice>
              <mc:Fallback>
                <p:oleObj name="Equation" r:id="rId21" imgW="1066680" imgH="799920" progId="Equation.DSMT4">
                  <p:embed/>
                  <p:pic>
                    <p:nvPicPr>
                      <p:cNvPr id="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909" y="4433616"/>
                        <a:ext cx="2278552" cy="1708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838658"/>
              </p:ext>
            </p:extLst>
          </p:nvPr>
        </p:nvGraphicFramePr>
        <p:xfrm>
          <a:off x="9078461" y="4763257"/>
          <a:ext cx="1219200" cy="92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71320" imgH="431640" progId="Equation.DSMT4">
                  <p:embed/>
                </p:oleObj>
              </mc:Choice>
              <mc:Fallback>
                <p:oleObj name="Equation" r:id="rId23" imgW="571320" imgH="431640" progId="Equation.DSMT4">
                  <p:embed/>
                  <p:pic>
                    <p:nvPicPr>
                      <p:cNvPr id="3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8461" y="4763257"/>
                        <a:ext cx="1219200" cy="921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21447" y="2473047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876800" progId="Equation.DSMT4">
                  <p:embed/>
                </p:oleObj>
              </mc:Choice>
              <mc:Fallback>
                <p:oleObj name="Equation" r:id="rId3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447" y="2473047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92872" y="1244878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00800" imgH="4572000" progId="Equation.DSMT4">
                  <p:embed/>
                </p:oleObj>
              </mc:Choice>
              <mc:Fallback>
                <p:oleObj name="Equation" r:id="rId5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872" y="1244878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1657350" y="1981200"/>
          <a:ext cx="2413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3000" imgH="1409700" progId="Equation.3">
                  <p:embed/>
                </p:oleObj>
              </mc:Choice>
              <mc:Fallback>
                <p:oleObj name="Equation" r:id="rId7" imgW="2413000" imgH="1409700" progId="Equation.3">
                  <p:embed/>
                  <p:pic>
                    <p:nvPicPr>
                      <p:cNvPr id="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1981200"/>
                        <a:ext cx="2413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4267200" y="2493963"/>
            <a:ext cx="42672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由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Cauchy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积分定理, 得</a:t>
            </a:r>
          </a:p>
        </p:txBody>
      </p:sp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939800" y="3948204"/>
          <a:ext cx="22098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09800" imgH="1409700" progId="Equation.3">
                  <p:embed/>
                </p:oleObj>
              </mc:Choice>
              <mc:Fallback>
                <p:oleObj name="Equation" r:id="rId9" imgW="2209800" imgH="1409700" progId="Equation.3">
                  <p:embed/>
                  <p:pic>
                    <p:nvPicPr>
                      <p:cNvPr id="3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3948204"/>
                        <a:ext cx="22098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"/>
          <p:cNvGraphicFramePr>
            <a:graphicFrameLocks noChangeAspect="1"/>
          </p:cNvGraphicFramePr>
          <p:nvPr/>
        </p:nvGraphicFramePr>
        <p:xfrm>
          <a:off x="2940050" y="3941854"/>
          <a:ext cx="2260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60600" imgH="1625600" progId="Equation.3">
                  <p:embed/>
                </p:oleObj>
              </mc:Choice>
              <mc:Fallback>
                <p:oleObj name="Equation" r:id="rId11" imgW="2260600" imgH="1625600" progId="Equation.3">
                  <p:embed/>
                  <p:pic>
                    <p:nvPicPr>
                      <p:cNvPr id="3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3941854"/>
                        <a:ext cx="2260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/>
          <p:cNvGraphicFramePr>
            <a:graphicFrameLocks noChangeAspect="1"/>
          </p:cNvGraphicFramePr>
          <p:nvPr/>
        </p:nvGraphicFramePr>
        <p:xfrm>
          <a:off x="5219700" y="3948204"/>
          <a:ext cx="24257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25700" imgH="1612900" progId="Equation.3">
                  <p:embed/>
                </p:oleObj>
              </mc:Choice>
              <mc:Fallback>
                <p:oleObj name="Equation" r:id="rId13" imgW="2425700" imgH="1612900" progId="Equation.3">
                  <p:embed/>
                  <p:pic>
                    <p:nvPicPr>
                      <p:cNvPr id="3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948204"/>
                        <a:ext cx="24257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81611"/>
              </p:ext>
            </p:extLst>
          </p:nvPr>
        </p:nvGraphicFramePr>
        <p:xfrm>
          <a:off x="7645400" y="4222897"/>
          <a:ext cx="2267433" cy="9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41120" imgH="431640" progId="Equation.DSMT4">
                  <p:embed/>
                </p:oleObj>
              </mc:Choice>
              <mc:Fallback>
                <p:oleObj name="Equation" r:id="rId15" imgW="1041120" imgH="431640" progId="Equation.DSMT4">
                  <p:embed/>
                  <p:pic>
                    <p:nvPicPr>
                      <p:cNvPr id="3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400" y="4222897"/>
                        <a:ext cx="2267433" cy="940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983746"/>
              </p:ext>
            </p:extLst>
          </p:nvPr>
        </p:nvGraphicFramePr>
        <p:xfrm>
          <a:off x="9912833" y="4439949"/>
          <a:ext cx="1176568" cy="48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0560" imgH="215640" progId="Equation.DSMT4">
                  <p:embed/>
                </p:oleObj>
              </mc:Choice>
              <mc:Fallback>
                <p:oleObj name="Equation" r:id="rId17" imgW="520560" imgH="215640" progId="Equation.DSMT4">
                  <p:embed/>
                  <p:pic>
                    <p:nvPicPr>
                      <p:cNvPr id="3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2833" y="4439949"/>
                        <a:ext cx="1176568" cy="487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0044" y="1622415"/>
            <a:ext cx="2603218" cy="2609314"/>
          </a:xfrm>
          <a:prstGeom prst="rect">
            <a:avLst/>
          </a:prstGeom>
        </p:spPr>
      </p:pic>
      <p:sp>
        <p:nvSpPr>
          <p:cNvPr id="18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DB3A8E3-D743-35AC-F367-C3360657D6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788006"/>
              </p:ext>
            </p:extLst>
          </p:nvPr>
        </p:nvGraphicFramePr>
        <p:xfrm>
          <a:off x="1361904" y="652462"/>
          <a:ext cx="962660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627118" imgH="1325928" progId="Equation.DSMT4">
                  <p:embed/>
                </p:oleObj>
              </mc:Choice>
              <mc:Fallback>
                <p:oleObj name="Equation" r:id="rId20" imgW="9627118" imgH="132592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361904" y="652462"/>
                        <a:ext cx="9626600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180218" y="1916832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876800" progId="Equation.DSMT4">
                  <p:embed/>
                </p:oleObj>
              </mc:Choice>
              <mc:Fallback>
                <p:oleObj name="Equation" r:id="rId3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0218" y="1916832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200256"/>
              </p:ext>
            </p:extLst>
          </p:nvPr>
        </p:nvGraphicFramePr>
        <p:xfrm>
          <a:off x="6204238" y="1949842"/>
          <a:ext cx="44005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39200" imgH="5181600" progId="Equation.DSMT4">
                  <p:embed/>
                </p:oleObj>
              </mc:Choice>
              <mc:Fallback>
                <p:oleObj name="Equation" r:id="rId5" imgW="46939200" imgH="5181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238" y="1949842"/>
                        <a:ext cx="44005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92872" y="1047130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00800" imgH="4572000" progId="Equation.DSMT4">
                  <p:embed/>
                </p:oleObj>
              </mc:Choice>
              <mc:Fallback>
                <p:oleObj name="Equation" r:id="rId7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872" y="1047130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910289"/>
              </p:ext>
            </p:extLst>
          </p:nvPr>
        </p:nvGraphicFramePr>
        <p:xfrm>
          <a:off x="1228725" y="822963"/>
          <a:ext cx="10161588" cy="100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4920" imgH="444240" progId="Equation.DSMT4">
                  <p:embed/>
                </p:oleObj>
              </mc:Choice>
              <mc:Fallback>
                <p:oleObj name="Equation" r:id="rId9" imgW="4444920" imgH="4442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822963"/>
                        <a:ext cx="10161588" cy="1005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109303"/>
              </p:ext>
            </p:extLst>
          </p:nvPr>
        </p:nvGraphicFramePr>
        <p:xfrm>
          <a:off x="2256012" y="2724432"/>
          <a:ext cx="4001776" cy="671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15840" imgH="304560" progId="Equation.DSMT4">
                  <p:embed/>
                </p:oleObj>
              </mc:Choice>
              <mc:Fallback>
                <p:oleObj name="Equation" r:id="rId11" imgW="1815840" imgH="304560" progId="Equation.DSMT4">
                  <p:embed/>
                  <p:pic>
                    <p:nvPicPr>
                      <p:cNvPr id="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012" y="2724432"/>
                        <a:ext cx="4001776" cy="671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752541"/>
              </p:ext>
            </p:extLst>
          </p:nvPr>
        </p:nvGraphicFramePr>
        <p:xfrm>
          <a:off x="6204238" y="2752925"/>
          <a:ext cx="2705470" cy="502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31560" imgH="228600" progId="Equation.DSMT4">
                  <p:embed/>
                </p:oleObj>
              </mc:Choice>
              <mc:Fallback>
                <p:oleObj name="Equation" r:id="rId13" imgW="1231560" imgH="228600" progId="Equation.DSMT4">
                  <p:embed/>
                  <p:pic>
                    <p:nvPicPr>
                      <p:cNvPr id="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238" y="2752925"/>
                        <a:ext cx="2705470" cy="502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460876"/>
              </p:ext>
            </p:extLst>
          </p:nvPr>
        </p:nvGraphicFramePr>
        <p:xfrm>
          <a:off x="2210237" y="3811634"/>
          <a:ext cx="3337764" cy="46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47560" imgH="203040" progId="Equation.DSMT4">
                  <p:embed/>
                </p:oleObj>
              </mc:Choice>
              <mc:Fallback>
                <p:oleObj name="Equation" r:id="rId15" imgW="1447560" imgH="203040" progId="Equation.DSMT4">
                  <p:embed/>
                  <p:pic>
                    <p:nvPicPr>
                      <p:cNvPr id="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237" y="3811634"/>
                        <a:ext cx="3337764" cy="46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172713"/>
              </p:ext>
            </p:extLst>
          </p:nvPr>
        </p:nvGraphicFramePr>
        <p:xfrm>
          <a:off x="2210237" y="4557349"/>
          <a:ext cx="4384792" cy="492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04760" imgH="215640" progId="Equation.DSMT4">
                  <p:embed/>
                </p:oleObj>
              </mc:Choice>
              <mc:Fallback>
                <p:oleObj name="Equation" r:id="rId17" imgW="1904760" imgH="215640" progId="Equation.DSMT4">
                  <p:embed/>
                  <p:pic>
                    <p:nvPicPr>
                      <p:cNvPr id="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237" y="4557349"/>
                        <a:ext cx="4384792" cy="492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01C3137-52BC-59BE-B3C4-07A2862588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482369"/>
              </p:ext>
            </p:extLst>
          </p:nvPr>
        </p:nvGraphicFramePr>
        <p:xfrm>
          <a:off x="1985987" y="1949842"/>
          <a:ext cx="4057252" cy="451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828800" imgH="203040" progId="Equation.DSMT4">
                  <p:embed/>
                </p:oleObj>
              </mc:Choice>
              <mc:Fallback>
                <p:oleObj name="Equation" r:id="rId19" imgW="1828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85987" y="1949842"/>
                        <a:ext cx="4057252" cy="451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590958"/>
              </p:ext>
            </p:extLst>
          </p:nvPr>
        </p:nvGraphicFramePr>
        <p:xfrm>
          <a:off x="1944385" y="2109688"/>
          <a:ext cx="9742606" cy="2638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30440" imgH="1180800" progId="Equation.DSMT4">
                  <p:embed/>
                </p:oleObj>
              </mc:Choice>
              <mc:Fallback>
                <p:oleObj name="Equation" r:id="rId3" imgW="4330440" imgH="1180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385" y="2109688"/>
                        <a:ext cx="9742606" cy="2638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87388" y="823457"/>
          <a:ext cx="42608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415200" imgH="4876800" progId="Equation.DSMT4">
                  <p:embed/>
                </p:oleObj>
              </mc:Choice>
              <mc:Fallback>
                <p:oleObj name="Equation" r:id="rId5" imgW="45415200" imgH="48768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823457"/>
                        <a:ext cx="42608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26757"/>
              </p:ext>
            </p:extLst>
          </p:nvPr>
        </p:nvGraphicFramePr>
        <p:xfrm>
          <a:off x="452726" y="2076587"/>
          <a:ext cx="1371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30400" imgH="4572000" progId="Equation.DSMT4">
                  <p:embed/>
                </p:oleObj>
              </mc:Choice>
              <mc:Fallback>
                <p:oleObj name="Equation" r:id="rId7" imgW="14630400" imgH="45720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26" y="2076587"/>
                        <a:ext cx="1371600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154683"/>
              </p:ext>
            </p:extLst>
          </p:nvPr>
        </p:nvGraphicFramePr>
        <p:xfrm>
          <a:off x="2107541" y="2658975"/>
          <a:ext cx="4342354" cy="482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320" imgH="215640" progId="Equation.DSMT4">
                  <p:embed/>
                </p:oleObj>
              </mc:Choice>
              <mc:Fallback>
                <p:oleObj name="Equation" r:id="rId3" imgW="1930320" imgH="215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541" y="2658975"/>
                        <a:ext cx="4342354" cy="482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262380" y="263050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0" imgH="4876800" progId="Equation.DSMT4">
                  <p:embed/>
                </p:oleObj>
              </mc:Choice>
              <mc:Fallback>
                <p:oleObj name="Equation" r:id="rId5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380" y="263050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643833"/>
              </p:ext>
            </p:extLst>
          </p:nvPr>
        </p:nvGraphicFramePr>
        <p:xfrm>
          <a:off x="2653267" y="3429000"/>
          <a:ext cx="6061149" cy="1036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41320" imgH="444240" progId="Equation.DSMT4">
                  <p:embed/>
                </p:oleObj>
              </mc:Choice>
              <mc:Fallback>
                <p:oleObj name="Equation" r:id="rId7" imgW="2641320" imgH="4442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3267" y="3429000"/>
                        <a:ext cx="6061149" cy="1036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026179"/>
              </p:ext>
            </p:extLst>
          </p:nvPr>
        </p:nvGraphicFramePr>
        <p:xfrm>
          <a:off x="2275185" y="4663296"/>
          <a:ext cx="2032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01440" imgH="431640" progId="Equation.DSMT4">
                  <p:embed/>
                </p:oleObj>
              </mc:Choice>
              <mc:Fallback>
                <p:oleObj name="Equation" r:id="rId9" imgW="901440" imgH="431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185" y="4663296"/>
                        <a:ext cx="2032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090613" y="844550"/>
          <a:ext cx="14874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849600" imgH="4572000" progId="Equation.DSMT4">
                  <p:embed/>
                </p:oleObj>
              </mc:Choice>
              <mc:Fallback>
                <p:oleObj name="Equation" r:id="rId11" imgW="15849600" imgH="4572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844550"/>
                        <a:ext cx="14874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163888" y="874713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400800" imgH="4572000" progId="Equation.DSMT4">
                  <p:embed/>
                </p:oleObj>
              </mc:Choice>
              <mc:Fallback>
                <p:oleObj name="Equation" r:id="rId13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874713"/>
                        <a:ext cx="600075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049337"/>
              </p:ext>
            </p:extLst>
          </p:nvPr>
        </p:nvGraphicFramePr>
        <p:xfrm>
          <a:off x="4045222" y="874713"/>
          <a:ext cx="6863366" cy="1578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98520" imgH="711000" progId="Equation.DSMT4">
                  <p:embed/>
                </p:oleObj>
              </mc:Choice>
              <mc:Fallback>
                <p:oleObj name="Equation" r:id="rId15" imgW="3098520" imgH="7110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222" y="874713"/>
                        <a:ext cx="6863366" cy="1578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441988"/>
              </p:ext>
            </p:extLst>
          </p:nvPr>
        </p:nvGraphicFramePr>
        <p:xfrm>
          <a:off x="4382091" y="4663296"/>
          <a:ext cx="260350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06360" imgH="406080" progId="Equation.DSMT4">
                  <p:embed/>
                </p:oleObj>
              </mc:Choice>
              <mc:Fallback>
                <p:oleObj name="Equation" r:id="rId17" imgW="1206360" imgH="40608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2091" y="4663296"/>
                        <a:ext cx="2603500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860568"/>
              </p:ext>
            </p:extLst>
          </p:nvPr>
        </p:nvGraphicFramePr>
        <p:xfrm>
          <a:off x="6985591" y="4636778"/>
          <a:ext cx="1197406" cy="89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45760" imgH="419040" progId="Equation.DSMT4">
                  <p:embed/>
                </p:oleObj>
              </mc:Choice>
              <mc:Fallback>
                <p:oleObj name="Equation" r:id="rId19" imgW="545760" imgH="419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591" y="4636778"/>
                        <a:ext cx="1197406" cy="898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42532A0-3526-2D5F-0E34-63227FE53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071232"/>
              </p:ext>
            </p:extLst>
          </p:nvPr>
        </p:nvGraphicFramePr>
        <p:xfrm>
          <a:off x="7353685" y="180685"/>
          <a:ext cx="41735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174240" imgH="638577" progId="Equation.DSMT4">
                  <p:embed/>
                </p:oleObj>
              </mc:Choice>
              <mc:Fallback>
                <p:oleObj name="Equation" r:id="rId21" imgW="4174240" imgH="638577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4F37681-E390-3D02-C73F-6257E0548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353685" y="180685"/>
                        <a:ext cx="4173537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882815"/>
              </p:ext>
            </p:extLst>
          </p:nvPr>
        </p:nvGraphicFramePr>
        <p:xfrm>
          <a:off x="1550863" y="1814344"/>
          <a:ext cx="8296439" cy="901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51080" imgH="444240" progId="Equation.DSMT4">
                  <p:embed/>
                </p:oleObj>
              </mc:Choice>
              <mc:Fallback>
                <p:oleObj name="Equation" r:id="rId3" imgW="4051080" imgH="4442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63" y="1814344"/>
                        <a:ext cx="8296439" cy="901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99964" y="204624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0" imgH="4876800" progId="Equation.DSMT4">
                  <p:embed/>
                </p:oleObj>
              </mc:Choice>
              <mc:Fallback>
                <p:oleObj name="Equation" r:id="rId5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64" y="204624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649054" y="2952686"/>
          <a:ext cx="34575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80800" imgH="5486400" progId="Equation.DSMT4">
                  <p:embed/>
                </p:oleObj>
              </mc:Choice>
              <mc:Fallback>
                <p:oleObj name="Equation" r:id="rId7" imgW="36880800" imgH="54864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054" y="2952686"/>
                        <a:ext cx="34575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651284"/>
              </p:ext>
            </p:extLst>
          </p:nvPr>
        </p:nvGraphicFramePr>
        <p:xfrm>
          <a:off x="5241583" y="2958874"/>
          <a:ext cx="3414543" cy="470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215640" progId="Equation.DSMT4">
                  <p:embed/>
                </p:oleObj>
              </mc:Choice>
              <mc:Fallback>
                <p:oleObj name="Equation" r:id="rId9" imgW="1549080" imgH="215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583" y="2958874"/>
                        <a:ext cx="3414543" cy="470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85800" y="927100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400800" imgH="4572000" progId="Equation.DSMT4">
                  <p:embed/>
                </p:oleObj>
              </mc:Choice>
              <mc:Fallback>
                <p:oleObj name="Equation" r:id="rId11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27100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550755"/>
              </p:ext>
            </p:extLst>
          </p:nvPr>
        </p:nvGraphicFramePr>
        <p:xfrm>
          <a:off x="1400175" y="714100"/>
          <a:ext cx="8835379" cy="916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241520" imgH="444240" progId="Equation.DSMT4">
                  <p:embed/>
                </p:oleObj>
              </mc:Choice>
              <mc:Fallback>
                <p:oleObj name="Equation" r:id="rId13" imgW="4241520" imgH="4442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714100"/>
                        <a:ext cx="8835379" cy="916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97390" y="2245434"/>
            <a:ext cx="2597121" cy="2609314"/>
          </a:xfrm>
          <a:prstGeom prst="rect">
            <a:avLst/>
          </a:prstGeom>
        </p:spPr>
      </p:pic>
      <p:graphicFrame>
        <p:nvGraphicFramePr>
          <p:cNvPr id="18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624651"/>
              </p:ext>
            </p:extLst>
          </p:nvPr>
        </p:nvGraphicFramePr>
        <p:xfrm>
          <a:off x="1550863" y="3724796"/>
          <a:ext cx="209586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65160" imgH="444240" progId="Equation.DSMT4">
                  <p:embed/>
                </p:oleObj>
              </mc:Choice>
              <mc:Fallback>
                <p:oleObj name="Equation" r:id="rId16" imgW="965160" imgH="444240" progId="Equation.DSMT4">
                  <p:embed/>
                  <p:pic>
                    <p:nvPicPr>
                      <p:cNvPr id="18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63" y="3724796"/>
                        <a:ext cx="209586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024167"/>
              </p:ext>
            </p:extLst>
          </p:nvPr>
        </p:nvGraphicFramePr>
        <p:xfrm>
          <a:off x="3633789" y="3719585"/>
          <a:ext cx="4878110" cy="97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22280" imgH="444240" progId="Equation.DSMT4">
                  <p:embed/>
                </p:oleObj>
              </mc:Choice>
              <mc:Fallback>
                <p:oleObj name="Equation" r:id="rId18" imgW="2222280" imgH="444240" progId="Equation.DSMT4">
                  <p:embed/>
                  <p:pic>
                    <p:nvPicPr>
                      <p:cNvPr id="2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9" y="3719585"/>
                        <a:ext cx="4878110" cy="975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232638"/>
              </p:ext>
            </p:extLst>
          </p:nvPr>
        </p:nvGraphicFramePr>
        <p:xfrm>
          <a:off x="1570082" y="5194547"/>
          <a:ext cx="2000082" cy="933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52200" imgH="444240" progId="Equation.DSMT4">
                  <p:embed/>
                </p:oleObj>
              </mc:Choice>
              <mc:Fallback>
                <p:oleObj name="Equation" r:id="rId20" imgW="952200" imgH="444240" progId="Equation.DSMT4">
                  <p:embed/>
                  <p:pic>
                    <p:nvPicPr>
                      <p:cNvPr id="2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82" y="5194547"/>
                        <a:ext cx="2000082" cy="933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425850"/>
              </p:ext>
            </p:extLst>
          </p:nvPr>
        </p:nvGraphicFramePr>
        <p:xfrm>
          <a:off x="3570164" y="4700418"/>
          <a:ext cx="2383009" cy="1446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66680" imgH="647640" progId="Equation.DSMT4">
                  <p:embed/>
                </p:oleObj>
              </mc:Choice>
              <mc:Fallback>
                <p:oleObj name="Equation" r:id="rId22" imgW="1066680" imgH="647640" progId="Equation.DSMT4">
                  <p:embed/>
                  <p:pic>
                    <p:nvPicPr>
                      <p:cNvPr id="2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164" y="4700418"/>
                        <a:ext cx="2383009" cy="1446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689689"/>
              </p:ext>
            </p:extLst>
          </p:nvPr>
        </p:nvGraphicFramePr>
        <p:xfrm>
          <a:off x="6003017" y="5015120"/>
          <a:ext cx="2459038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31560" imgH="647640" progId="Equation.DSMT4">
                  <p:embed/>
                </p:oleObj>
              </mc:Choice>
              <mc:Fallback>
                <p:oleObj name="Equation" r:id="rId24" imgW="1231560" imgH="647640" progId="Equation.DSMT4">
                  <p:embed/>
                  <p:pic>
                    <p:nvPicPr>
                      <p:cNvPr id="24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017" y="5015120"/>
                        <a:ext cx="2459038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82784"/>
              </p:ext>
            </p:extLst>
          </p:nvPr>
        </p:nvGraphicFramePr>
        <p:xfrm>
          <a:off x="8462055" y="5174661"/>
          <a:ext cx="1693788" cy="901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87320" imgH="419040" progId="Equation.DSMT4">
                  <p:embed/>
                </p:oleObj>
              </mc:Choice>
              <mc:Fallback>
                <p:oleObj name="Equation" r:id="rId26" imgW="787320" imgH="419040" progId="Equation.DSMT4">
                  <p:embed/>
                  <p:pic>
                    <p:nvPicPr>
                      <p:cNvPr id="2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2055" y="5174661"/>
                        <a:ext cx="1693788" cy="901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4F37681-E390-3D02-C73F-6257E0548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522340"/>
              </p:ext>
            </p:extLst>
          </p:nvPr>
        </p:nvGraphicFramePr>
        <p:xfrm>
          <a:off x="7353685" y="180685"/>
          <a:ext cx="41735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174240" imgH="638577" progId="Equation.DSMT4">
                  <p:embed/>
                </p:oleObj>
              </mc:Choice>
              <mc:Fallback>
                <p:oleObj name="Equation" r:id="rId28" imgW="4174240" imgH="63857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353685" y="180685"/>
                        <a:ext cx="4173537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402632"/>
              </p:ext>
            </p:extLst>
          </p:nvPr>
        </p:nvGraphicFramePr>
        <p:xfrm>
          <a:off x="1405138" y="1246908"/>
          <a:ext cx="3639595" cy="94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760" imgH="444240" progId="Equation.DSMT4">
                  <p:embed/>
                </p:oleObj>
              </mc:Choice>
              <mc:Fallback>
                <p:oleObj name="Equation" r:id="rId3" imgW="1688760" imgH="4442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138" y="1246908"/>
                        <a:ext cx="3639595" cy="94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194028"/>
              </p:ext>
            </p:extLst>
          </p:nvPr>
        </p:nvGraphicFramePr>
        <p:xfrm>
          <a:off x="5035190" y="2337034"/>
          <a:ext cx="2313655" cy="101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200" imgH="419040" progId="Equation.DSMT4">
                  <p:embed/>
                </p:oleObj>
              </mc:Choice>
              <mc:Fallback>
                <p:oleObj name="Equation" r:id="rId5" imgW="952200" imgH="419040" progId="Equation.DSMT4">
                  <p:embed/>
                  <p:pic>
                    <p:nvPicPr>
                      <p:cNvPr id="2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190" y="2337034"/>
                        <a:ext cx="2313655" cy="1018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999767"/>
              </p:ext>
            </p:extLst>
          </p:nvPr>
        </p:nvGraphicFramePr>
        <p:xfrm>
          <a:off x="1654546" y="4065873"/>
          <a:ext cx="2814575" cy="94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444240" progId="Equation.DSMT4">
                  <p:embed/>
                </p:oleObj>
              </mc:Choice>
              <mc:Fallback>
                <p:oleObj name="Equation" r:id="rId7" imgW="1307880" imgH="44424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546" y="4065873"/>
                        <a:ext cx="2814575" cy="94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295242"/>
              </p:ext>
            </p:extLst>
          </p:nvPr>
        </p:nvGraphicFramePr>
        <p:xfrm>
          <a:off x="4526494" y="4081295"/>
          <a:ext cx="1698178" cy="966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560" imgH="419040" progId="Equation.DSMT4">
                  <p:embed/>
                </p:oleObj>
              </mc:Choice>
              <mc:Fallback>
                <p:oleObj name="Equation" r:id="rId9" imgW="736560" imgH="419040" progId="Equation.DSMT4">
                  <p:embed/>
                  <p:pic>
                    <p:nvPicPr>
                      <p:cNvPr id="3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6494" y="4081295"/>
                        <a:ext cx="1698178" cy="966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528932"/>
              </p:ext>
            </p:extLst>
          </p:nvPr>
        </p:nvGraphicFramePr>
        <p:xfrm>
          <a:off x="6224672" y="4100395"/>
          <a:ext cx="1911930" cy="914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76240" imgH="419040" progId="Equation.DSMT4">
                  <p:embed/>
                </p:oleObj>
              </mc:Choice>
              <mc:Fallback>
                <p:oleObj name="Equation" r:id="rId11" imgW="876240" imgH="419040" progId="Equation.DSMT4">
                  <p:embed/>
                  <p:pic>
                    <p:nvPicPr>
                      <p:cNvPr id="3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672" y="4100395"/>
                        <a:ext cx="1911930" cy="914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804571"/>
              </p:ext>
            </p:extLst>
          </p:nvPr>
        </p:nvGraphicFramePr>
        <p:xfrm>
          <a:off x="8136602" y="4100395"/>
          <a:ext cx="2685816" cy="969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31560" imgH="444240" progId="Equation.DSMT4">
                  <p:embed/>
                </p:oleObj>
              </mc:Choice>
              <mc:Fallback>
                <p:oleObj name="Equation" r:id="rId13" imgW="1231560" imgH="444240" progId="Equation.DSMT4">
                  <p:embed/>
                  <p:pic>
                    <p:nvPicPr>
                      <p:cNvPr id="3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6602" y="4100395"/>
                        <a:ext cx="2685816" cy="969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56660"/>
              </p:ext>
            </p:extLst>
          </p:nvPr>
        </p:nvGraphicFramePr>
        <p:xfrm>
          <a:off x="5044733" y="812918"/>
          <a:ext cx="2336060" cy="139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66680" imgH="647640" progId="Equation.DSMT4">
                  <p:embed/>
                </p:oleObj>
              </mc:Choice>
              <mc:Fallback>
                <p:oleObj name="Equation" r:id="rId15" imgW="1066680" imgH="647640" progId="Equation.DSMT4">
                  <p:embed/>
                  <p:pic>
                    <p:nvPicPr>
                      <p:cNvPr id="1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733" y="812918"/>
                        <a:ext cx="2336060" cy="1391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74518"/>
              </p:ext>
            </p:extLst>
          </p:nvPr>
        </p:nvGraphicFramePr>
        <p:xfrm>
          <a:off x="7348845" y="1119106"/>
          <a:ext cx="256857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82680" imgH="647640" progId="Equation.DSMT4">
                  <p:embed/>
                </p:oleObj>
              </mc:Choice>
              <mc:Fallback>
                <p:oleObj name="Equation" r:id="rId17" imgW="1282680" imgH="647640" progId="Equation.DSMT4">
                  <p:embed/>
                  <p:pic>
                    <p:nvPicPr>
                      <p:cNvPr id="1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8845" y="1119106"/>
                        <a:ext cx="2568575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5B2080B-F891-31A5-92A9-1484C8E71A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63410"/>
              </p:ext>
            </p:extLst>
          </p:nvPr>
        </p:nvGraphicFramePr>
        <p:xfrm>
          <a:off x="7476905" y="181810"/>
          <a:ext cx="4173682" cy="637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08080" imgH="444240" progId="Equation.DSMT4">
                  <p:embed/>
                </p:oleObj>
              </mc:Choice>
              <mc:Fallback>
                <p:oleObj name="Equation" r:id="rId19" imgW="2908080" imgH="4442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359CDD8-CA7F-5871-52D9-AFDF274F9D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76905" y="181810"/>
                        <a:ext cx="4173682" cy="63789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475257"/>
              </p:ext>
            </p:extLst>
          </p:nvPr>
        </p:nvGraphicFramePr>
        <p:xfrm>
          <a:off x="1460003" y="1852244"/>
          <a:ext cx="4432224" cy="940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431640" progId="Equation.DSMT4">
                  <p:embed/>
                </p:oleObj>
              </mc:Choice>
              <mc:Fallback>
                <p:oleObj name="Equation" r:id="rId3" imgW="2019240" imgH="431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003" y="1852244"/>
                        <a:ext cx="4432224" cy="940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99964" y="204624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0" imgH="4876800" progId="Equation.DSMT4">
                  <p:embed/>
                </p:oleObj>
              </mc:Choice>
              <mc:Fallback>
                <p:oleObj name="Equation" r:id="rId5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64" y="204624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192587"/>
              </p:ext>
            </p:extLst>
          </p:nvPr>
        </p:nvGraphicFramePr>
        <p:xfrm>
          <a:off x="1969929" y="2841742"/>
          <a:ext cx="3530519" cy="482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040" imgH="215640" progId="Equation.DSMT4">
                  <p:embed/>
                </p:oleObj>
              </mc:Choice>
              <mc:Fallback>
                <p:oleObj name="Equation" r:id="rId7" imgW="156204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929" y="2841742"/>
                        <a:ext cx="3530519" cy="482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889029"/>
              </p:ext>
            </p:extLst>
          </p:nvPr>
        </p:nvGraphicFramePr>
        <p:xfrm>
          <a:off x="1969060" y="3286382"/>
          <a:ext cx="1831692" cy="106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495000" progId="Equation.DSMT4">
                  <p:embed/>
                </p:oleObj>
              </mc:Choice>
              <mc:Fallback>
                <p:oleObj name="Equation" r:id="rId9" imgW="838080" imgH="4950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060" y="3286382"/>
                        <a:ext cx="1831692" cy="1064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85800" y="927100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400800" imgH="4572000" progId="Equation.DSMT4">
                  <p:embed/>
                </p:oleObj>
              </mc:Choice>
              <mc:Fallback>
                <p:oleObj name="Equation" r:id="rId11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27100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77997"/>
              </p:ext>
            </p:extLst>
          </p:nvPr>
        </p:nvGraphicFramePr>
        <p:xfrm>
          <a:off x="1497152" y="764704"/>
          <a:ext cx="4232585" cy="1058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81080" imgH="495000" progId="Equation.DSMT4">
                  <p:embed/>
                </p:oleObj>
              </mc:Choice>
              <mc:Fallback>
                <p:oleObj name="Equation" r:id="rId13" imgW="1981080" imgH="4950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152" y="764704"/>
                        <a:ext cx="4232585" cy="1058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739845"/>
              </p:ext>
            </p:extLst>
          </p:nvPr>
        </p:nvGraphicFramePr>
        <p:xfrm>
          <a:off x="1485669" y="4514678"/>
          <a:ext cx="4819936" cy="455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73040" imgH="215640" progId="Equation.DSMT4">
                  <p:embed/>
                </p:oleObj>
              </mc:Choice>
              <mc:Fallback>
                <p:oleObj name="Equation" r:id="rId15" imgW="2273040" imgH="2156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669" y="4514678"/>
                        <a:ext cx="4819936" cy="455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350315"/>
              </p:ext>
            </p:extLst>
          </p:nvPr>
        </p:nvGraphicFramePr>
        <p:xfrm>
          <a:off x="5287739" y="5407706"/>
          <a:ext cx="949165" cy="455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19040" imgH="203040" progId="Equation.DSMT4">
                  <p:embed/>
                </p:oleObj>
              </mc:Choice>
              <mc:Fallback>
                <p:oleObj name="Equation" r:id="rId17" imgW="419040" imgH="2030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739" y="5407706"/>
                        <a:ext cx="949165" cy="455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678323"/>
              </p:ext>
            </p:extLst>
          </p:nvPr>
        </p:nvGraphicFramePr>
        <p:xfrm>
          <a:off x="2246694" y="5134214"/>
          <a:ext cx="3178726" cy="109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34960" imgH="495000" progId="Equation.DSMT4">
                  <p:embed/>
                </p:oleObj>
              </mc:Choice>
              <mc:Fallback>
                <p:oleObj name="Equation" r:id="rId19" imgW="1434960" imgH="49500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694" y="5134214"/>
                        <a:ext cx="3178726" cy="109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6744072" y="836613"/>
            <a:ext cx="0" cy="56167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104822" y="958850"/>
          <a:ext cx="4029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2976800" imgH="5181600" progId="Equation.DSMT4">
                  <p:embed/>
                </p:oleObj>
              </mc:Choice>
              <mc:Fallback>
                <p:oleObj name="Equation" r:id="rId21" imgW="42976800" imgH="518160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822" y="958850"/>
                        <a:ext cx="4029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318240"/>
              </p:ext>
            </p:extLst>
          </p:nvPr>
        </p:nvGraphicFramePr>
        <p:xfrm>
          <a:off x="7416115" y="1726734"/>
          <a:ext cx="439166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57400" imgH="444240" progId="Equation.DSMT4">
                  <p:embed/>
                </p:oleObj>
              </mc:Choice>
              <mc:Fallback>
                <p:oleObj name="Equation" r:id="rId23" imgW="2057400" imgH="44424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115" y="1726734"/>
                        <a:ext cx="4391660" cy="965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139864"/>
              </p:ext>
            </p:extLst>
          </p:nvPr>
        </p:nvGraphicFramePr>
        <p:xfrm>
          <a:off x="8570868" y="2986972"/>
          <a:ext cx="2763999" cy="913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95280" imgH="431640" progId="Equation.DSMT4">
                  <p:embed/>
                </p:oleObj>
              </mc:Choice>
              <mc:Fallback>
                <p:oleObj name="Equation" r:id="rId25" imgW="1295280" imgH="43164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0868" y="2986972"/>
                        <a:ext cx="2763999" cy="913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157602"/>
              </p:ext>
            </p:extLst>
          </p:nvPr>
        </p:nvGraphicFramePr>
        <p:xfrm>
          <a:off x="7341229" y="2947016"/>
          <a:ext cx="1229639" cy="1060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71320" imgH="495000" progId="Equation.DSMT4">
                  <p:embed/>
                </p:oleObj>
              </mc:Choice>
              <mc:Fallback>
                <p:oleObj name="Equation" r:id="rId27" imgW="571320" imgH="49500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1229" y="2947016"/>
                        <a:ext cx="1229639" cy="1060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709687"/>
              </p:ext>
            </p:extLst>
          </p:nvPr>
        </p:nvGraphicFramePr>
        <p:xfrm>
          <a:off x="8570868" y="4058018"/>
          <a:ext cx="1469122" cy="915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85800" imgH="431640" progId="Equation.DSMT4">
                  <p:embed/>
                </p:oleObj>
              </mc:Choice>
              <mc:Fallback>
                <p:oleObj name="Equation" r:id="rId29" imgW="685800" imgH="4316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0868" y="4058018"/>
                        <a:ext cx="1469122" cy="915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65F691A-4D9C-E5CE-76D0-A17D84703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071232"/>
              </p:ext>
            </p:extLst>
          </p:nvPr>
        </p:nvGraphicFramePr>
        <p:xfrm>
          <a:off x="7353685" y="180685"/>
          <a:ext cx="41735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174240" imgH="638577" progId="Equation.DSMT4">
                  <p:embed/>
                </p:oleObj>
              </mc:Choice>
              <mc:Fallback>
                <p:oleObj name="Equation" r:id="rId31" imgW="4174240" imgH="638577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4F37681-E390-3D02-C73F-6257E0548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353685" y="180685"/>
                        <a:ext cx="4173537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26345" y="1843222"/>
          <a:ext cx="64293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00" imgH="10363200" progId="Equation.DSMT4">
                  <p:embed/>
                </p:oleObj>
              </mc:Choice>
              <mc:Fallback>
                <p:oleObj name="Equation" r:id="rId3" imgW="68580000" imgH="10363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345" y="1843222"/>
                        <a:ext cx="64293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99964" y="204624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0" imgH="4876800" progId="Equation.DSMT4">
                  <p:embed/>
                </p:oleObj>
              </mc:Choice>
              <mc:Fallback>
                <p:oleObj name="Equation" r:id="rId5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64" y="204624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397770" y="2997430"/>
          <a:ext cx="44577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7548800" imgH="5791200" progId="Equation.DSMT4">
                  <p:embed/>
                </p:oleObj>
              </mc:Choice>
              <mc:Fallback>
                <p:oleObj name="Equation" r:id="rId7" imgW="47548800" imgH="5791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770" y="2997430"/>
                        <a:ext cx="44577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917391" y="2799786"/>
          <a:ext cx="2057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945600" imgH="10058400" progId="Equation.DSMT4">
                  <p:embed/>
                </p:oleObj>
              </mc:Choice>
              <mc:Fallback>
                <p:oleObj name="Equation" r:id="rId9" imgW="21945600" imgH="100584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7391" y="2799786"/>
                        <a:ext cx="2057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85800" y="1041688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400800" imgH="4572000" progId="Equation.DSMT4">
                  <p:embed/>
                </p:oleObj>
              </mc:Choice>
              <mc:Fallback>
                <p:oleObj name="Equation" r:id="rId11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041688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512347" y="808960"/>
          <a:ext cx="87852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573600" imgH="10668000" progId="Equation.DSMT4">
                  <p:embed/>
                </p:oleObj>
              </mc:Choice>
              <mc:Fallback>
                <p:oleObj name="Equation" r:id="rId13" imgW="93573600" imgH="106680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347" y="808960"/>
                        <a:ext cx="878522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426345" y="4268345"/>
          <a:ext cx="22002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3469600" imgH="10668000" progId="Equation.DSMT4">
                  <p:embed/>
                </p:oleObj>
              </mc:Choice>
              <mc:Fallback>
                <p:oleObj name="Equation" r:id="rId15" imgW="23469600" imgH="10668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345" y="4268345"/>
                        <a:ext cx="22002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950853"/>
              </p:ext>
            </p:extLst>
          </p:nvPr>
        </p:nvGraphicFramePr>
        <p:xfrm>
          <a:off x="5957396" y="4163620"/>
          <a:ext cx="2057400" cy="1291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65160" imgH="609480" progId="Equation.DSMT4">
                  <p:embed/>
                </p:oleObj>
              </mc:Choice>
              <mc:Fallback>
                <p:oleObj name="Equation" r:id="rId17" imgW="965160" imgH="60948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396" y="4163620"/>
                        <a:ext cx="2057400" cy="1291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626620" y="3901412"/>
          <a:ext cx="2371725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298400" imgH="14935200" progId="Equation.DSMT4">
                  <p:embed/>
                </p:oleObj>
              </mc:Choice>
              <mc:Fallback>
                <p:oleObj name="Equation" r:id="rId19" imgW="25298400" imgH="1493520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6620" y="3901412"/>
                        <a:ext cx="2371725" cy="138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573236"/>
              </p:ext>
            </p:extLst>
          </p:nvPr>
        </p:nvGraphicFramePr>
        <p:xfrm>
          <a:off x="7974791" y="4368478"/>
          <a:ext cx="1066378" cy="816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20560" imgH="406080" progId="Equation.DSMT4">
                  <p:embed/>
                </p:oleObj>
              </mc:Choice>
              <mc:Fallback>
                <p:oleObj name="Equation" r:id="rId21" imgW="520560" imgH="40608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4791" y="4368478"/>
                        <a:ext cx="1066378" cy="816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12223" y="1476865"/>
            <a:ext cx="3109229" cy="2712955"/>
          </a:xfrm>
          <a:prstGeom prst="rect">
            <a:avLst/>
          </a:prstGeom>
        </p:spPr>
      </p:pic>
      <p:sp>
        <p:nvSpPr>
          <p:cNvPr id="16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7E0D146-1643-E260-E928-F25BE6068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071232"/>
              </p:ext>
            </p:extLst>
          </p:nvPr>
        </p:nvGraphicFramePr>
        <p:xfrm>
          <a:off x="7353685" y="180685"/>
          <a:ext cx="41735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174240" imgH="638577" progId="Equation.DSMT4">
                  <p:embed/>
                </p:oleObj>
              </mc:Choice>
              <mc:Fallback>
                <p:oleObj name="Equation" r:id="rId24" imgW="4174240" imgH="638577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4F37681-E390-3D02-C73F-6257E0548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353685" y="180685"/>
                        <a:ext cx="4173537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99964" y="204624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876800" progId="Equation.DSMT4">
                  <p:embed/>
                </p:oleObj>
              </mc:Choice>
              <mc:Fallback>
                <p:oleObj name="Equation" r:id="rId3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64" y="204624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462683" y="1985963"/>
          <a:ext cx="508635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254400" imgH="5791200" progId="Equation.DSMT4">
                  <p:embed/>
                </p:oleObj>
              </mc:Choice>
              <mc:Fallback>
                <p:oleObj name="Equation" r:id="rId5" imgW="54254400" imgH="5791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683" y="1985963"/>
                        <a:ext cx="508635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425766" y="2716182"/>
          <a:ext cx="60579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617600" imgH="5486400" progId="Equation.DSMT4">
                  <p:embed/>
                </p:oleObj>
              </mc:Choice>
              <mc:Fallback>
                <p:oleObj name="Equation" r:id="rId7" imgW="64617600" imgH="54864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766" y="2716182"/>
                        <a:ext cx="60579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85800" y="1041688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00800" imgH="4572000" progId="Equation.DSMT4">
                  <p:embed/>
                </p:oleObj>
              </mc:Choice>
              <mc:Fallback>
                <p:oleObj name="Equation" r:id="rId9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041688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512347" y="808960"/>
          <a:ext cx="87852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3573600" imgH="10668000" progId="Equation.DSMT4">
                  <p:embed/>
                </p:oleObj>
              </mc:Choice>
              <mc:Fallback>
                <p:oleObj name="Equation" r:id="rId11" imgW="93573600" imgH="106680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347" y="808960"/>
                        <a:ext cx="878522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422105" y="4023015"/>
          <a:ext cx="22002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469600" imgH="10668000" progId="Equation.DSMT4">
                  <p:embed/>
                </p:oleObj>
              </mc:Choice>
              <mc:Fallback>
                <p:oleObj name="Equation" r:id="rId13" imgW="23469600" imgH="10668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105" y="4023015"/>
                        <a:ext cx="22002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383481" y="5013040"/>
          <a:ext cx="4343400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6329600" imgH="16154400" progId="Equation.DSMT4">
                  <p:embed/>
                </p:oleObj>
              </mc:Choice>
              <mc:Fallback>
                <p:oleObj name="Equation" r:id="rId15" imgW="46329600" imgH="161544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481" y="5013040"/>
                        <a:ext cx="4343400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634310" y="4039444"/>
          <a:ext cx="491490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425600" imgH="11277600" progId="Equation.DSMT4">
                  <p:embed/>
                </p:oleObj>
              </mc:Choice>
              <mc:Fallback>
                <p:oleObj name="Equation" r:id="rId17" imgW="52425600" imgH="1127760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4310" y="4039444"/>
                        <a:ext cx="4914900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24004"/>
              </p:ext>
            </p:extLst>
          </p:nvPr>
        </p:nvGraphicFramePr>
        <p:xfrm>
          <a:off x="1422105" y="3394684"/>
          <a:ext cx="6140641" cy="49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79480" imgH="215640" progId="Equation.DSMT4">
                  <p:embed/>
                </p:oleObj>
              </mc:Choice>
              <mc:Fallback>
                <p:oleObj name="Equation" r:id="rId19" imgW="2679480" imgH="2156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105" y="3394684"/>
                        <a:ext cx="6140641" cy="492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175219"/>
              </p:ext>
            </p:extLst>
          </p:nvPr>
        </p:nvGraphicFramePr>
        <p:xfrm>
          <a:off x="5726881" y="5264303"/>
          <a:ext cx="4689567" cy="1326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34880" imgH="634680" progId="Equation.DSMT4">
                  <p:embed/>
                </p:oleObj>
              </mc:Choice>
              <mc:Fallback>
                <p:oleObj name="Equation" r:id="rId21" imgW="2234880" imgH="63468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881" y="5264303"/>
                        <a:ext cx="4689567" cy="1326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638162"/>
              </p:ext>
            </p:extLst>
          </p:nvPr>
        </p:nvGraphicFramePr>
        <p:xfrm>
          <a:off x="10416448" y="5736428"/>
          <a:ext cx="6286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05600" imgH="4267200" progId="Equation.DSMT4">
                  <p:embed/>
                </p:oleObj>
              </mc:Choice>
              <mc:Fallback>
                <p:oleObj name="Equation" r:id="rId23" imgW="6705600" imgH="42672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6448" y="5736428"/>
                        <a:ext cx="6286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99862" y="1487040"/>
            <a:ext cx="2530059" cy="2712955"/>
          </a:xfrm>
          <a:prstGeom prst="rect">
            <a:avLst/>
          </a:prstGeom>
        </p:spPr>
      </p:pic>
      <p:sp>
        <p:nvSpPr>
          <p:cNvPr id="24" name="内容占位符 3"/>
          <p:cNvSpPr txBox="1"/>
          <p:nvPr/>
        </p:nvSpPr>
        <p:spPr>
          <a:xfrm>
            <a:off x="1343025" y="106363"/>
            <a:ext cx="4673773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柯西积分公式及其推论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8378883-AC3E-00D2-3922-9BB199069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071232"/>
              </p:ext>
            </p:extLst>
          </p:nvPr>
        </p:nvGraphicFramePr>
        <p:xfrm>
          <a:off x="7353685" y="180685"/>
          <a:ext cx="41735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174240" imgH="638577" progId="Equation.DSMT4">
                  <p:embed/>
                </p:oleObj>
              </mc:Choice>
              <mc:Fallback>
                <p:oleObj name="Equation" r:id="rId26" imgW="4174240" imgH="638577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4F37681-E390-3D02-C73F-6257E0548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353685" y="180685"/>
                        <a:ext cx="4173537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§3.3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教材第三章习题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12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197</Words>
  <Application>Microsoft Office PowerPoint</Application>
  <PresentationFormat>宽屏</PresentationFormat>
  <Paragraphs>39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等线</vt:lpstr>
      <vt:lpstr>等线 Light</vt:lpstr>
      <vt:lpstr>华文楷体</vt:lpstr>
      <vt:lpstr>楷体</vt:lpstr>
      <vt:lpstr>楷体_GB2312</vt:lpstr>
      <vt:lpstr>Arial</vt:lpstr>
      <vt:lpstr>Calibri</vt:lpstr>
      <vt:lpstr>Calibri Light</vt:lpstr>
      <vt:lpstr>Times New Roman</vt:lpstr>
      <vt:lpstr>Office 主题​​</vt:lpstr>
      <vt:lpstr>新媒体</vt:lpstr>
      <vt:lpstr>1_新媒体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64</cp:revision>
  <dcterms:created xsi:type="dcterms:W3CDTF">2025-07-30T03:30:37Z</dcterms:created>
  <dcterms:modified xsi:type="dcterms:W3CDTF">2025-10-29T02:30:20Z</dcterms:modified>
</cp:coreProperties>
</file>