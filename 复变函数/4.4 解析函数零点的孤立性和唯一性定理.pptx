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524" r:id="rId3"/>
    <p:sldId id="949" r:id="rId4"/>
    <p:sldId id="950" r:id="rId5"/>
    <p:sldId id="975" r:id="rId6"/>
    <p:sldId id="973" r:id="rId7"/>
    <p:sldId id="972" r:id="rId8"/>
    <p:sldId id="953" r:id="rId9"/>
    <p:sldId id="974" r:id="rId10"/>
    <p:sldId id="955" r:id="rId11"/>
    <p:sldId id="956" r:id="rId12"/>
    <p:sldId id="958" r:id="rId13"/>
    <p:sldId id="977" r:id="rId14"/>
    <p:sldId id="961" r:id="rId15"/>
    <p:sldId id="964" r:id="rId16"/>
    <p:sldId id="967" r:id="rId17"/>
    <p:sldId id="68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2F9F5-A0C0-4429-B843-57D3C17DAEDB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99884-9D54-4B59-B66E-31BC6A84E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95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CB553-1E5C-096C-27C1-52735FCF0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917DC8-4CC1-7152-A316-BA4D64EBC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048AD0-CFB8-7953-796A-C4A04B47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311242-86CA-9136-ABF1-1E508022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DD04D-354C-D75D-E1DC-25C04585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38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56BF0-9CC5-D882-45E7-8EF55473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320920-63B1-5049-CB93-E8C2605BD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1CF3E6-8F26-6930-84C3-5CC4C68E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05FA10-D591-1B47-0C1D-EE9C5A3F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21C8B8-F722-56EC-98C3-7DAFA774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09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5F5CE-7899-F91A-A059-79779345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F8B29A-9B3C-6278-D11D-4E3B4A3C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CDE206-90FD-8FAA-2E1A-F794B8AAA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1B952F-419A-323B-E2E8-3CDCE36B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5CA4C5-481B-68E2-9DBC-35F5EFED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9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25653-89CA-A23C-BD6C-E9B9439E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6AF58-361D-EF9B-98A4-CBABC7EF2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A5DEC9-3F58-8E2E-2861-36FCA739B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3117AB-0145-D492-7607-2B5ACADF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3E3EA0-4EFD-41EE-8DE6-B631FB15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FEB5B5-858D-DAD7-9F79-C9A36F09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0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8F63-3446-34F4-926B-94BAD2B0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728461-EF0F-6EBF-245B-059EEA172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386B83-647B-526E-6EAC-5EC6B6A67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1FAC45-93D1-5ECE-B36A-F660248A3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CAEB9E-4E24-01BA-2FCA-C47590D58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42053E-A22B-8213-0CA4-1281295F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042943-7C54-1C32-B70C-54A139AB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017A02-995E-8246-6F9C-9180AF9F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97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783E7-D893-BB3F-9CFD-2F997554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C3B17F-0DB5-EBBE-6042-D47B2714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8BE94A-8554-0DEE-D5A7-6EDEDC5EE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78C603-9905-1899-CFE2-30062878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97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ADF0EF-4AD3-4911-499A-2808A1D5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45721B-96EB-68F4-24CC-2BD2C3F1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AF744-8818-B0B1-6D77-E4506F6F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92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6FF7D-F2B1-BBD8-7D6F-F1F709E2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C813F-C6C7-2F8B-4E65-183F73D3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75A865-9561-F7EA-F838-04EC314D5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ADD6FC-AEDF-6426-7D73-307DC577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085564-0D56-573B-BFF6-5BCD5E2B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8716C0-C2E7-BFA9-5B6B-63E7B22A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50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0C0A8-1BB6-4D38-DF7A-CE033059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C2003A-943A-2494-3475-59A07A851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D18580-9AC7-72E4-987E-4DE86F5CF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89B02-EA9C-D520-4A1F-B25E1567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1E3409-B614-337C-7A2D-0DE2AA8D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A0DCE5-481E-F094-0531-F8300206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89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1C0B0-74EB-0F61-0B2C-F2283603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579742-D46A-9D3D-DCAC-BB7C39230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E7AD9-D66E-ECEB-27E3-8ABE32C7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11B6FC-16AD-C3AF-7E52-8344CE1E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8536D7-8A17-2D95-93EF-7B9C31BD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85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E83B37-0905-89A0-6D32-CB01D5F9A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2170E4-08FA-A22A-CC4A-CAEA7AA4F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224879-2EDE-A382-BD9F-DE0DE152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7D6D70-6368-A055-133E-CBB52AFF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AB4EF-23E0-ACDF-302A-1F355DC6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210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526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438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253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03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702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48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4897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886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2944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043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365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33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7B4712E-50E6-FA02-29EC-DBFC2481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E6CAF-D4EC-41BE-D7C2-E5570052A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48EA8F-3815-3B8C-6FED-1D9D04509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F49C9-6F2B-40D2-8171-DE9516606F1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B719CD-6BCF-902F-A6F7-21FCBA6D7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C334E-7A0C-144B-E86E-8B0DFDD4D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C9202-F4B3-4279-82D6-06252FE59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72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8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8.bin"/><Relationship Id="rId3" Type="http://schemas.openxmlformats.org/officeDocument/2006/relationships/audio" Target="../media/audio1.wav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1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7.bin"/><Relationship Id="rId1" Type="http://schemas.openxmlformats.org/officeDocument/2006/relationships/tags" Target="../tags/tag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2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audio" Target="../media/audio1.wav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3.wmf"/><Relationship Id="rId26" Type="http://schemas.openxmlformats.org/officeDocument/2006/relationships/oleObject" Target="../embeddings/oleObject23.bin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19.bin"/><Relationship Id="rId25" Type="http://schemas.openxmlformats.org/officeDocument/2006/relationships/image" Target="../media/image27.png"/><Relationship Id="rId33" Type="http://schemas.openxmlformats.org/officeDocument/2006/relationships/image" Target="../media/image31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29" Type="http://schemas.openxmlformats.org/officeDocument/2006/relationships/image" Target="../media/image29.emf"/><Relationship Id="rId1" Type="http://schemas.openxmlformats.org/officeDocument/2006/relationships/tags" Target="../tags/tag3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26.wmf"/><Relationship Id="rId32" Type="http://schemas.openxmlformats.org/officeDocument/2006/relationships/oleObject" Target="../embeddings/oleObject2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oleObject" Target="../embeddings/oleObject24.bin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20.bin"/><Relationship Id="rId31" Type="http://schemas.openxmlformats.org/officeDocument/2006/relationships/image" Target="../media/image30.e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1.wmf"/><Relationship Id="rId22" Type="http://schemas.openxmlformats.org/officeDocument/2006/relationships/image" Target="../media/image25.wmf"/><Relationship Id="rId27" Type="http://schemas.openxmlformats.org/officeDocument/2006/relationships/image" Target="../media/image28.wmf"/><Relationship Id="rId30" Type="http://schemas.openxmlformats.org/officeDocument/2006/relationships/oleObject" Target="../embeddings/oleObject25.bin"/><Relationship Id="rId8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36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tags" Target="../tags/tag4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8.wmf"/><Relationship Id="rId1" Type="http://schemas.openxmlformats.org/officeDocument/2006/relationships/tags" Target="../tags/tag5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7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6.wmf"/><Relationship Id="rId20" Type="http://schemas.openxmlformats.org/officeDocument/2006/relationships/image" Target="../media/image58.wmf"/><Relationship Id="rId1" Type="http://schemas.openxmlformats.org/officeDocument/2006/relationships/tags" Target="../tags/tag6.x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60.w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5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tags" Target="../tags/tag7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0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6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6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7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7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9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9516" y="3020187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第四章 解析函数的幂级数表示法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7193560-03D2-E1B0-A39E-1B0B09CCBF72}"/>
              </a:ext>
            </a:extLst>
          </p:cNvPr>
          <p:cNvSpPr txBox="1"/>
          <p:nvPr/>
        </p:nvSpPr>
        <p:spPr>
          <a:xfrm>
            <a:off x="2412401" y="3935812"/>
            <a:ext cx="7352022" cy="4786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4.4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解析函数零点的孤立性和唯一性定理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4"/>
          <p:cNvSpPr>
            <a:spLocks noRot="1" noChangeArrowheads="1"/>
          </p:cNvSpPr>
          <p:nvPr/>
        </p:nvSpPr>
        <p:spPr bwMode="auto">
          <a:xfrm>
            <a:off x="696913" y="719907"/>
            <a:ext cx="5399087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一  解析函数的零点的孤立性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49547" y="1214158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4.7</a:t>
            </a:r>
          </a:p>
        </p:txBody>
      </p:sp>
      <p:graphicFrame>
        <p:nvGraphicFramePr>
          <p:cNvPr id="25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643331"/>
              </p:ext>
            </p:extLst>
          </p:nvPr>
        </p:nvGraphicFramePr>
        <p:xfrm>
          <a:off x="2228114" y="1279026"/>
          <a:ext cx="9094304" cy="43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22760" imgH="215640" progId="Equation.DSMT4">
                  <p:embed/>
                </p:oleObj>
              </mc:Choice>
              <mc:Fallback>
                <p:oleObj name="Equation" r:id="rId4" imgW="4622760" imgH="21564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114" y="1279026"/>
                        <a:ext cx="9094304" cy="436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046686"/>
              </p:ext>
            </p:extLst>
          </p:nvPr>
        </p:nvGraphicFramePr>
        <p:xfrm>
          <a:off x="1794122" y="2028938"/>
          <a:ext cx="8695706" cy="92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60560" imgH="495000" progId="Equation.DSMT4">
                  <p:embed/>
                </p:oleObj>
              </mc:Choice>
              <mc:Fallback>
                <p:oleObj name="Equation" r:id="rId6" imgW="4660560" imgH="495000" progId="Equation.DSMT4">
                  <p:embed/>
                  <p:pic>
                    <p:nvPicPr>
                      <p:cNvPr id="26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122" y="2028938"/>
                        <a:ext cx="8695706" cy="927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854584"/>
              </p:ext>
            </p:extLst>
          </p:nvPr>
        </p:nvGraphicFramePr>
        <p:xfrm>
          <a:off x="749547" y="3174761"/>
          <a:ext cx="64817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71800" imgH="215640" progId="Equation.DSMT4">
                  <p:embed/>
                </p:oleObj>
              </mc:Choice>
              <mc:Fallback>
                <p:oleObj name="Equation" r:id="rId8" imgW="2971800" imgH="215640" progId="Equation.DSMT4">
                  <p:embed/>
                  <p:pic>
                    <p:nvPicPr>
                      <p:cNvPr id="27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47" y="3174761"/>
                        <a:ext cx="6481763" cy="4683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551283"/>
              </p:ext>
            </p:extLst>
          </p:nvPr>
        </p:nvGraphicFramePr>
        <p:xfrm>
          <a:off x="1045369" y="3734764"/>
          <a:ext cx="8695706" cy="472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30440" imgH="241200" progId="Equation.DSMT4">
                  <p:embed/>
                </p:oleObj>
              </mc:Choice>
              <mc:Fallback>
                <p:oleObj name="Equation" r:id="rId10" imgW="4330440" imgH="241200" progId="Equation.DSMT4">
                  <p:embed/>
                  <p:pic>
                    <p:nvPicPr>
                      <p:cNvPr id="2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3734764"/>
                        <a:ext cx="8695706" cy="472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135117"/>
              </p:ext>
            </p:extLst>
          </p:nvPr>
        </p:nvGraphicFramePr>
        <p:xfrm>
          <a:off x="1045369" y="4268663"/>
          <a:ext cx="101917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86400" imgH="482400" progId="Equation.DSMT4">
                  <p:embed/>
                </p:oleObj>
              </mc:Choice>
              <mc:Fallback>
                <p:oleObj name="Equation" r:id="rId12" imgW="5486400" imgH="4824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4268663"/>
                        <a:ext cx="101917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050833"/>
              </p:ext>
            </p:extLst>
          </p:nvPr>
        </p:nvGraphicFramePr>
        <p:xfrm>
          <a:off x="2816293" y="4747762"/>
          <a:ext cx="559593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55800" imgH="241200" progId="Equation.DSMT4">
                  <p:embed/>
                </p:oleObj>
              </mc:Choice>
              <mc:Fallback>
                <p:oleObj name="Equation" r:id="rId14" imgW="2755800" imgH="241200" progId="Equation.DSMT4">
                  <p:embed/>
                  <p:pic>
                    <p:nvPicPr>
                      <p:cNvPr id="3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93" y="4747762"/>
                        <a:ext cx="559593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217247"/>
              </p:ext>
            </p:extLst>
          </p:nvPr>
        </p:nvGraphicFramePr>
        <p:xfrm>
          <a:off x="1045369" y="5244084"/>
          <a:ext cx="8888311" cy="436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94160" imgH="215640" progId="Equation.DSMT4">
                  <p:embed/>
                </p:oleObj>
              </mc:Choice>
              <mc:Fallback>
                <p:oleObj name="Equation" r:id="rId16" imgW="4394160" imgH="215640" progId="Equation.DSMT4">
                  <p:embed/>
                  <p:pic>
                    <p:nvPicPr>
                      <p:cNvPr id="3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5244084"/>
                        <a:ext cx="8888311" cy="436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03F5EC1-5B8B-1D2E-5F4A-48AF0519DB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170855"/>
              </p:ext>
            </p:extLst>
          </p:nvPr>
        </p:nvGraphicFramePr>
        <p:xfrm>
          <a:off x="9080299" y="2934143"/>
          <a:ext cx="1828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28211" imgH="266523" progId="Equation.DSMT4">
                  <p:embed/>
                </p:oleObj>
              </mc:Choice>
              <mc:Fallback>
                <p:oleObj name="Equation" r:id="rId18" imgW="1828211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080299" y="2934143"/>
                        <a:ext cx="1828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4"/>
          <p:cNvSpPr>
            <a:spLocks noRot="1" noChangeArrowheads="1"/>
          </p:cNvSpPr>
          <p:nvPr/>
        </p:nvSpPr>
        <p:spPr bwMode="auto">
          <a:xfrm>
            <a:off x="696913" y="719907"/>
            <a:ext cx="5399087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一  解析函数的零点的孤立性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49547" y="1358230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4.18</a:t>
            </a:r>
          </a:p>
        </p:txBody>
      </p:sp>
      <p:graphicFrame>
        <p:nvGraphicFramePr>
          <p:cNvPr id="25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914020"/>
              </p:ext>
            </p:extLst>
          </p:nvPr>
        </p:nvGraphicFramePr>
        <p:xfrm>
          <a:off x="2439988" y="1398539"/>
          <a:ext cx="7077599" cy="405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86200" imgH="215640" progId="Equation.DSMT4">
                  <p:embed/>
                </p:oleObj>
              </mc:Choice>
              <mc:Fallback>
                <p:oleObj name="Equation" r:id="rId4" imgW="3886200" imgH="21564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1398539"/>
                        <a:ext cx="7077599" cy="405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599285"/>
              </p:ext>
            </p:extLst>
          </p:nvPr>
        </p:nvGraphicFramePr>
        <p:xfrm>
          <a:off x="4972050" y="1916113"/>
          <a:ext cx="60372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62240" imgH="228600" progId="Equation.DSMT4">
                  <p:embed/>
                </p:oleObj>
              </mc:Choice>
              <mc:Fallback>
                <p:oleObj name="Equation" r:id="rId6" imgW="3162240" imgH="228600" progId="Equation.DSMT4">
                  <p:embed/>
                  <p:pic>
                    <p:nvPicPr>
                      <p:cNvPr id="26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1916113"/>
                        <a:ext cx="6037263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799689"/>
              </p:ext>
            </p:extLst>
          </p:nvPr>
        </p:nvGraphicFramePr>
        <p:xfrm>
          <a:off x="2439988" y="2497137"/>
          <a:ext cx="837088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57520" imgH="482400" progId="Equation.DSMT4">
                  <p:embed/>
                </p:oleObj>
              </mc:Choice>
              <mc:Fallback>
                <p:oleObj name="Equation" r:id="rId8" imgW="4457520" imgH="482400" progId="Equation.DSMT4">
                  <p:embed/>
                  <p:pic>
                    <p:nvPicPr>
                      <p:cNvPr id="2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2497137"/>
                        <a:ext cx="8370887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40"/>
          <p:cNvGrpSpPr/>
          <p:nvPr/>
        </p:nvGrpSpPr>
        <p:grpSpPr bwMode="auto">
          <a:xfrm>
            <a:off x="1631505" y="1696864"/>
            <a:ext cx="8112125" cy="466725"/>
            <a:chOff x="336" y="1181"/>
            <a:chExt cx="5110" cy="294"/>
          </a:xfrm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336" y="1183"/>
              <a:ext cx="650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852" y="1181"/>
              <a:ext cx="45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设函数         在     处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解析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，则下列条件是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等价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的：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9" name="Object 16"/>
            <p:cNvGraphicFramePr/>
            <p:nvPr/>
          </p:nvGraphicFramePr>
          <p:xfrm>
            <a:off x="1502" y="1237"/>
            <a:ext cx="39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35000" imgH="342900" progId="Equation.3">
                    <p:embed/>
                  </p:oleObj>
                </mc:Choice>
                <mc:Fallback>
                  <p:oleObj name="公式" r:id="rId3" imgW="635000" imgH="342900" progId="Equation.3">
                    <p:embed/>
                    <p:pic>
                      <p:nvPicPr>
                        <p:cNvPr id="9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1237"/>
                          <a:ext cx="39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5"/>
            <p:cNvGraphicFramePr/>
            <p:nvPr/>
          </p:nvGraphicFramePr>
          <p:xfrm>
            <a:off x="2152" y="1200"/>
            <a:ext cx="17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79400" imgH="381000" progId="Equation.3">
                    <p:embed/>
                  </p:oleObj>
                </mc:Choice>
                <mc:Fallback>
                  <p:oleObj name="公式" r:id="rId5" imgW="279400" imgH="381000" progId="Equation.3">
                    <p:embed/>
                    <p:pic>
                      <p:nvPicPr>
                        <p:cNvPr id="10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" y="1200"/>
                          <a:ext cx="176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41"/>
          <p:cNvGrpSpPr/>
          <p:nvPr/>
        </p:nvGrpSpPr>
        <p:grpSpPr bwMode="auto">
          <a:xfrm>
            <a:off x="2496085" y="2264740"/>
            <a:ext cx="3860800" cy="461963"/>
            <a:chOff x="854" y="1571"/>
            <a:chExt cx="2432" cy="291"/>
          </a:xfrm>
        </p:grpSpPr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854" y="1571"/>
              <a:ext cx="2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         的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阶零点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13" name="Object 17"/>
            <p:cNvGraphicFramePr/>
            <p:nvPr/>
          </p:nvGraphicFramePr>
          <p:xfrm>
            <a:off x="1210" y="1593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79400" imgH="381000" progId="Equation.3">
                    <p:embed/>
                  </p:oleObj>
                </mc:Choice>
                <mc:Fallback>
                  <p:oleObj name="公式" r:id="rId7" imgW="279400" imgH="381000" progId="Equation.3">
                    <p:embed/>
                    <p:pic>
                      <p:nvPicPr>
                        <p:cNvPr id="13" name="Object 1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0" y="1593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7"/>
            <p:cNvGraphicFramePr/>
            <p:nvPr/>
          </p:nvGraphicFramePr>
          <p:xfrm>
            <a:off x="1626" y="1622"/>
            <a:ext cx="3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35000" imgH="342900" progId="Equation.3">
                    <p:embed/>
                  </p:oleObj>
                </mc:Choice>
                <mc:Fallback>
                  <p:oleObj name="公式" r:id="rId9" imgW="635000" imgH="342900" progId="Equation.3">
                    <p:embed/>
                    <p:pic>
                      <p:nvPicPr>
                        <p:cNvPr id="14" name="Object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6" y="1622"/>
                          <a:ext cx="399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42"/>
          <p:cNvGrpSpPr/>
          <p:nvPr/>
        </p:nvGrpSpPr>
        <p:grpSpPr bwMode="auto">
          <a:xfrm>
            <a:off x="2496085" y="5152137"/>
            <a:ext cx="6856412" cy="461963"/>
            <a:chOff x="853" y="1972"/>
            <a:chExt cx="4319" cy="291"/>
          </a:xfrm>
        </p:grpSpPr>
        <p:graphicFrame>
          <p:nvGraphicFramePr>
            <p:cNvPr id="16" name="Object 19"/>
            <p:cNvGraphicFramePr/>
            <p:nvPr>
              <p:extLst>
                <p:ext uri="{D42A27DB-BD31-4B8C-83A1-F6EECF244321}">
                  <p14:modId xmlns:p14="http://schemas.microsoft.com/office/powerpoint/2010/main" val="212831689"/>
                </p:ext>
              </p:extLst>
            </p:nvPr>
          </p:nvGraphicFramePr>
          <p:xfrm>
            <a:off x="1206" y="1974"/>
            <a:ext cx="1032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37665" imgH="444500" progId="Equation.3">
                    <p:embed/>
                  </p:oleObj>
                </mc:Choice>
                <mc:Fallback>
                  <p:oleObj name="公式" r:id="rId11" imgW="1637665" imgH="444500" progId="Equation.3">
                    <p:embed/>
                    <p:pic>
                      <p:nvPicPr>
                        <p:cNvPr id="16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6" y="1974"/>
                          <a:ext cx="1032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26"/>
            <p:cNvSpPr>
              <a:spLocks noChangeArrowheads="1"/>
            </p:cNvSpPr>
            <p:nvPr/>
          </p:nvSpPr>
          <p:spPr bwMode="auto">
            <a:xfrm>
              <a:off x="853" y="1972"/>
              <a:ext cx="39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Object 29"/>
            <p:cNvGraphicFramePr/>
            <p:nvPr/>
          </p:nvGraphicFramePr>
          <p:xfrm>
            <a:off x="4108" y="1973"/>
            <a:ext cx="106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688465" imgH="444500" progId="Equation.3">
                    <p:embed/>
                  </p:oleObj>
                </mc:Choice>
                <mc:Fallback>
                  <p:oleObj name="公式" r:id="rId13" imgW="1688465" imgH="444500" progId="Equation.3">
                    <p:embed/>
                    <p:pic>
                      <p:nvPicPr>
                        <p:cNvPr id="18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1973"/>
                          <a:ext cx="1064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30"/>
            <p:cNvGraphicFramePr/>
            <p:nvPr>
              <p:extLst>
                <p:ext uri="{D42A27DB-BD31-4B8C-83A1-F6EECF244321}">
                  <p14:modId xmlns:p14="http://schemas.microsoft.com/office/powerpoint/2010/main" val="3246484565"/>
                </p:ext>
              </p:extLst>
            </p:nvPr>
          </p:nvGraphicFramePr>
          <p:xfrm>
            <a:off x="2324" y="2028"/>
            <a:ext cx="164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616200" imgH="342900" progId="Equation.DSMT4">
                    <p:embed/>
                  </p:oleObj>
                </mc:Choice>
                <mc:Fallback>
                  <p:oleObj name="Equation" r:id="rId15" imgW="2616200" imgH="342900" progId="Equation.DSMT4">
                    <p:embed/>
                    <p:pic>
                      <p:nvPicPr>
                        <p:cNvPr id="20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4" y="2028"/>
                          <a:ext cx="1648" cy="2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12"/>
          <p:cNvGraphicFramePr/>
          <p:nvPr>
            <p:extLst>
              <p:ext uri="{D42A27DB-BD31-4B8C-83A1-F6EECF244321}">
                <p14:modId xmlns:p14="http://schemas.microsoft.com/office/powerpoint/2010/main" val="1294618478"/>
              </p:ext>
            </p:extLst>
          </p:nvPr>
        </p:nvGraphicFramePr>
        <p:xfrm>
          <a:off x="3482530" y="3445649"/>
          <a:ext cx="52800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5283200" imgH="444500" progId="Equation.3">
                  <p:embed/>
                </p:oleObj>
              </mc:Choice>
              <mc:Fallback>
                <p:oleObj name="公式" r:id="rId17" imgW="5283200" imgH="444500" progId="Equation.3">
                  <p:embed/>
                  <p:pic>
                    <p:nvPicPr>
                      <p:cNvPr id="21" name="Object 1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530" y="3445649"/>
                        <a:ext cx="5280025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55"/>
          <p:cNvGrpSpPr/>
          <p:nvPr/>
        </p:nvGrpSpPr>
        <p:grpSpPr bwMode="auto">
          <a:xfrm>
            <a:off x="8791452" y="3445649"/>
            <a:ext cx="1731964" cy="461963"/>
            <a:chOff x="-881" y="3235"/>
            <a:chExt cx="1091" cy="291"/>
          </a:xfrm>
        </p:grpSpPr>
        <p:sp>
          <p:nvSpPr>
            <p:cNvPr id="23" name="Rectangle 32"/>
            <p:cNvSpPr>
              <a:spLocks noChangeArrowheads="1"/>
            </p:cNvSpPr>
            <p:nvPr/>
          </p:nvSpPr>
          <p:spPr bwMode="auto">
            <a:xfrm>
              <a:off x="-881" y="3235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</a:t>
              </a:r>
            </a:p>
          </p:txBody>
        </p:sp>
        <p:graphicFrame>
          <p:nvGraphicFramePr>
            <p:cNvPr id="24" name="Object 33"/>
            <p:cNvGraphicFramePr/>
            <p:nvPr>
              <p:extLst>
                <p:ext uri="{D42A27DB-BD31-4B8C-83A1-F6EECF244321}">
                  <p14:modId xmlns:p14="http://schemas.microsoft.com/office/powerpoint/2010/main" val="702586002"/>
                </p:ext>
              </p:extLst>
            </p:nvPr>
          </p:nvGraphicFramePr>
          <p:xfrm>
            <a:off x="-406" y="3261"/>
            <a:ext cx="61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977900" imgH="381000" progId="Equation.3">
                    <p:embed/>
                  </p:oleObj>
                </mc:Choice>
                <mc:Fallback>
                  <p:oleObj name="公式" r:id="rId19" imgW="977900" imgH="381000" progId="Equation.3">
                    <p:embed/>
                    <p:pic>
                      <p:nvPicPr>
                        <p:cNvPr id="24" name="Object 3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06" y="3261"/>
                          <a:ext cx="616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56"/>
          <p:cNvGrpSpPr/>
          <p:nvPr/>
        </p:nvGrpSpPr>
        <p:grpSpPr bwMode="auto">
          <a:xfrm>
            <a:off x="2914205" y="2854305"/>
            <a:ext cx="5416550" cy="498475"/>
            <a:chOff x="849" y="2376"/>
            <a:chExt cx="3412" cy="314"/>
          </a:xfrm>
        </p:grpSpPr>
        <p:sp>
          <p:nvSpPr>
            <p:cNvPr id="26" name="Rectangle 10"/>
            <p:cNvSpPr>
              <a:spLocks noChangeArrowheads="1"/>
            </p:cNvSpPr>
            <p:nvPr/>
          </p:nvSpPr>
          <p:spPr bwMode="auto">
            <a:xfrm>
              <a:off x="849" y="2380"/>
              <a:ext cx="34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即：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领域内的泰勒展开式为    </a:t>
              </a:r>
            </a:p>
          </p:txBody>
        </p:sp>
        <p:graphicFrame>
          <p:nvGraphicFramePr>
            <p:cNvPr id="27" name="Object 31"/>
            <p:cNvGraphicFramePr/>
            <p:nvPr/>
          </p:nvGraphicFramePr>
          <p:xfrm>
            <a:off x="1199" y="2431"/>
            <a:ext cx="3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635000" imgH="342900" progId="Equation.3">
                    <p:embed/>
                  </p:oleObj>
                </mc:Choice>
                <mc:Fallback>
                  <p:oleObj name="公式" r:id="rId21" imgW="635000" imgH="342900" progId="Equation.3">
                    <p:embed/>
                    <p:pic>
                      <p:nvPicPr>
                        <p:cNvPr id="27" name="Object 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2431"/>
                          <a:ext cx="399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1"/>
            <p:cNvGraphicFramePr/>
            <p:nvPr>
              <p:extLst>
                <p:ext uri="{D42A27DB-BD31-4B8C-83A1-F6EECF244321}">
                  <p14:modId xmlns:p14="http://schemas.microsoft.com/office/powerpoint/2010/main" val="2201870235"/>
                </p:ext>
              </p:extLst>
            </p:nvPr>
          </p:nvGraphicFramePr>
          <p:xfrm>
            <a:off x="1812" y="2376"/>
            <a:ext cx="223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64880" imgH="228600" progId="Equation.DSMT4">
                    <p:embed/>
                  </p:oleObj>
                </mc:Choice>
                <mc:Fallback>
                  <p:oleObj name="Equation" r:id="rId23" imgW="164880" imgH="228600" progId="Equation.DSMT4">
                    <p:embed/>
                    <p:pic>
                      <p:nvPicPr>
                        <p:cNvPr id="29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" y="2376"/>
                          <a:ext cx="223" cy="31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54"/>
          <p:cNvSpPr>
            <a:spLocks noChangeArrowheads="1"/>
          </p:cNvSpPr>
          <p:nvPr/>
        </p:nvSpPr>
        <p:spPr bwMode="auto">
          <a:xfrm>
            <a:off x="1631504" y="1033289"/>
            <a:ext cx="34563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Blip>
                <a:blip r:embed="rId25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零点阶数的充要条件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FBBF281-3046-88AE-EF6C-1B0E632A7F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767669"/>
              </p:ext>
            </p:extLst>
          </p:nvPr>
        </p:nvGraphicFramePr>
        <p:xfrm>
          <a:off x="2527834" y="4059371"/>
          <a:ext cx="72231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644640" imgH="482400" progId="Equation.DSMT4">
                  <p:embed/>
                </p:oleObj>
              </mc:Choice>
              <mc:Fallback>
                <p:oleObj name="Equation" r:id="rId26" imgW="36446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527834" y="4059371"/>
                        <a:ext cx="7223125" cy="955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6F68856-2F8C-AFA9-16F7-CDB133D4A5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16672"/>
              </p:ext>
            </p:extLst>
          </p:nvPr>
        </p:nvGraphicFramePr>
        <p:xfrm>
          <a:off x="6356885" y="2358858"/>
          <a:ext cx="1431611" cy="37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80435" imgH="283062" progId="Equation.DSMT4">
                  <p:embed/>
                </p:oleObj>
              </mc:Choice>
              <mc:Fallback>
                <p:oleObj name="Equation" r:id="rId28" imgW="1080435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56885" y="2358858"/>
                        <a:ext cx="1431611" cy="374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1243D4-F326-4149-E550-24310D70F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189896"/>
              </p:ext>
            </p:extLst>
          </p:nvPr>
        </p:nvGraphicFramePr>
        <p:xfrm>
          <a:off x="5882598" y="4603091"/>
          <a:ext cx="3662918" cy="381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709333" imgH="283062" progId="Equation.DSMT4">
                  <p:embed/>
                </p:oleObj>
              </mc:Choice>
              <mc:Fallback>
                <p:oleObj name="Equation" r:id="rId30" imgW="2709333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882598" y="4603091"/>
                        <a:ext cx="3662918" cy="381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8E52A8F-4CEF-76BB-551F-C94C6FC62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716574"/>
              </p:ext>
            </p:extLst>
          </p:nvPr>
        </p:nvGraphicFramePr>
        <p:xfrm>
          <a:off x="5923000" y="5631334"/>
          <a:ext cx="3547066" cy="38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592950" imgH="283062" progId="Equation.DSMT4">
                  <p:embed/>
                </p:oleObj>
              </mc:Choice>
              <mc:Fallback>
                <p:oleObj name="Equation" r:id="rId32" imgW="2592950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23000" y="5631334"/>
                        <a:ext cx="3547066" cy="38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38"/>
          <p:cNvGrpSpPr/>
          <p:nvPr/>
        </p:nvGrpSpPr>
        <p:grpSpPr bwMode="auto">
          <a:xfrm>
            <a:off x="3444415" y="5675787"/>
            <a:ext cx="3741738" cy="461963"/>
            <a:chOff x="1485" y="1620"/>
            <a:chExt cx="2357" cy="291"/>
          </a:xfrm>
        </p:grpSpPr>
        <p:sp>
          <p:nvSpPr>
            <p:cNvPr id="6" name="Rectangle 28"/>
            <p:cNvSpPr>
              <a:spLocks noChangeArrowheads="1"/>
            </p:cNvSpPr>
            <p:nvPr/>
          </p:nvSpPr>
          <p:spPr bwMode="auto">
            <a:xfrm>
              <a:off x="1884" y="1620"/>
              <a:ext cx="1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的三阶零点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7" name="Object 13"/>
            <p:cNvGraphicFramePr/>
            <p:nvPr/>
          </p:nvGraphicFramePr>
          <p:xfrm>
            <a:off x="1485" y="1668"/>
            <a:ext cx="40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700" imgH="292100" progId="Equation.3">
                    <p:embed/>
                  </p:oleObj>
                </mc:Choice>
                <mc:Fallback>
                  <p:oleObj name="公式" r:id="rId3" imgW="647700" imgH="292100" progId="Equation.3">
                    <p:embed/>
                    <p:pic>
                      <p:nvPicPr>
                        <p:cNvPr id="7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" y="1668"/>
                          <a:ext cx="409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4"/>
            <p:cNvGraphicFramePr/>
            <p:nvPr/>
          </p:nvGraphicFramePr>
          <p:xfrm>
            <a:off x="2153" y="1658"/>
            <a:ext cx="40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8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3" y="1658"/>
                          <a:ext cx="40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5"/>
          <p:cNvGraphicFramePr/>
          <p:nvPr>
            <p:extLst>
              <p:ext uri="{D42A27DB-BD31-4B8C-83A1-F6EECF244321}">
                <p14:modId xmlns:p14="http://schemas.microsoft.com/office/powerpoint/2010/main" val="2582379985"/>
              </p:ext>
            </p:extLst>
          </p:nvPr>
        </p:nvGraphicFramePr>
        <p:xfrm>
          <a:off x="4833476" y="4316884"/>
          <a:ext cx="3009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009900" imgH="444500" progId="Equation.3">
                  <p:embed/>
                </p:oleObj>
              </mc:Choice>
              <mc:Fallback>
                <p:oleObj name="公式" r:id="rId7" imgW="3009900" imgH="444500" progId="Equation.3">
                  <p:embed/>
                  <p:pic>
                    <p:nvPicPr>
                      <p:cNvPr id="9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476" y="4316884"/>
                        <a:ext cx="3009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/>
          <p:nvPr>
            <p:extLst>
              <p:ext uri="{D42A27DB-BD31-4B8C-83A1-F6EECF244321}">
                <p14:modId xmlns:p14="http://schemas.microsoft.com/office/powerpoint/2010/main" val="1894692461"/>
              </p:ext>
            </p:extLst>
          </p:nvPr>
        </p:nvGraphicFramePr>
        <p:xfrm>
          <a:off x="3385676" y="4993159"/>
          <a:ext cx="262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28900" imgH="444500" progId="Equation.3">
                  <p:embed/>
                </p:oleObj>
              </mc:Choice>
              <mc:Fallback>
                <p:oleObj name="公式" r:id="rId9" imgW="2628900" imgH="444500" progId="Equation.3">
                  <p:embed/>
                  <p:pic>
                    <p:nvPicPr>
                      <p:cNvPr id="1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676" y="4993159"/>
                        <a:ext cx="2628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/>
          <p:cNvGraphicFramePr/>
          <p:nvPr>
            <p:extLst>
              <p:ext uri="{D42A27DB-BD31-4B8C-83A1-F6EECF244321}">
                <p14:modId xmlns:p14="http://schemas.microsoft.com/office/powerpoint/2010/main" val="3316847279"/>
              </p:ext>
            </p:extLst>
          </p:nvPr>
        </p:nvGraphicFramePr>
        <p:xfrm>
          <a:off x="6251114" y="4993159"/>
          <a:ext cx="313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136900" imgH="444500" progId="Equation.3">
                  <p:embed/>
                </p:oleObj>
              </mc:Choice>
              <mc:Fallback>
                <p:oleObj name="公式" r:id="rId11" imgW="3136900" imgH="444500" progId="Equation.3">
                  <p:embed/>
                  <p:pic>
                    <p:nvPicPr>
                      <p:cNvPr id="11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114" y="4993159"/>
                        <a:ext cx="31369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"/>
          <p:cNvGraphicFramePr/>
          <p:nvPr>
            <p:extLst>
              <p:ext uri="{D42A27DB-BD31-4B8C-83A1-F6EECF244321}">
                <p14:modId xmlns:p14="http://schemas.microsoft.com/office/powerpoint/2010/main" val="1710955230"/>
              </p:ext>
            </p:extLst>
          </p:nvPr>
        </p:nvGraphicFramePr>
        <p:xfrm>
          <a:off x="4034963" y="2407766"/>
          <a:ext cx="27686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768600" imgH="787400" progId="Equation.3">
                  <p:embed/>
                </p:oleObj>
              </mc:Choice>
              <mc:Fallback>
                <p:oleObj name="公式" r:id="rId13" imgW="2768600" imgH="787400" progId="Equation.3">
                  <p:embed/>
                  <p:pic>
                    <p:nvPicPr>
                      <p:cNvPr id="12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963" y="2407766"/>
                        <a:ext cx="276860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40"/>
          <p:cNvGrpSpPr/>
          <p:nvPr/>
        </p:nvGrpSpPr>
        <p:grpSpPr bwMode="auto">
          <a:xfrm>
            <a:off x="3444414" y="3361859"/>
            <a:ext cx="3914775" cy="461963"/>
            <a:chOff x="1490" y="3329"/>
            <a:chExt cx="2466" cy="291"/>
          </a:xfrm>
        </p:grpSpPr>
        <p:graphicFrame>
          <p:nvGraphicFramePr>
            <p:cNvPr id="14" name="Object 31"/>
            <p:cNvGraphicFramePr/>
            <p:nvPr/>
          </p:nvGraphicFramePr>
          <p:xfrm>
            <a:off x="1490" y="3389"/>
            <a:ext cx="40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47700" imgH="292100" progId="Equation.3">
                    <p:embed/>
                  </p:oleObj>
                </mc:Choice>
                <mc:Fallback>
                  <p:oleObj name="公式" r:id="rId3" imgW="647700" imgH="292100" progId="Equation.3">
                    <p:embed/>
                    <p:pic>
                      <p:nvPicPr>
                        <p:cNvPr id="14" name="Object 3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0" y="3389"/>
                          <a:ext cx="409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32"/>
            <p:cNvGraphicFramePr/>
            <p:nvPr/>
          </p:nvGraphicFramePr>
          <p:xfrm>
            <a:off x="2164" y="3367"/>
            <a:ext cx="40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15" name="Object 3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4" y="3367"/>
                          <a:ext cx="40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33"/>
            <p:cNvSpPr>
              <a:spLocks noChangeArrowheads="1"/>
            </p:cNvSpPr>
            <p:nvPr/>
          </p:nvSpPr>
          <p:spPr bwMode="auto">
            <a:xfrm>
              <a:off x="1901" y="3329"/>
              <a:ext cx="20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的三阶零点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</a:t>
              </a:r>
            </a:p>
          </p:txBody>
        </p:sp>
      </p:grpSp>
      <p:grpSp>
        <p:nvGrpSpPr>
          <p:cNvPr id="17" name="Group 37"/>
          <p:cNvGrpSpPr/>
          <p:nvPr/>
        </p:nvGrpSpPr>
        <p:grpSpPr bwMode="auto">
          <a:xfrm>
            <a:off x="2137902" y="4296247"/>
            <a:ext cx="2455863" cy="457200"/>
            <a:chOff x="662" y="751"/>
            <a:chExt cx="1547" cy="288"/>
          </a:xfrm>
        </p:grpSpPr>
        <p:graphicFrame>
          <p:nvGraphicFramePr>
            <p:cNvPr id="18" name="Object 27"/>
            <p:cNvGraphicFramePr/>
            <p:nvPr/>
          </p:nvGraphicFramePr>
          <p:xfrm>
            <a:off x="1449" y="793"/>
            <a:ext cx="76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206500" imgH="342900" progId="Equation.3">
                    <p:embed/>
                  </p:oleObj>
                </mc:Choice>
                <mc:Fallback>
                  <p:oleObj name="公式" r:id="rId15" imgW="1206500" imgH="342900" progId="Equation.3">
                    <p:embed/>
                    <p:pic>
                      <p:nvPicPr>
                        <p:cNvPr id="18" name="Object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793"/>
                          <a:ext cx="76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662" y="751"/>
              <a:ext cx="8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方法二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</p:grpSp>
      <p:grpSp>
        <p:nvGrpSpPr>
          <p:cNvPr id="21" name="Group 39"/>
          <p:cNvGrpSpPr/>
          <p:nvPr/>
        </p:nvGrpSpPr>
        <p:grpSpPr bwMode="auto">
          <a:xfrm>
            <a:off x="2137902" y="1494954"/>
            <a:ext cx="5495925" cy="784225"/>
            <a:chOff x="667" y="2153"/>
            <a:chExt cx="3462" cy="494"/>
          </a:xfrm>
        </p:grpSpPr>
        <p:graphicFrame>
          <p:nvGraphicFramePr>
            <p:cNvPr id="22" name="Object 29"/>
            <p:cNvGraphicFramePr/>
            <p:nvPr/>
          </p:nvGraphicFramePr>
          <p:xfrm>
            <a:off x="1449" y="2153"/>
            <a:ext cx="2680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4254500" imgH="787400" progId="Equation.3">
                    <p:embed/>
                  </p:oleObj>
                </mc:Choice>
                <mc:Fallback>
                  <p:oleObj name="公式" r:id="rId17" imgW="4254500" imgH="787400" progId="Equation.3">
                    <p:embed/>
                    <p:pic>
                      <p:nvPicPr>
                        <p:cNvPr id="22" name="Object 2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2153"/>
                          <a:ext cx="2680" cy="4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35"/>
            <p:cNvSpPr>
              <a:spLocks noChangeArrowheads="1"/>
            </p:cNvSpPr>
            <p:nvPr/>
          </p:nvSpPr>
          <p:spPr bwMode="auto">
            <a:xfrm>
              <a:off x="667" y="2244"/>
              <a:ext cx="8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方法一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66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</p:grp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487488" y="924007"/>
          <a:ext cx="569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400800" imgH="4572000" progId="Equation.DSMT4">
                  <p:embed/>
                </p:oleObj>
              </mc:Choice>
              <mc:Fallback>
                <p:oleObj name="Equation" r:id="rId19" imgW="6400800" imgH="4572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924007"/>
                        <a:ext cx="569912" cy="40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102450"/>
              </p:ext>
            </p:extLst>
          </p:nvPr>
        </p:nvGraphicFramePr>
        <p:xfrm>
          <a:off x="2262167" y="937260"/>
          <a:ext cx="5164179" cy="43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27200" imgH="215640" progId="Equation.DSMT4">
                  <p:embed/>
                </p:oleObj>
              </mc:Choice>
              <mc:Fallback>
                <p:oleObj name="Equation" r:id="rId21" imgW="2527200" imgH="2156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67" y="937260"/>
                        <a:ext cx="5164179" cy="438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1507849" y="1610822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28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34"/>
          <p:cNvGrpSpPr/>
          <p:nvPr/>
        </p:nvGrpSpPr>
        <p:grpSpPr bwMode="auto">
          <a:xfrm>
            <a:off x="966463" y="1305804"/>
            <a:ext cx="3881439" cy="461963"/>
            <a:chOff x="190" y="347"/>
            <a:chExt cx="2445" cy="291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90" y="347"/>
              <a:ext cx="5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7" name="Object 10"/>
            <p:cNvGraphicFramePr/>
            <p:nvPr>
              <p:extLst>
                <p:ext uri="{D42A27DB-BD31-4B8C-83A1-F6EECF244321}">
                  <p14:modId xmlns:p14="http://schemas.microsoft.com/office/powerpoint/2010/main" val="3806698557"/>
                </p:ext>
              </p:extLst>
            </p:nvPr>
          </p:nvGraphicFramePr>
          <p:xfrm>
            <a:off x="676" y="347"/>
            <a:ext cx="195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498320" imgH="228600" progId="Equation.DSMT4">
                    <p:embed/>
                  </p:oleObj>
                </mc:Choice>
                <mc:Fallback>
                  <p:oleObj name="Equation" r:id="rId3" imgW="1498320" imgH="228600" progId="Equation.DSMT4">
                    <p:embed/>
                    <p:pic>
                      <p:nvPicPr>
                        <p:cNvPr id="7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" y="347"/>
                          <a:ext cx="1959" cy="27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1"/>
          <p:cNvGraphicFramePr/>
          <p:nvPr/>
        </p:nvGraphicFramePr>
        <p:xfrm>
          <a:off x="1800343" y="2300435"/>
          <a:ext cx="3175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175000" imgH="431800" progId="Equation.3">
                  <p:embed/>
                </p:oleObj>
              </mc:Choice>
              <mc:Fallback>
                <p:oleObj name="公式" r:id="rId5" imgW="3175000" imgH="431800" progId="Equation.3">
                  <p:embed/>
                  <p:pic>
                    <p:nvPicPr>
                      <p:cNvPr id="8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343" y="2300435"/>
                        <a:ext cx="31750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31"/>
          <p:cNvGrpSpPr/>
          <p:nvPr/>
        </p:nvGrpSpPr>
        <p:grpSpPr bwMode="auto">
          <a:xfrm>
            <a:off x="1737519" y="3193063"/>
            <a:ext cx="4262438" cy="461963"/>
            <a:chOff x="690" y="1146"/>
            <a:chExt cx="2685" cy="291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690" y="1146"/>
              <a:ext cx="268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        为         的一阶零点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</a:p>
          </p:txBody>
        </p:sp>
        <p:graphicFrame>
          <p:nvGraphicFramePr>
            <p:cNvPr id="11" name="Object 12"/>
            <p:cNvGraphicFramePr/>
            <p:nvPr/>
          </p:nvGraphicFramePr>
          <p:xfrm>
            <a:off x="1000" y="1181"/>
            <a:ext cx="3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22300" imgH="292100" progId="Equation.3">
                    <p:embed/>
                  </p:oleObj>
                </mc:Choice>
                <mc:Fallback>
                  <p:oleObj name="公式" r:id="rId7" imgW="622300" imgH="292100" progId="Equation.3">
                    <p:embed/>
                    <p:pic>
                      <p:nvPicPr>
                        <p:cNvPr id="11" name="Object 1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" y="1181"/>
                          <a:ext cx="392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3"/>
            <p:cNvGraphicFramePr/>
            <p:nvPr/>
          </p:nvGraphicFramePr>
          <p:xfrm>
            <a:off x="1623" y="1194"/>
            <a:ext cx="40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35000" imgH="342900" progId="Equation.3">
                    <p:embed/>
                  </p:oleObj>
                </mc:Choice>
                <mc:Fallback>
                  <p:oleObj name="公式" r:id="rId9" imgW="635000" imgH="342900" progId="Equation.3">
                    <p:embed/>
                    <p:pic>
                      <p:nvPicPr>
                        <p:cNvPr id="12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3" y="1194"/>
                          <a:ext cx="40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32"/>
          <p:cNvGrpSpPr/>
          <p:nvPr/>
        </p:nvGrpSpPr>
        <p:grpSpPr bwMode="auto">
          <a:xfrm>
            <a:off x="6456040" y="1048400"/>
            <a:ext cx="4335463" cy="820739"/>
            <a:chOff x="227" y="1834"/>
            <a:chExt cx="2731" cy="517"/>
          </a:xfrm>
        </p:grpSpPr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227" y="1948"/>
              <a:ext cx="55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15" name="Object 25"/>
            <p:cNvGraphicFramePr/>
            <p:nvPr>
              <p:extLst>
                <p:ext uri="{D42A27DB-BD31-4B8C-83A1-F6EECF244321}">
                  <p14:modId xmlns:p14="http://schemas.microsoft.com/office/powerpoint/2010/main" val="611084058"/>
                </p:ext>
              </p:extLst>
            </p:nvPr>
          </p:nvGraphicFramePr>
          <p:xfrm>
            <a:off x="706" y="1834"/>
            <a:ext cx="2252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917360" imgH="419040" progId="Equation.DSMT4">
                    <p:embed/>
                  </p:oleObj>
                </mc:Choice>
                <mc:Fallback>
                  <p:oleObj name="Equation" r:id="rId11" imgW="1917360" imgH="419040" progId="Equation.DSMT4">
                    <p:embed/>
                    <p:pic>
                      <p:nvPicPr>
                        <p:cNvPr id="15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" y="1834"/>
                          <a:ext cx="2252" cy="51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33"/>
          <p:cNvGrpSpPr/>
          <p:nvPr/>
        </p:nvGrpSpPr>
        <p:grpSpPr bwMode="auto">
          <a:xfrm>
            <a:off x="7189464" y="3115319"/>
            <a:ext cx="4724400" cy="711200"/>
            <a:chOff x="689" y="3136"/>
            <a:chExt cx="2976" cy="448"/>
          </a:xfrm>
        </p:grpSpPr>
        <p:sp>
          <p:nvSpPr>
            <p:cNvPr id="17" name="Rectangle 23"/>
            <p:cNvSpPr>
              <a:spLocks noChangeArrowheads="1"/>
            </p:cNvSpPr>
            <p:nvPr/>
          </p:nvSpPr>
          <p:spPr bwMode="auto">
            <a:xfrm>
              <a:off x="689" y="3227"/>
              <a:ext cx="29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             为         的三阶零点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</a:t>
              </a:r>
            </a:p>
          </p:txBody>
        </p:sp>
        <p:graphicFrame>
          <p:nvGraphicFramePr>
            <p:cNvPr id="18" name="Object 27"/>
            <p:cNvGraphicFramePr/>
            <p:nvPr/>
          </p:nvGraphicFramePr>
          <p:xfrm>
            <a:off x="981" y="3136"/>
            <a:ext cx="632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002665" imgH="711200" progId="Equation.3">
                    <p:embed/>
                  </p:oleObj>
                </mc:Choice>
                <mc:Fallback>
                  <p:oleObj name="公式" r:id="rId13" imgW="1002665" imgH="711200" progId="Equation.3">
                    <p:embed/>
                    <p:pic>
                      <p:nvPicPr>
                        <p:cNvPr id="18" name="Object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1" y="3136"/>
                          <a:ext cx="632" cy="4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8"/>
            <p:cNvGraphicFramePr/>
            <p:nvPr/>
          </p:nvGraphicFramePr>
          <p:xfrm>
            <a:off x="1862" y="3275"/>
            <a:ext cx="40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35000" imgH="342900" progId="Equation.3">
                    <p:embed/>
                  </p:oleObj>
                </mc:Choice>
                <mc:Fallback>
                  <p:oleObj name="公式" r:id="rId9" imgW="635000" imgH="342900" progId="Equation.3">
                    <p:embed/>
                    <p:pic>
                      <p:nvPicPr>
                        <p:cNvPr id="20" name="Object 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2" y="3275"/>
                          <a:ext cx="40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9"/>
          <p:cNvGraphicFramePr/>
          <p:nvPr/>
        </p:nvGraphicFramePr>
        <p:xfrm>
          <a:off x="7273601" y="2127895"/>
          <a:ext cx="34290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429000" imgH="800100" progId="Equation.3">
                  <p:embed/>
                </p:oleObj>
              </mc:Choice>
              <mc:Fallback>
                <p:oleObj name="公式" r:id="rId15" imgW="3429000" imgH="800100" progId="Equation.3">
                  <p:embed/>
                  <p:pic>
                    <p:nvPicPr>
                      <p:cNvPr id="21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3601" y="2127895"/>
                        <a:ext cx="3429000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6096000" y="836613"/>
            <a:ext cx="0" cy="54727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965828" y="2249583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6473382" y="2284710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grpSp>
        <p:nvGrpSpPr>
          <p:cNvPr id="25" name="Group 43"/>
          <p:cNvGrpSpPr/>
          <p:nvPr/>
        </p:nvGrpSpPr>
        <p:grpSpPr bwMode="auto">
          <a:xfrm>
            <a:off x="1030952" y="4065005"/>
            <a:ext cx="2915258" cy="826717"/>
            <a:chOff x="1308" y="2504"/>
            <a:chExt cx="1227" cy="569"/>
          </a:xfrm>
        </p:grpSpPr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1308" y="2649"/>
              <a:ext cx="466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思考：</a:t>
              </a:r>
            </a:p>
          </p:txBody>
        </p:sp>
        <p:graphicFrame>
          <p:nvGraphicFramePr>
            <p:cNvPr id="2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154581"/>
                </p:ext>
              </p:extLst>
            </p:nvPr>
          </p:nvGraphicFramePr>
          <p:xfrm>
            <a:off x="1690" y="2504"/>
            <a:ext cx="845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901440" imgH="431640" progId="Equation.DSMT4">
                    <p:embed/>
                  </p:oleObj>
                </mc:Choice>
                <mc:Fallback>
                  <p:oleObj name="Equation" r:id="rId17" imgW="901440" imgH="431640" progId="Equation.DSMT4">
                    <p:embed/>
                    <p:pic>
                      <p:nvPicPr>
                        <p:cNvPr id="2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0" y="2504"/>
                          <a:ext cx="845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5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276732"/>
              </p:ext>
            </p:extLst>
          </p:nvPr>
        </p:nvGraphicFramePr>
        <p:xfrm>
          <a:off x="1820864" y="1620837"/>
          <a:ext cx="6400800" cy="41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9000" imgH="215640" progId="Equation.DSMT4">
                  <p:embed/>
                </p:oleObj>
              </mc:Choice>
              <mc:Fallback>
                <p:oleObj name="Equation" r:id="rId3" imgW="3429000" imgH="21564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4" y="1620837"/>
                        <a:ext cx="6400800" cy="41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8"/>
          <p:cNvGraphicFramePr>
            <a:graphicFrameLocks noChangeAspect="1"/>
          </p:cNvGraphicFramePr>
          <p:nvPr/>
        </p:nvGraphicFramePr>
        <p:xfrm>
          <a:off x="1045369" y="1560343"/>
          <a:ext cx="4984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0" imgH="4876800" progId="Equation.DSMT4">
                  <p:embed/>
                </p:oleObj>
              </mc:Choice>
              <mc:Fallback>
                <p:oleObj name="Equation" r:id="rId5" imgW="6096000" imgH="4876800" progId="Equation.DSMT4">
                  <p:embed/>
                  <p:pic>
                    <p:nvPicPr>
                      <p:cNvPr id="26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560343"/>
                        <a:ext cx="498475" cy="3984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260281"/>
              </p:ext>
            </p:extLst>
          </p:nvPr>
        </p:nvGraphicFramePr>
        <p:xfrm>
          <a:off x="1779860" y="2311124"/>
          <a:ext cx="2127933" cy="405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880" imgH="203040" progId="Equation.DSMT4">
                  <p:embed/>
                </p:oleObj>
              </mc:Choice>
              <mc:Fallback>
                <p:oleObj name="Equation" r:id="rId7" imgW="1091880" imgH="203040" progId="Equation.DSMT4">
                  <p:embed/>
                  <p:pic>
                    <p:nvPicPr>
                      <p:cNvPr id="2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860" y="2311124"/>
                        <a:ext cx="2127933" cy="405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569142"/>
              </p:ext>
            </p:extLst>
          </p:nvPr>
        </p:nvGraphicFramePr>
        <p:xfrm>
          <a:off x="3866789" y="2101533"/>
          <a:ext cx="1093052" cy="813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45760" imgH="406080" progId="Equation.DSMT4">
                  <p:embed/>
                </p:oleObj>
              </mc:Choice>
              <mc:Fallback>
                <p:oleObj name="Equation" r:id="rId9" imgW="545760" imgH="40608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6789" y="2101533"/>
                        <a:ext cx="1093052" cy="8134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625858"/>
              </p:ext>
            </p:extLst>
          </p:nvPr>
        </p:nvGraphicFramePr>
        <p:xfrm>
          <a:off x="893763" y="993775"/>
          <a:ext cx="64595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9857600" imgH="5181600" progId="Equation.DSMT4">
                  <p:embed/>
                </p:oleObj>
              </mc:Choice>
              <mc:Fallback>
                <p:oleObj name="Equation" r:id="rId11" imgW="79857600" imgH="5181600" progId="Equation.DSMT4">
                  <p:embed/>
                  <p:pic>
                    <p:nvPicPr>
                      <p:cNvPr id="3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993775"/>
                        <a:ext cx="64595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1790702"/>
              </p:ext>
            </p:extLst>
          </p:nvPr>
        </p:nvGraphicFramePr>
        <p:xfrm>
          <a:off x="4959841" y="2101533"/>
          <a:ext cx="2729711" cy="816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58640" imgH="406080" progId="Equation.DSMT4">
                  <p:embed/>
                </p:oleObj>
              </mc:Choice>
              <mc:Fallback>
                <p:oleObj name="Equation" r:id="rId13" imgW="1358640" imgH="406080" progId="Equation.DSMT4">
                  <p:embed/>
                  <p:pic>
                    <p:nvPicPr>
                      <p:cNvPr id="3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841" y="2101533"/>
                        <a:ext cx="2729711" cy="816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126102"/>
              </p:ext>
            </p:extLst>
          </p:nvPr>
        </p:nvGraphicFramePr>
        <p:xfrm>
          <a:off x="1820864" y="2880913"/>
          <a:ext cx="50196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54280" imgH="406080" progId="Equation.DSMT4">
                  <p:embed/>
                </p:oleObj>
              </mc:Choice>
              <mc:Fallback>
                <p:oleObj name="Equation" r:id="rId15" imgW="2654280" imgH="406080" progId="Equation.DSMT4">
                  <p:embed/>
                  <p:pic>
                    <p:nvPicPr>
                      <p:cNvPr id="17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4" y="2880913"/>
                        <a:ext cx="501967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93334"/>
              </p:ext>
            </p:extLst>
          </p:nvPr>
        </p:nvGraphicFramePr>
        <p:xfrm>
          <a:off x="1942782" y="3641450"/>
          <a:ext cx="185419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7000" imgH="406080" progId="Equation.DSMT4">
                  <p:embed/>
                </p:oleObj>
              </mc:Choice>
              <mc:Fallback>
                <p:oleObj name="Equation" r:id="rId17" imgW="927000" imgH="406080" progId="Equation.DSMT4">
                  <p:embed/>
                  <p:pic>
                    <p:nvPicPr>
                      <p:cNvPr id="1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2782" y="3641450"/>
                        <a:ext cx="185419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737862"/>
              </p:ext>
            </p:extLst>
          </p:nvPr>
        </p:nvGraphicFramePr>
        <p:xfrm>
          <a:off x="3779936" y="3630338"/>
          <a:ext cx="22637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17440" imgH="406080" progId="Equation.DSMT4">
                  <p:embed/>
                </p:oleObj>
              </mc:Choice>
              <mc:Fallback>
                <p:oleObj name="Equation" r:id="rId19" imgW="1117440" imgH="406080" progId="Equation.DSMT4">
                  <p:embed/>
                  <p:pic>
                    <p:nvPicPr>
                      <p:cNvPr id="13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36" y="3630338"/>
                        <a:ext cx="2263775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727457"/>
              </p:ext>
            </p:extLst>
          </p:nvPr>
        </p:nvGraphicFramePr>
        <p:xfrm>
          <a:off x="1847528" y="5269762"/>
          <a:ext cx="6652096" cy="803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65280" imgH="406080" progId="Equation.DSMT4">
                  <p:embed/>
                </p:oleObj>
              </mc:Choice>
              <mc:Fallback>
                <p:oleObj name="Equation" r:id="rId21" imgW="3365280" imgH="406080" progId="Equation.DSMT4">
                  <p:embed/>
                  <p:pic>
                    <p:nvPicPr>
                      <p:cNvPr id="14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5269762"/>
                        <a:ext cx="6652096" cy="803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B2C6868-45A4-9915-17C0-A9B6149D2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71465"/>
              </p:ext>
            </p:extLst>
          </p:nvPr>
        </p:nvGraphicFramePr>
        <p:xfrm>
          <a:off x="1942782" y="4454250"/>
          <a:ext cx="5112243" cy="830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01640" imgH="406080" progId="Equation.DSMT4">
                  <p:embed/>
                </p:oleObj>
              </mc:Choice>
              <mc:Fallback>
                <p:oleObj name="Equation" r:id="rId23" imgW="2501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42782" y="4454250"/>
                        <a:ext cx="5112243" cy="8304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11"/>
          <p:cNvGraphicFramePr/>
          <p:nvPr/>
        </p:nvGraphicFramePr>
        <p:xfrm>
          <a:off x="1343025" y="1788503"/>
          <a:ext cx="42164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216400" imgH="787400" progId="Equation.3">
                  <p:embed/>
                </p:oleObj>
              </mc:Choice>
              <mc:Fallback>
                <p:oleObj name="公式" r:id="rId3" imgW="4216400" imgH="787400" progId="Equation.3">
                  <p:embed/>
                  <p:pic>
                    <p:nvPicPr>
                      <p:cNvPr id="5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1788503"/>
                        <a:ext cx="421640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/>
          <p:nvPr/>
        </p:nvGraphicFramePr>
        <p:xfrm>
          <a:off x="1959769" y="2850798"/>
          <a:ext cx="25273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527300" imgH="787400" progId="Equation.3">
                  <p:embed/>
                </p:oleObj>
              </mc:Choice>
              <mc:Fallback>
                <p:oleObj name="公式" r:id="rId5" imgW="2527300" imgH="787400" progId="Equation.3">
                  <p:embed/>
                  <p:pic>
                    <p:nvPicPr>
                      <p:cNvPr id="6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769" y="2850798"/>
                        <a:ext cx="252730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7"/>
          <p:cNvGrpSpPr/>
          <p:nvPr/>
        </p:nvGrpSpPr>
        <p:grpSpPr bwMode="auto">
          <a:xfrm>
            <a:off x="1366102" y="4074760"/>
            <a:ext cx="3914775" cy="461963"/>
            <a:chOff x="728" y="1325"/>
            <a:chExt cx="2466" cy="291"/>
          </a:xfrm>
        </p:grpSpPr>
        <p:graphicFrame>
          <p:nvGraphicFramePr>
            <p:cNvPr id="8" name="Object 13"/>
            <p:cNvGraphicFramePr/>
            <p:nvPr/>
          </p:nvGraphicFramePr>
          <p:xfrm>
            <a:off x="728" y="1385"/>
            <a:ext cx="40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47700" imgH="292100" progId="Equation.3">
                    <p:embed/>
                  </p:oleObj>
                </mc:Choice>
                <mc:Fallback>
                  <p:oleObj name="公式" r:id="rId7" imgW="647700" imgH="292100" progId="Equation.3">
                    <p:embed/>
                    <p:pic>
                      <p:nvPicPr>
                        <p:cNvPr id="8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" y="1385"/>
                          <a:ext cx="409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4"/>
            <p:cNvGraphicFramePr/>
            <p:nvPr/>
          </p:nvGraphicFramePr>
          <p:xfrm>
            <a:off x="1402" y="1363"/>
            <a:ext cx="40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35000" imgH="342900" progId="Equation.3">
                    <p:embed/>
                  </p:oleObj>
                </mc:Choice>
                <mc:Fallback>
                  <p:oleObj name="公式" r:id="rId9" imgW="635000" imgH="342900" progId="Equation.3">
                    <p:embed/>
                    <p:pic>
                      <p:nvPicPr>
                        <p:cNvPr id="9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2" y="1363"/>
                          <a:ext cx="40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1139" y="1325"/>
              <a:ext cx="20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的二阶零点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</a:t>
              </a:r>
            </a:p>
          </p:txBody>
        </p:sp>
      </p:grpSp>
      <p:graphicFrame>
        <p:nvGraphicFramePr>
          <p:cNvPr id="13" name="Object 20"/>
          <p:cNvGraphicFramePr/>
          <p:nvPr/>
        </p:nvGraphicFramePr>
        <p:xfrm>
          <a:off x="6535216" y="1863116"/>
          <a:ext cx="50800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080000" imgH="787400" progId="Equation.3">
                  <p:embed/>
                </p:oleObj>
              </mc:Choice>
              <mc:Fallback>
                <p:oleObj name="公式" r:id="rId11" imgW="5080000" imgH="787400" progId="Equation.3">
                  <p:embed/>
                  <p:pic>
                    <p:nvPicPr>
                      <p:cNvPr id="13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216" y="1863116"/>
                        <a:ext cx="508000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1"/>
          <p:cNvGraphicFramePr/>
          <p:nvPr/>
        </p:nvGraphicFramePr>
        <p:xfrm>
          <a:off x="7233348" y="3048316"/>
          <a:ext cx="33655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365500" imgH="787400" progId="Equation.3">
                  <p:embed/>
                </p:oleObj>
              </mc:Choice>
              <mc:Fallback>
                <p:oleObj name="公式" r:id="rId13" imgW="3365500" imgH="787400" progId="Equation.3">
                  <p:embed/>
                  <p:pic>
                    <p:nvPicPr>
                      <p:cNvPr id="14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3348" y="3048316"/>
                        <a:ext cx="3365500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29"/>
          <p:cNvGrpSpPr/>
          <p:nvPr/>
        </p:nvGrpSpPr>
        <p:grpSpPr bwMode="auto">
          <a:xfrm>
            <a:off x="7239852" y="4210492"/>
            <a:ext cx="3760787" cy="461963"/>
            <a:chOff x="757" y="3576"/>
            <a:chExt cx="2369" cy="291"/>
          </a:xfrm>
        </p:grpSpPr>
        <p:graphicFrame>
          <p:nvGraphicFramePr>
            <p:cNvPr id="16" name="Object 22"/>
            <p:cNvGraphicFramePr/>
            <p:nvPr/>
          </p:nvGraphicFramePr>
          <p:xfrm>
            <a:off x="757" y="3636"/>
            <a:ext cx="40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47700" imgH="292100" progId="Equation.3">
                    <p:embed/>
                  </p:oleObj>
                </mc:Choice>
                <mc:Fallback>
                  <p:oleObj name="公式" r:id="rId7" imgW="647700" imgH="292100" progId="Equation.3">
                    <p:embed/>
                    <p:pic>
                      <p:nvPicPr>
                        <p:cNvPr id="16" name="Object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3636"/>
                          <a:ext cx="409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3"/>
            <p:cNvGraphicFramePr/>
            <p:nvPr/>
          </p:nvGraphicFramePr>
          <p:xfrm>
            <a:off x="1431" y="3614"/>
            <a:ext cx="400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35000" imgH="342900" progId="Equation.3">
                    <p:embed/>
                  </p:oleObj>
                </mc:Choice>
                <mc:Fallback>
                  <p:oleObj name="公式" r:id="rId9" imgW="635000" imgH="342900" progId="Equation.3">
                    <p:embed/>
                    <p:pic>
                      <p:nvPicPr>
                        <p:cNvPr id="17" name="Object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1" y="3614"/>
                          <a:ext cx="400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1168" y="3576"/>
              <a:ext cx="1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的二阶零点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</p:grp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94543" y="879748"/>
          <a:ext cx="8683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753600" imgH="4572000" progId="Equation.DSMT4">
                  <p:embed/>
                </p:oleObj>
              </mc:Choice>
              <mc:Fallback>
                <p:oleObj name="Equation" r:id="rId15" imgW="9753600" imgH="45720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543" y="879748"/>
                        <a:ext cx="8683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25635"/>
              </p:ext>
            </p:extLst>
          </p:nvPr>
        </p:nvGraphicFramePr>
        <p:xfrm>
          <a:off x="1710537" y="901160"/>
          <a:ext cx="3481376" cy="895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63560" imgH="431640" progId="Equation.DSMT4">
                  <p:embed/>
                </p:oleObj>
              </mc:Choice>
              <mc:Fallback>
                <p:oleObj name="Equation" r:id="rId17" imgW="1663560" imgH="4316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537" y="901160"/>
                        <a:ext cx="3481376" cy="895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063446"/>
              </p:ext>
            </p:extLst>
          </p:nvPr>
        </p:nvGraphicFramePr>
        <p:xfrm>
          <a:off x="6512694" y="841580"/>
          <a:ext cx="3659744" cy="946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01720" imgH="444240" progId="Equation.DSMT4">
                  <p:embed/>
                </p:oleObj>
              </mc:Choice>
              <mc:Fallback>
                <p:oleObj name="Equation" r:id="rId19" imgW="1701720" imgH="4442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2694" y="841580"/>
                        <a:ext cx="3659744" cy="946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/>
          <p:cNvCxnSpPr/>
          <p:nvPr/>
        </p:nvCxnSpPr>
        <p:spPr>
          <a:xfrm>
            <a:off x="6096000" y="836613"/>
            <a:ext cx="0" cy="54727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632078"/>
              </p:ext>
            </p:extLst>
          </p:nvPr>
        </p:nvGraphicFramePr>
        <p:xfrm>
          <a:off x="1057697" y="1521618"/>
          <a:ext cx="10221912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155920" imgH="698400" progId="Equation.DSMT4">
                  <p:embed/>
                </p:oleObj>
              </mc:Choice>
              <mc:Fallback>
                <p:oleObj name="Equation" r:id="rId3" imgW="5155920" imgH="698400" progId="Equation.DSMT4">
                  <p:embed/>
                  <p:pic>
                    <p:nvPicPr>
                      <p:cNvPr id="26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697" y="1521618"/>
                        <a:ext cx="10221912" cy="138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862012" y="932258"/>
            <a:ext cx="59008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4.19 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解析函数零点的孤立性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823898"/>
              </p:ext>
            </p:extLst>
          </p:nvPr>
        </p:nvGraphicFramePr>
        <p:xfrm>
          <a:off x="2644829" y="3535680"/>
          <a:ext cx="5940712" cy="48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9600" imgH="241200" progId="Equation.DSMT4">
                  <p:embed/>
                </p:oleObj>
              </mc:Choice>
              <mc:Fallback>
                <p:oleObj name="Equation" r:id="rId3" imgW="3009600" imgH="241200" progId="Equation.DSMT4">
                  <p:embed/>
                  <p:pic>
                    <p:nvPicPr>
                      <p:cNvPr id="26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829" y="3535680"/>
                        <a:ext cx="5940712" cy="484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862013" y="3510575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4.20</a:t>
            </a:r>
          </a:p>
        </p:txBody>
      </p:sp>
      <p:graphicFrame>
        <p:nvGraphicFramePr>
          <p:cNvPr id="11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612802"/>
              </p:ext>
            </p:extLst>
          </p:nvPr>
        </p:nvGraphicFramePr>
        <p:xfrm>
          <a:off x="3000258" y="4179397"/>
          <a:ext cx="6781800" cy="434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68680" imgH="228600" progId="Equation.DSMT4">
                  <p:embed/>
                </p:oleObj>
              </mc:Choice>
              <mc:Fallback>
                <p:oleObj name="Equation" r:id="rId5" imgW="3568680" imgH="228600" progId="Equation.DSMT4">
                  <p:embed/>
                  <p:pic>
                    <p:nvPicPr>
                      <p:cNvPr id="11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258" y="4179397"/>
                        <a:ext cx="6781800" cy="434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837922"/>
              </p:ext>
            </p:extLst>
          </p:nvPr>
        </p:nvGraphicFramePr>
        <p:xfrm>
          <a:off x="2697216" y="4751638"/>
          <a:ext cx="3398784" cy="434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88760" imgH="215640" progId="Equation.DSMT4">
                  <p:embed/>
                </p:oleObj>
              </mc:Choice>
              <mc:Fallback>
                <p:oleObj name="Equation" r:id="rId7" imgW="1688760" imgH="215640" progId="Equation.DSMT4">
                  <p:embed/>
                  <p:pic>
                    <p:nvPicPr>
                      <p:cNvPr id="12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216" y="4751638"/>
                        <a:ext cx="3398784" cy="434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862013" y="932258"/>
            <a:ext cx="53055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just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4.19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(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解析函数零点的孤立性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4A22D9A-2A30-2EB9-0C90-5520C04BF9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164952"/>
              </p:ext>
            </p:extLst>
          </p:nvPr>
        </p:nvGraphicFramePr>
        <p:xfrm>
          <a:off x="1184297" y="1520768"/>
          <a:ext cx="10220932" cy="1384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155920" imgH="698400" progId="Equation.DSMT4">
                  <p:embed/>
                </p:oleObj>
              </mc:Choice>
              <mc:Fallback>
                <p:oleObj name="Equation" r:id="rId9" imgW="515592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4297" y="1520768"/>
                        <a:ext cx="10220932" cy="1384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4"/>
          <p:cNvSpPr>
            <a:spLocks noRot="1" noChangeArrowheads="1"/>
          </p:cNvSpPr>
          <p:nvPr/>
        </p:nvSpPr>
        <p:spPr bwMode="auto">
          <a:xfrm>
            <a:off x="649266" y="699840"/>
            <a:ext cx="3166839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二 解析函数的唯一性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33256" y="1370385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4.21</a:t>
            </a:r>
          </a:p>
        </p:txBody>
      </p:sp>
      <p:graphicFrame>
        <p:nvGraphicFramePr>
          <p:cNvPr id="25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450436"/>
              </p:ext>
            </p:extLst>
          </p:nvPr>
        </p:nvGraphicFramePr>
        <p:xfrm>
          <a:off x="2232685" y="1411448"/>
          <a:ext cx="5488660" cy="46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228600" progId="Equation.DSMT4">
                  <p:embed/>
                </p:oleObj>
              </mc:Choice>
              <mc:Fallback>
                <p:oleObj name="Equation" r:id="rId3" imgW="2806560" imgH="22860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685" y="1411448"/>
                        <a:ext cx="5488660" cy="46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276266"/>
              </p:ext>
            </p:extLst>
          </p:nvPr>
        </p:nvGraphicFramePr>
        <p:xfrm>
          <a:off x="2568526" y="1986286"/>
          <a:ext cx="8745884" cy="46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06760" imgH="228600" progId="Equation.DSMT4">
                  <p:embed/>
                </p:oleObj>
              </mc:Choice>
              <mc:Fallback>
                <p:oleObj name="Equation" r:id="rId5" imgW="4406760" imgH="228600" progId="Equation.DSMT4">
                  <p:embed/>
                  <p:pic>
                    <p:nvPicPr>
                      <p:cNvPr id="26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26" y="1986286"/>
                        <a:ext cx="8745884" cy="46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111905"/>
              </p:ext>
            </p:extLst>
          </p:nvPr>
        </p:nvGraphicFramePr>
        <p:xfrm>
          <a:off x="2297549" y="2543866"/>
          <a:ext cx="3992084" cy="46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30320" imgH="228600" progId="Equation.DSMT4">
                  <p:embed/>
                </p:oleObj>
              </mc:Choice>
              <mc:Fallback>
                <p:oleObj name="Equation" r:id="rId7" imgW="1930320" imgH="228600" progId="Equation.DSMT4">
                  <p:embed/>
                  <p:pic>
                    <p:nvPicPr>
                      <p:cNvPr id="2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549" y="2543866"/>
                        <a:ext cx="3992084" cy="46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6221-13B2-C46B-00F5-54B0D560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E6670C4-80B1-FC33-E6F3-600BEFD54338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40FFEED3-E6D6-6733-EC5C-6FD5E861CBA3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06B0043E-CFC3-090E-3EB5-677F1930B71A}"/>
              </a:ext>
            </a:extLst>
          </p:cNvPr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D404CD9A-569C-B847-990B-AB6DBFEF524B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649266" y="699840"/>
            <a:ext cx="3166839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二 解析函数的唯一性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50CDEFF2-D10E-0633-6983-6B945DBC3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56" y="1370385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4.21</a:t>
            </a:r>
          </a:p>
        </p:txBody>
      </p:sp>
      <p:graphicFrame>
        <p:nvGraphicFramePr>
          <p:cNvPr id="25" name="对象 28">
            <a:extLst>
              <a:ext uri="{FF2B5EF4-FFF2-40B4-BE49-F238E27FC236}">
                <a16:creationId xmlns:a16="http://schemas.microsoft.com/office/drawing/2014/main" id="{FC5B6352-79E4-4682-A0E0-73BAC16A6A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685" y="1411448"/>
          <a:ext cx="5488660" cy="46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228600" progId="Equation.DSMT4">
                  <p:embed/>
                </p:oleObj>
              </mc:Choice>
              <mc:Fallback>
                <p:oleObj name="Equation" r:id="rId3" imgW="2806560" imgH="22860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685" y="1411448"/>
                        <a:ext cx="5488660" cy="46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8">
            <a:extLst>
              <a:ext uri="{FF2B5EF4-FFF2-40B4-BE49-F238E27FC236}">
                <a16:creationId xmlns:a16="http://schemas.microsoft.com/office/drawing/2014/main" id="{9CD803F1-33D0-5436-DFA1-2523FD25B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8526" y="1986286"/>
          <a:ext cx="8745884" cy="46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06760" imgH="228600" progId="Equation.DSMT4">
                  <p:embed/>
                </p:oleObj>
              </mc:Choice>
              <mc:Fallback>
                <p:oleObj name="Equation" r:id="rId5" imgW="4406760" imgH="228600" progId="Equation.DSMT4">
                  <p:embed/>
                  <p:pic>
                    <p:nvPicPr>
                      <p:cNvPr id="26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26" y="1986286"/>
                        <a:ext cx="8745884" cy="46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8">
            <a:extLst>
              <a:ext uri="{FF2B5EF4-FFF2-40B4-BE49-F238E27FC236}">
                <a16:creationId xmlns:a16="http://schemas.microsoft.com/office/drawing/2014/main" id="{A35C4ABC-ECA7-5F46-97F7-94E6372498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7549" y="2543866"/>
          <a:ext cx="3992084" cy="46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30320" imgH="228600" progId="Equation.DSMT4">
                  <p:embed/>
                </p:oleObj>
              </mc:Choice>
              <mc:Fallback>
                <p:oleObj name="Equation" r:id="rId7" imgW="1930320" imgH="228600" progId="Equation.DSMT4">
                  <p:embed/>
                  <p:pic>
                    <p:nvPicPr>
                      <p:cNvPr id="28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549" y="2543866"/>
                        <a:ext cx="3992084" cy="461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EAA8F82-1FF5-18EB-4F4F-0247D7A32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123652"/>
              </p:ext>
            </p:extLst>
          </p:nvPr>
        </p:nvGraphicFramePr>
        <p:xfrm>
          <a:off x="2424282" y="3949680"/>
          <a:ext cx="82343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8145600" imgH="10972800" progId="Equation.DSMT4">
                  <p:embed/>
                </p:oleObj>
              </mc:Choice>
              <mc:Fallback>
                <p:oleObj name="Equation" r:id="rId9" imgW="98145600" imgH="109728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282" y="3949680"/>
                        <a:ext cx="823436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>
            <a:extLst>
              <a:ext uri="{FF2B5EF4-FFF2-40B4-BE49-F238E27FC236}">
                <a16:creationId xmlns:a16="http://schemas.microsoft.com/office/drawing/2014/main" id="{88484DD5-5DF1-AF10-55EC-7A738320B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3901410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4.22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591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4"/>
          <p:cNvSpPr>
            <a:spLocks noRot="1" noChangeArrowheads="1"/>
          </p:cNvSpPr>
          <p:nvPr/>
        </p:nvSpPr>
        <p:spPr bwMode="auto">
          <a:xfrm>
            <a:off x="649266" y="699840"/>
            <a:ext cx="3166839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二 解析函数的唯一性</a:t>
            </a:r>
          </a:p>
        </p:txBody>
      </p:sp>
      <p:graphicFrame>
        <p:nvGraphicFramePr>
          <p:cNvPr id="25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952263"/>
              </p:ext>
            </p:extLst>
          </p:nvPr>
        </p:nvGraphicFramePr>
        <p:xfrm>
          <a:off x="2572747" y="1401530"/>
          <a:ext cx="86614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59040" imgH="431640" progId="Equation.DSMT4">
                  <p:embed/>
                </p:oleObj>
              </mc:Choice>
              <mc:Fallback>
                <p:oleObj name="Equation" r:id="rId3" imgW="4559040" imgH="43164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747" y="1401530"/>
                        <a:ext cx="86614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40493" y="1367879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4.23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4"/>
          <p:cNvSpPr>
            <a:spLocks noRot="1" noChangeArrowheads="1"/>
          </p:cNvSpPr>
          <p:nvPr/>
        </p:nvSpPr>
        <p:spPr bwMode="auto">
          <a:xfrm>
            <a:off x="649266" y="764704"/>
            <a:ext cx="2422398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三 最大模原理</a:t>
            </a:r>
          </a:p>
        </p:txBody>
      </p:sp>
      <p:graphicFrame>
        <p:nvGraphicFramePr>
          <p:cNvPr id="25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602116"/>
              </p:ext>
            </p:extLst>
          </p:nvPr>
        </p:nvGraphicFramePr>
        <p:xfrm>
          <a:off x="2591373" y="1419584"/>
          <a:ext cx="8913240" cy="921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86120" imgH="482400" progId="Equation.DSMT4">
                  <p:embed/>
                </p:oleObj>
              </mc:Choice>
              <mc:Fallback>
                <p:oleObj name="Equation" r:id="rId3" imgW="4686120" imgH="48240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373" y="1419584"/>
                        <a:ext cx="8913240" cy="921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40493" y="1367879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4.24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3"/>
          <p:cNvSpPr txBox="1"/>
          <p:nvPr/>
        </p:nvSpPr>
        <p:spPr>
          <a:xfrm>
            <a:off x="1343025" y="106363"/>
            <a:ext cx="6769199" cy="730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解析函数零点的孤立性及惟一性定理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4"/>
          <p:cNvSpPr>
            <a:spLocks noRot="1" noChangeArrowheads="1"/>
          </p:cNvSpPr>
          <p:nvPr/>
        </p:nvSpPr>
        <p:spPr bwMode="auto">
          <a:xfrm>
            <a:off x="649266" y="764704"/>
            <a:ext cx="2422398" cy="647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三 最大模原理</a:t>
            </a:r>
          </a:p>
        </p:txBody>
      </p:sp>
      <p:graphicFrame>
        <p:nvGraphicFramePr>
          <p:cNvPr id="25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185909"/>
              </p:ext>
            </p:extLst>
          </p:nvPr>
        </p:nvGraphicFramePr>
        <p:xfrm>
          <a:off x="2711624" y="1366975"/>
          <a:ext cx="8574159" cy="4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56000" imgH="241200" progId="Equation.DSMT4">
                  <p:embed/>
                </p:oleObj>
              </mc:Choice>
              <mc:Fallback>
                <p:oleObj name="Equation" r:id="rId3" imgW="4356000" imgH="241200" progId="Equation.DSMT4">
                  <p:embed/>
                  <p:pic>
                    <p:nvPicPr>
                      <p:cNvPr id="25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1366975"/>
                        <a:ext cx="8574159" cy="48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840493" y="1367879"/>
            <a:ext cx="20891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4.25</a:t>
            </a:r>
          </a:p>
        </p:txBody>
      </p:sp>
      <p:graphicFrame>
        <p:nvGraphicFramePr>
          <p:cNvPr id="17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003279"/>
              </p:ext>
            </p:extLst>
          </p:nvPr>
        </p:nvGraphicFramePr>
        <p:xfrm>
          <a:off x="3071664" y="1984611"/>
          <a:ext cx="2758403" cy="506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84200" imgH="253800" progId="Equation.DSMT4">
                  <p:embed/>
                </p:oleObj>
              </mc:Choice>
              <mc:Fallback>
                <p:oleObj name="Equation" r:id="rId5" imgW="1384200" imgH="253800" progId="Equation.DSMT4">
                  <p:embed/>
                  <p:pic>
                    <p:nvPicPr>
                      <p:cNvPr id="17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1984611"/>
                        <a:ext cx="2758403" cy="506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466298"/>
              </p:ext>
            </p:extLst>
          </p:nvPr>
        </p:nvGraphicFramePr>
        <p:xfrm>
          <a:off x="2772060" y="2593012"/>
          <a:ext cx="5899398" cy="47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22560" imgH="241200" progId="Equation.DSMT4">
                  <p:embed/>
                </p:oleObj>
              </mc:Choice>
              <mc:Fallback>
                <p:oleObj name="Equation" r:id="rId7" imgW="3022560" imgH="241200" progId="Equation.DSMT4">
                  <p:embed/>
                  <p:pic>
                    <p:nvPicPr>
                      <p:cNvPr id="21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060" y="2593012"/>
                        <a:ext cx="5899398" cy="47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1343025" y="3463028"/>
            <a:ext cx="8389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1: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有界闭域上解析函数的最大模只能在边界取得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§4.4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教材第四章习题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8.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399</Words>
  <Application>Microsoft Office PowerPoint</Application>
  <PresentationFormat>宽屏</PresentationFormat>
  <Paragraphs>61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等线</vt:lpstr>
      <vt:lpstr>等线 Light</vt:lpstr>
      <vt:lpstr>华文楷体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60</cp:revision>
  <dcterms:created xsi:type="dcterms:W3CDTF">2025-07-31T03:32:32Z</dcterms:created>
  <dcterms:modified xsi:type="dcterms:W3CDTF">2025-10-29T02:35:51Z</dcterms:modified>
</cp:coreProperties>
</file>