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"/>
  </p:notesMasterIdLst>
  <p:sldIdLst>
    <p:sldId id="524" r:id="rId3"/>
    <p:sldId id="670" r:id="rId4"/>
    <p:sldId id="672" r:id="rId5"/>
    <p:sldId id="673" r:id="rId6"/>
    <p:sldId id="701" r:id="rId7"/>
    <p:sldId id="702" r:id="rId8"/>
    <p:sldId id="771" r:id="rId9"/>
    <p:sldId id="762" r:id="rId10"/>
    <p:sldId id="714" r:id="rId11"/>
    <p:sldId id="751" r:id="rId12"/>
    <p:sldId id="712" r:id="rId13"/>
    <p:sldId id="705" r:id="rId14"/>
    <p:sldId id="776" r:id="rId15"/>
    <p:sldId id="718" r:id="rId16"/>
    <p:sldId id="676" r:id="rId17"/>
    <p:sldId id="679" r:id="rId18"/>
    <p:sldId id="680" r:id="rId19"/>
    <p:sldId id="681" r:id="rId20"/>
    <p:sldId id="682" r:id="rId21"/>
    <p:sldId id="683" r:id="rId22"/>
    <p:sldId id="684" r:id="rId23"/>
    <p:sldId id="685" r:id="rId24"/>
    <p:sldId id="778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22176-B0F0-4B25-ABE7-77180DA2F53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63DB6-97F6-4965-B82F-0558C4F927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825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7C3B02-A10D-429C-FC5F-797B7FD15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685055-7AB9-A134-72C6-B7E069250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8539A3-1095-F654-9BA0-4879686F8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15051-33ED-4C73-B779-929C12C22885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1A91BD-E32D-CB28-41B4-6DA265CB2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9B1C6B-1420-2612-67F4-E00FA565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60369-1FBC-4817-81AA-3EE4F3363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40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7B334-DD32-BABC-FF96-AFB432B98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820B02-CE77-F261-2B00-6BC9522DC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973E16-56EE-F3F5-A20B-D80BF57F1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15051-33ED-4C73-B779-929C12C22885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715E2A-B73B-DAF3-4034-F88F368F2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D6ECC1-9732-A5A5-AC7A-D797AACA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60369-1FBC-4817-81AA-3EE4F3363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159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7369D-1C80-A228-9F6C-E7B7F30D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F3EE19-8C5E-31CF-EE33-88CB6FEE8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3FB473-6DCA-5215-9ED3-08D2B4EAB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15051-33ED-4C73-B779-929C12C22885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7D30B2-0FE7-BF59-8FDC-AF7278658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18C414-33F9-340D-EEC5-89B420FBB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60369-1FBC-4817-81AA-3EE4F3363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793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30795-F5B4-AF60-D9D7-3F4B7C426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2B7101-C3B3-6CAF-2E9C-AED283A08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A9DDC7-3147-00F5-099B-86ECE6642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ADCE3A-C611-86CA-D763-F829C05E5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15051-33ED-4C73-B779-929C12C22885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5C8FBB-0C9C-2F94-5A24-4D22D869E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B67D4A-2341-AC35-12D8-59CC5BCE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60369-1FBC-4817-81AA-3EE4F3363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750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F52234-0743-99B2-0CE2-735CFB6D6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D8A316-940B-405F-B8AE-C5EE1DC67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59C747-8300-B22D-8F84-F6DFFBEA8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5A3F3F-6635-C527-E284-F350F6793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42F745-622A-CC7A-D4A4-D67807D3E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DEF20A-07DD-8781-79DF-4E7029875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15051-33ED-4C73-B779-929C12C22885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974FAE-D64F-4D9C-D586-C33CB4C6F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5E6C37-A814-D350-08C1-54CE57F0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60369-1FBC-4817-81AA-3EE4F3363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426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BD5726-11C4-D348-0B31-8C45A6F28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99BC36-CE56-C9B4-BFBE-209A154A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15051-33ED-4C73-B779-929C12C22885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2929AB-1A41-5EA8-C925-2D4B034FB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FBBB7E-4FB6-1158-F3A7-4C2950F2D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60369-1FBC-4817-81AA-3EE4F3363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33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0C6DFD3-E80E-30CD-023C-F3D9C4DCE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15051-33ED-4C73-B779-929C12C22885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F29016-231F-F9AD-378D-51B5C365E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8B9DBF-CE8A-E1B9-281E-1AA7BE32E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60369-1FBC-4817-81AA-3EE4F3363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241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802D2-667C-3E22-BAF2-76DBE2AC3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503ADD-0D6B-0394-2E83-44A29D68C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8C0C0E-9EF7-D071-6359-DE1B07440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30D2DB-8E18-103C-1CEE-26E69BE7F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15051-33ED-4C73-B779-929C12C22885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8BBC22-BABC-0528-7F9C-ECA57ED8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E2EA34-B1EF-4619-CDFA-927E0CC7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60369-1FBC-4817-81AA-3EE4F3363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84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978D6-0A00-8D6C-25CE-5EFA7516B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72B396-C3E9-43C3-A821-04A86B9DF7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831E5A-19B3-73CC-AE14-B7116B596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0A6C29-813F-BF0E-829C-68D12F253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15051-33ED-4C73-B779-929C12C22885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CE4EF3-D508-599C-E9FE-14760517D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61294D-F5C0-0527-350E-F1BF60E0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60369-1FBC-4817-81AA-3EE4F3363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59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90404-5CF1-3347-23F2-62896EED7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24C9BE-C7E1-8A22-803E-C123F650C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FA6D45-5164-D6EF-B330-46B6E7C2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15051-33ED-4C73-B779-929C12C22885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9A4E31-458C-8DFA-C268-4B6035F07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2FC17E-EC2E-5740-585C-E13AC70FA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60369-1FBC-4817-81AA-3EE4F3363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785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02D734-EC38-8635-A114-5B0DD20C44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BBCC59-8EAD-77DC-F585-83D13A39E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C3256C-5E5B-F7E3-8524-9C61DF192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15051-33ED-4C73-B779-929C12C22885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8952CE-E6E9-D2C6-E639-CC32A0835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AAFFE1-EFE1-5D68-91DD-D2C6C8729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60369-1FBC-4817-81AA-3EE4F3363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939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746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821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172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2410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957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551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6775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0039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68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9813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0878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626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D0E189-EE0E-C591-96F7-CB21DD780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DF935B-3403-A3A5-EBE4-BA10B7E41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17EFC-B87B-E4A8-A042-49B2C8706E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15051-33ED-4C73-B779-929C12C22885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EBA749-5EBC-2F98-1DE3-5D25EC1BEB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92F283-C5DC-06F6-7250-424424D28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60369-1FBC-4817-81AA-3EE4F3363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72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435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.wmf"/><Relationship Id="rId1" Type="http://schemas.openxmlformats.org/officeDocument/2006/relationships/tags" Target="../tags/tag1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19.wmf"/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7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8.wmf"/><Relationship Id="rId20" Type="http://schemas.openxmlformats.org/officeDocument/2006/relationships/image" Target="../media/image20.wmf"/><Relationship Id="rId1" Type="http://schemas.openxmlformats.org/officeDocument/2006/relationships/tags" Target="../tags/tag2.x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2.bin"/><Relationship Id="rId24" Type="http://schemas.openxmlformats.org/officeDocument/2006/relationships/image" Target="../media/image22.emf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18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7.wmf"/><Relationship Id="rId22" Type="http://schemas.openxmlformats.org/officeDocument/2006/relationships/image" Target="../media/image21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25.bin"/><Relationship Id="rId3" Type="http://schemas.openxmlformats.org/officeDocument/2006/relationships/oleObject" Target="../embeddings/oleObject7.bin"/><Relationship Id="rId21" Type="http://schemas.openxmlformats.org/officeDocument/2006/relationships/image" Target="../media/image30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28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6.bin"/><Relationship Id="rId1" Type="http://schemas.openxmlformats.org/officeDocument/2006/relationships/tags" Target="../tags/tag3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5.wmf"/><Relationship Id="rId5" Type="http://schemas.openxmlformats.org/officeDocument/2006/relationships/image" Target="../media/image15.wmf"/><Relationship Id="rId15" Type="http://schemas.openxmlformats.org/officeDocument/2006/relationships/image" Target="../media/image27.wmf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29.wmf"/><Relationship Id="rId4" Type="http://schemas.openxmlformats.org/officeDocument/2006/relationships/image" Target="../media/image13.wmf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2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31.bin"/><Relationship Id="rId18" Type="http://schemas.openxmlformats.org/officeDocument/2006/relationships/image" Target="../media/image37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3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6.wmf"/><Relationship Id="rId1" Type="http://schemas.openxmlformats.org/officeDocument/2006/relationships/tags" Target="../tags/tag4.x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2.bin"/><Relationship Id="rId10" Type="http://schemas.openxmlformats.org/officeDocument/2006/relationships/image" Target="../media/image33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45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2.wmf"/><Relationship Id="rId17" Type="http://schemas.openxmlformats.org/officeDocument/2006/relationships/oleObject" Target="../embeddings/oleObject41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4.wmf"/><Relationship Id="rId1" Type="http://schemas.openxmlformats.org/officeDocument/2006/relationships/tags" Target="../tags/tag5.x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4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47.bin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50.e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2.emf"/><Relationship Id="rId1" Type="http://schemas.openxmlformats.org/officeDocument/2006/relationships/tags" Target="../tags/tag6.x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5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53.wmf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5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59.wmf"/><Relationship Id="rId18" Type="http://schemas.openxmlformats.org/officeDocument/2006/relationships/oleObject" Target="../embeddings/oleObject58.bin"/><Relationship Id="rId3" Type="http://schemas.openxmlformats.org/officeDocument/2006/relationships/slideLayout" Target="../slideLayouts/slideLayout13.xml"/><Relationship Id="rId21" Type="http://schemas.openxmlformats.org/officeDocument/2006/relationships/image" Target="../media/image63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55.bin"/><Relationship Id="rId17" Type="http://schemas.openxmlformats.org/officeDocument/2006/relationships/image" Target="../media/image61.wmf"/><Relationship Id="rId2" Type="http://schemas.openxmlformats.org/officeDocument/2006/relationships/tags" Target="../tags/tag10.xml"/><Relationship Id="rId16" Type="http://schemas.openxmlformats.org/officeDocument/2006/relationships/oleObject" Target="../embeddings/oleObject57.bin"/><Relationship Id="rId20" Type="http://schemas.openxmlformats.org/officeDocument/2006/relationships/oleObject" Target="../embeddings/oleObject59.bin"/><Relationship Id="rId1" Type="http://schemas.openxmlformats.org/officeDocument/2006/relationships/tags" Target="../tags/tag9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5" Type="http://schemas.openxmlformats.org/officeDocument/2006/relationships/image" Target="../media/image60.wmf"/><Relationship Id="rId23" Type="http://schemas.openxmlformats.org/officeDocument/2006/relationships/image" Target="../media/image64.wmf"/><Relationship Id="rId10" Type="http://schemas.openxmlformats.org/officeDocument/2006/relationships/oleObject" Target="../embeddings/oleObject54.bin"/><Relationship Id="rId19" Type="http://schemas.openxmlformats.org/officeDocument/2006/relationships/image" Target="../media/image62.wmf"/><Relationship Id="rId4" Type="http://schemas.openxmlformats.org/officeDocument/2006/relationships/oleObject" Target="../embeddings/oleObject51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56.bin"/><Relationship Id="rId22" Type="http://schemas.openxmlformats.org/officeDocument/2006/relationships/oleObject" Target="../embeddings/oleObject60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65.wmf"/><Relationship Id="rId4" Type="http://schemas.openxmlformats.org/officeDocument/2006/relationships/oleObject" Target="../embeddings/oleObject6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7.wmf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69.wmf"/><Relationship Id="rId5" Type="http://schemas.openxmlformats.org/officeDocument/2006/relationships/image" Target="../media/image66.wmf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6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oleObject" Target="../embeddings/oleObject69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70.wmf"/><Relationship Id="rId12" Type="http://schemas.openxmlformats.org/officeDocument/2006/relationships/image" Target="../media/image11.wmf"/><Relationship Id="rId2" Type="http://schemas.openxmlformats.org/officeDocument/2006/relationships/tags" Target="../tags/tag16.xml"/><Relationship Id="rId16" Type="http://schemas.openxmlformats.org/officeDocument/2006/relationships/image" Target="../media/image74.emf"/><Relationship Id="rId1" Type="http://schemas.openxmlformats.org/officeDocument/2006/relationships/tags" Target="../tags/tag15.x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72.wmf"/><Relationship Id="rId5" Type="http://schemas.openxmlformats.org/officeDocument/2006/relationships/image" Target="../media/image5.wmf"/><Relationship Id="rId15" Type="http://schemas.openxmlformats.org/officeDocument/2006/relationships/oleObject" Target="../embeddings/oleObject70.bin"/><Relationship Id="rId10" Type="http://schemas.openxmlformats.org/officeDocument/2006/relationships/oleObject" Target="../embeddings/oleObject68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71.wmf"/><Relationship Id="rId14" Type="http://schemas.openxmlformats.org/officeDocument/2006/relationships/image" Target="../media/image7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78.wmf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74.bin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77.wmf"/><Relationship Id="rId5" Type="http://schemas.openxmlformats.org/officeDocument/2006/relationships/image" Target="../media/image75.wmf"/><Relationship Id="rId10" Type="http://schemas.openxmlformats.org/officeDocument/2006/relationships/oleObject" Target="../embeddings/oleObject73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7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83.wmf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80.wmf"/><Relationship Id="rId12" Type="http://schemas.openxmlformats.org/officeDocument/2006/relationships/oleObject" Target="../embeddings/oleObject79.bin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82.wmf"/><Relationship Id="rId5" Type="http://schemas.openxmlformats.org/officeDocument/2006/relationships/image" Target="../media/image79.wmf"/><Relationship Id="rId10" Type="http://schemas.openxmlformats.org/officeDocument/2006/relationships/oleObject" Target="../embeddings/oleObject78.bin"/><Relationship Id="rId4" Type="http://schemas.openxmlformats.org/officeDocument/2006/relationships/oleObject" Target="../embeddings/oleObject75.bin"/><Relationship Id="rId9" Type="http://schemas.openxmlformats.org/officeDocument/2006/relationships/image" Target="../media/image8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84.bin"/><Relationship Id="rId18" Type="http://schemas.openxmlformats.org/officeDocument/2006/relationships/image" Target="../media/image90.wmf"/><Relationship Id="rId3" Type="http://schemas.openxmlformats.org/officeDocument/2006/relationships/oleObject" Target="../embeddings/oleObject80.bin"/><Relationship Id="rId21" Type="http://schemas.openxmlformats.org/officeDocument/2006/relationships/oleObject" Target="../embeddings/oleObject88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8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89.wmf"/><Relationship Id="rId20" Type="http://schemas.openxmlformats.org/officeDocument/2006/relationships/image" Target="../media/image91.wmf"/><Relationship Id="rId1" Type="http://schemas.openxmlformats.org/officeDocument/2006/relationships/tags" Target="../tags/tag21.x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5.bin"/><Relationship Id="rId10" Type="http://schemas.openxmlformats.org/officeDocument/2006/relationships/image" Target="../media/image86.wmf"/><Relationship Id="rId19" Type="http://schemas.openxmlformats.org/officeDocument/2006/relationships/oleObject" Target="../embeddings/oleObject87.bin"/><Relationship Id="rId4" Type="http://schemas.openxmlformats.org/officeDocument/2006/relationships/image" Target="../media/image84.w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88.wmf"/><Relationship Id="rId22" Type="http://schemas.openxmlformats.org/officeDocument/2006/relationships/image" Target="../media/image9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93.bin"/><Relationship Id="rId18" Type="http://schemas.openxmlformats.org/officeDocument/2006/relationships/image" Target="../media/image99.w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96.wmf"/><Relationship Id="rId17" Type="http://schemas.openxmlformats.org/officeDocument/2006/relationships/oleObject" Target="../embeddings/oleObject9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98.wmf"/><Relationship Id="rId1" Type="http://schemas.openxmlformats.org/officeDocument/2006/relationships/tags" Target="../tags/tag22.x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4.bin"/><Relationship Id="rId10" Type="http://schemas.openxmlformats.org/officeDocument/2006/relationships/image" Target="../media/image95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9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01.bin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104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0" Type="http://schemas.openxmlformats.org/officeDocument/2006/relationships/image" Target="../media/image103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10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106.bin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103.bin"/><Relationship Id="rId10" Type="http://schemas.openxmlformats.org/officeDocument/2006/relationships/image" Target="../media/image109.wmf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10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18.wmf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15.wmf"/><Relationship Id="rId17" Type="http://schemas.openxmlformats.org/officeDocument/2006/relationships/oleObject" Target="../embeddings/oleObject11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7.wmf"/><Relationship Id="rId1" Type="http://schemas.openxmlformats.org/officeDocument/2006/relationships/tags" Target="../tags/tag25.x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10" Type="http://schemas.openxmlformats.org/officeDocument/2006/relationships/image" Target="../media/image114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1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13" Type="http://schemas.openxmlformats.org/officeDocument/2006/relationships/oleObject" Target="../embeddings/oleObject118.bin"/><Relationship Id="rId18" Type="http://schemas.openxmlformats.org/officeDocument/2006/relationships/image" Target="../media/image124.wmf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121.wmf"/><Relationship Id="rId17" Type="http://schemas.openxmlformats.org/officeDocument/2006/relationships/oleObject" Target="../embeddings/oleObject120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23.wmf"/><Relationship Id="rId20" Type="http://schemas.openxmlformats.org/officeDocument/2006/relationships/image" Target="../media/image125.wmf"/><Relationship Id="rId1" Type="http://schemas.openxmlformats.org/officeDocument/2006/relationships/tags" Target="../tags/tag26.x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17.bin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9.bin"/><Relationship Id="rId10" Type="http://schemas.openxmlformats.org/officeDocument/2006/relationships/image" Target="../media/image120.wmf"/><Relationship Id="rId19" Type="http://schemas.openxmlformats.org/officeDocument/2006/relationships/oleObject" Target="../embeddings/oleObject121.bin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12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3" Type="http://schemas.openxmlformats.org/officeDocument/2006/relationships/oleObject" Target="../embeddings/oleObject7.bin"/><Relationship Id="rId7" Type="http://schemas.openxmlformats.org/officeDocument/2006/relationships/image" Target="../media/image126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Relationship Id="rId6" Type="http://schemas.openxmlformats.org/officeDocument/2006/relationships/oleObject" Target="../embeddings/oleObject122.bin"/><Relationship Id="rId5" Type="http://schemas.openxmlformats.org/officeDocument/2006/relationships/image" Target="../media/image114.wmf"/><Relationship Id="rId4" Type="http://schemas.openxmlformats.org/officeDocument/2006/relationships/image" Target="../media/image111.wmf"/><Relationship Id="rId9" Type="http://schemas.openxmlformats.org/officeDocument/2006/relationships/image" Target="../media/image12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128.bin"/><Relationship Id="rId18" Type="http://schemas.openxmlformats.org/officeDocument/2006/relationships/image" Target="../media/image99.wmf"/><Relationship Id="rId26" Type="http://schemas.openxmlformats.org/officeDocument/2006/relationships/image" Target="../media/image137.wmf"/><Relationship Id="rId3" Type="http://schemas.openxmlformats.org/officeDocument/2006/relationships/oleObject" Target="../embeddings/oleObject124.bin"/><Relationship Id="rId21" Type="http://schemas.openxmlformats.org/officeDocument/2006/relationships/oleObject" Target="../embeddings/oleObject132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31.wmf"/><Relationship Id="rId17" Type="http://schemas.openxmlformats.org/officeDocument/2006/relationships/oleObject" Target="../embeddings/oleObject130.bin"/><Relationship Id="rId25" Type="http://schemas.openxmlformats.org/officeDocument/2006/relationships/oleObject" Target="../embeddings/oleObject13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33.wmf"/><Relationship Id="rId20" Type="http://schemas.openxmlformats.org/officeDocument/2006/relationships/image" Target="../media/image134.wmf"/><Relationship Id="rId1" Type="http://schemas.openxmlformats.org/officeDocument/2006/relationships/tags" Target="../tags/tag28.xml"/><Relationship Id="rId6" Type="http://schemas.openxmlformats.org/officeDocument/2006/relationships/image" Target="../media/image129.wmf"/><Relationship Id="rId11" Type="http://schemas.openxmlformats.org/officeDocument/2006/relationships/oleObject" Target="../embeddings/oleObject127.bin"/><Relationship Id="rId24" Type="http://schemas.openxmlformats.org/officeDocument/2006/relationships/image" Target="../media/image136.wmf"/><Relationship Id="rId5" Type="http://schemas.openxmlformats.org/officeDocument/2006/relationships/oleObject" Target="../embeddings/oleObject125.bin"/><Relationship Id="rId15" Type="http://schemas.openxmlformats.org/officeDocument/2006/relationships/oleObject" Target="../embeddings/oleObject129.bin"/><Relationship Id="rId23" Type="http://schemas.openxmlformats.org/officeDocument/2006/relationships/oleObject" Target="../embeddings/oleObject133.bin"/><Relationship Id="rId10" Type="http://schemas.openxmlformats.org/officeDocument/2006/relationships/image" Target="../media/image130.wmf"/><Relationship Id="rId19" Type="http://schemas.openxmlformats.org/officeDocument/2006/relationships/oleObject" Target="../embeddings/oleObject131.bin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126.bin"/><Relationship Id="rId14" Type="http://schemas.openxmlformats.org/officeDocument/2006/relationships/image" Target="../media/image132.wmf"/><Relationship Id="rId22" Type="http://schemas.openxmlformats.org/officeDocument/2006/relationships/image" Target="../media/image135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739516" y="3034126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第二章 解析函数</a:t>
            </a:r>
            <a:endParaRPr kumimoji="0" lang="en-US" altLang="zh-CN" sz="426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/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4A29CD5-FDBE-221A-BFA4-1FD95E11D5AE}"/>
              </a:ext>
            </a:extLst>
          </p:cNvPr>
          <p:cNvSpPr txBox="1"/>
          <p:nvPr/>
        </p:nvSpPr>
        <p:spPr>
          <a:xfrm>
            <a:off x="3655126" y="3813690"/>
            <a:ext cx="5059291" cy="52322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2.2-2.3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初等解析函数</a:t>
            </a:r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初等多值函数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257374" y="1449195"/>
          <a:ext cx="77152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29600" imgH="4572000" progId="Equation.DSMT4">
                  <p:embed/>
                </p:oleObj>
              </mc:Choice>
              <mc:Fallback>
                <p:oleObj name="Equation" r:id="rId3" imgW="8229600" imgH="45720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74" y="1449195"/>
                        <a:ext cx="771525" cy="4238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423843"/>
              </p:ext>
            </p:extLst>
          </p:nvPr>
        </p:nvGraphicFramePr>
        <p:xfrm>
          <a:off x="2207568" y="1449195"/>
          <a:ext cx="7795380" cy="511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41600" imgH="228600" progId="Equation.DSMT4">
                  <p:embed/>
                </p:oleObj>
              </mc:Choice>
              <mc:Fallback>
                <p:oleObj name="Equation" r:id="rId5" imgW="3441600" imgH="2286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1449195"/>
                        <a:ext cx="7795380" cy="511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137306"/>
              </p:ext>
            </p:extLst>
          </p:nvPr>
        </p:nvGraphicFramePr>
        <p:xfrm>
          <a:off x="1223685" y="2875342"/>
          <a:ext cx="3416371" cy="477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36480" imgH="215640" progId="Equation.DSMT4">
                  <p:embed/>
                </p:oleObj>
              </mc:Choice>
              <mc:Fallback>
                <p:oleObj name="Equation" r:id="rId7" imgW="1536480" imgH="2156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685" y="2875342"/>
                        <a:ext cx="3416371" cy="4772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811982" y="836613"/>
          <a:ext cx="21351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164800" imgH="4572000" progId="Equation.DSMT4">
                  <p:embed/>
                </p:oleObj>
              </mc:Choice>
              <mc:Fallback>
                <p:oleObj name="Equation" r:id="rId9" imgW="23164800" imgH="457200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982" y="836613"/>
                        <a:ext cx="213518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928545"/>
              </p:ext>
            </p:extLst>
          </p:nvPr>
        </p:nvGraphicFramePr>
        <p:xfrm>
          <a:off x="3336201" y="4821000"/>
          <a:ext cx="5710176" cy="52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38280" imgH="228600" progId="Equation.DSMT4">
                  <p:embed/>
                </p:oleObj>
              </mc:Choice>
              <mc:Fallback>
                <p:oleObj name="Equation" r:id="rId11" imgW="2438280" imgH="228600" progId="Equation.DSMT4">
                  <p:embed/>
                  <p:pic>
                    <p:nvPicPr>
                      <p:cNvPr id="41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6201" y="4821000"/>
                        <a:ext cx="5710176" cy="52872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166626"/>
              </p:ext>
            </p:extLst>
          </p:nvPr>
        </p:nvGraphicFramePr>
        <p:xfrm>
          <a:off x="1257374" y="4163182"/>
          <a:ext cx="6257926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6751200" imgH="5181600" progId="Equation.DSMT4">
                  <p:embed/>
                </p:oleObj>
              </mc:Choice>
              <mc:Fallback>
                <p:oleObj name="Equation" r:id="rId13" imgW="66751200" imgH="5181600" progId="Equation.DSMT4">
                  <p:embed/>
                  <p:pic>
                    <p:nvPicPr>
                      <p:cNvPr id="52" name="对象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74" y="4163182"/>
                        <a:ext cx="6257926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850156" y="1461895"/>
          <a:ext cx="34290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657600" imgH="4267200" progId="Equation.DSMT4">
                  <p:embed/>
                </p:oleObj>
              </mc:Choice>
              <mc:Fallback>
                <p:oleObj name="Equation" r:id="rId15" imgW="3657600" imgH="42672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156" y="1461895"/>
                        <a:ext cx="34290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内容占位符 3"/>
          <p:cNvSpPr txBox="1"/>
          <p:nvPr/>
        </p:nvSpPr>
        <p:spPr>
          <a:xfrm>
            <a:off x="1343472" y="206896"/>
            <a:ext cx="309634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初等解析函数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2EB56F0-4D4A-5754-1DCB-BB90FD3854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91126"/>
              </p:ext>
            </p:extLst>
          </p:nvPr>
        </p:nvGraphicFramePr>
        <p:xfrm>
          <a:off x="4352648" y="2166099"/>
          <a:ext cx="3295333" cy="52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422360" imgH="228600" progId="Equation.DSMT4">
                  <p:embed/>
                </p:oleObj>
              </mc:Choice>
              <mc:Fallback>
                <p:oleObj name="Equation" r:id="rId17" imgW="1422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52648" y="2166099"/>
                        <a:ext cx="3295333" cy="52872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271588" y="1449388"/>
          <a:ext cx="74295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924800" imgH="4572000" progId="Equation.DSMT4">
                  <p:embed/>
                </p:oleObj>
              </mc:Choice>
              <mc:Fallback>
                <p:oleObj name="Equation" r:id="rId3" imgW="7924800" imgH="45720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588" y="1449388"/>
                        <a:ext cx="742950" cy="4238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077691"/>
              </p:ext>
            </p:extLst>
          </p:nvPr>
        </p:nvGraphicFramePr>
        <p:xfrm>
          <a:off x="2219737" y="1460604"/>
          <a:ext cx="67627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84400" imgH="228600" progId="Equation.DSMT4">
                  <p:embed/>
                </p:oleObj>
              </mc:Choice>
              <mc:Fallback>
                <p:oleObj name="Equation" r:id="rId5" imgW="2984400" imgH="228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737" y="1460604"/>
                        <a:ext cx="676275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811982" y="836613"/>
          <a:ext cx="21351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164800" imgH="4572000" progId="Equation.DSMT4">
                  <p:embed/>
                </p:oleObj>
              </mc:Choice>
              <mc:Fallback>
                <p:oleObj name="Equation" r:id="rId7" imgW="23164800" imgH="457200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982" y="836613"/>
                        <a:ext cx="213518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836613" y="1462088"/>
          <a:ext cx="3714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962400" imgH="4267200" progId="Equation.DSMT4">
                  <p:embed/>
                </p:oleObj>
              </mc:Choice>
              <mc:Fallback>
                <p:oleObj name="Equation" r:id="rId9" imgW="3962400" imgH="42672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1462088"/>
                        <a:ext cx="37147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731903"/>
              </p:ext>
            </p:extLst>
          </p:nvPr>
        </p:nvGraphicFramePr>
        <p:xfrm>
          <a:off x="2242799" y="2132135"/>
          <a:ext cx="7098181" cy="516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098520" imgH="228600" progId="Equation.DSMT4">
                  <p:embed/>
                </p:oleObj>
              </mc:Choice>
              <mc:Fallback>
                <p:oleObj name="Equation" r:id="rId11" imgW="3098520" imgH="2286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2799" y="2132135"/>
                        <a:ext cx="7098181" cy="5162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460650"/>
              </p:ext>
            </p:extLst>
          </p:nvPr>
        </p:nvGraphicFramePr>
        <p:xfrm>
          <a:off x="2242799" y="2803609"/>
          <a:ext cx="2816091" cy="535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06360" imgH="228600" progId="Equation.DSMT4">
                  <p:embed/>
                </p:oleObj>
              </mc:Choice>
              <mc:Fallback>
                <p:oleObj name="Equation" r:id="rId13" imgW="1206360" imgH="2286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2799" y="2803609"/>
                        <a:ext cx="2816091" cy="535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520070"/>
              </p:ext>
            </p:extLst>
          </p:nvPr>
        </p:nvGraphicFramePr>
        <p:xfrm>
          <a:off x="2219737" y="4184672"/>
          <a:ext cx="212536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88840" imgH="215640" progId="Equation.DSMT4">
                  <p:embed/>
                </p:oleObj>
              </mc:Choice>
              <mc:Fallback>
                <p:oleObj name="Equation" r:id="rId15" imgW="888840" imgH="2156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737" y="4184672"/>
                        <a:ext cx="2125368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579494"/>
              </p:ext>
            </p:extLst>
          </p:nvPr>
        </p:nvGraphicFramePr>
        <p:xfrm>
          <a:off x="4439816" y="4184672"/>
          <a:ext cx="6142548" cy="52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768400" imgH="241200" progId="Equation.DSMT4">
                  <p:embed/>
                </p:oleObj>
              </mc:Choice>
              <mc:Fallback>
                <p:oleObj name="Equation" r:id="rId17" imgW="2768400" imgH="2412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816" y="4184672"/>
                        <a:ext cx="6142548" cy="526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762692"/>
              </p:ext>
            </p:extLst>
          </p:nvPr>
        </p:nvGraphicFramePr>
        <p:xfrm>
          <a:off x="2242799" y="4881798"/>
          <a:ext cx="9000585" cy="526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051080" imgH="228600" progId="Equation.DSMT4">
                  <p:embed/>
                </p:oleObj>
              </mc:Choice>
              <mc:Fallback>
                <p:oleObj name="Equation" r:id="rId19" imgW="4051080" imgH="2286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2799" y="4881798"/>
                        <a:ext cx="9000585" cy="5265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内容占位符 3"/>
          <p:cNvSpPr txBox="1"/>
          <p:nvPr/>
        </p:nvSpPr>
        <p:spPr>
          <a:xfrm>
            <a:off x="1343472" y="206896"/>
            <a:ext cx="309634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初等解析函数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6108473-DB7C-C16F-BDFC-E3CEE6D459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527333"/>
              </p:ext>
            </p:extLst>
          </p:nvPr>
        </p:nvGraphicFramePr>
        <p:xfrm>
          <a:off x="2242799" y="3494140"/>
          <a:ext cx="6018474" cy="535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374180" imgH="300074" progId="Equation.DSMT4">
                  <p:embed/>
                </p:oleObj>
              </mc:Choice>
              <mc:Fallback>
                <p:oleObj name="Equation" r:id="rId21" imgW="3374180" imgH="30007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42799" y="3494140"/>
                        <a:ext cx="6018474" cy="535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0033F42-D1DF-1D50-906F-5631651A8E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637062"/>
              </p:ext>
            </p:extLst>
          </p:nvPr>
        </p:nvGraphicFramePr>
        <p:xfrm>
          <a:off x="2242799" y="5585671"/>
          <a:ext cx="4341648" cy="661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509549" imgH="383245" progId="Equation.DSMT4">
                  <p:embed/>
                </p:oleObj>
              </mc:Choice>
              <mc:Fallback>
                <p:oleObj name="Equation" r:id="rId23" imgW="2509549" imgH="38324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242799" y="5585671"/>
                        <a:ext cx="4341648" cy="6618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102150" y="999184"/>
          <a:ext cx="74295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924800" imgH="4572000" progId="Equation.DSMT4">
                  <p:embed/>
                </p:oleObj>
              </mc:Choice>
              <mc:Fallback>
                <p:oleObj name="Equation" r:id="rId3" imgW="7924800" imgH="45720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2150" y="999184"/>
                        <a:ext cx="742950" cy="4238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67175" y="1011884"/>
          <a:ext cx="3714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62400" imgH="4267200" progId="Equation.DSMT4">
                  <p:embed/>
                </p:oleObj>
              </mc:Choice>
              <mc:Fallback>
                <p:oleObj name="Equation" r:id="rId3" imgW="3962400" imgH="42672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175" y="1011884"/>
                        <a:ext cx="37147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994639"/>
              </p:ext>
            </p:extLst>
          </p:nvPr>
        </p:nvGraphicFramePr>
        <p:xfrm>
          <a:off x="2356714" y="997495"/>
          <a:ext cx="1506353" cy="484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4680" imgH="203040" progId="Equation.DSMT4">
                  <p:embed/>
                </p:oleObj>
              </mc:Choice>
              <mc:Fallback>
                <p:oleObj name="Equation" r:id="rId6" imgW="634680" imgH="2030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6714" y="997495"/>
                        <a:ext cx="1506353" cy="484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066876"/>
              </p:ext>
            </p:extLst>
          </p:nvPr>
        </p:nvGraphicFramePr>
        <p:xfrm>
          <a:off x="4384098" y="963994"/>
          <a:ext cx="5592329" cy="484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03160" imgH="228600" progId="Equation.DSMT4">
                  <p:embed/>
                </p:oleObj>
              </mc:Choice>
              <mc:Fallback>
                <p:oleObj name="Equation" r:id="rId8" imgW="2603160" imgH="2286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4098" y="963994"/>
                        <a:ext cx="5592329" cy="484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47856"/>
              </p:ext>
            </p:extLst>
          </p:nvPr>
        </p:nvGraphicFramePr>
        <p:xfrm>
          <a:off x="2689233" y="1691002"/>
          <a:ext cx="3673418" cy="103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88760" imgH="482400" progId="Equation.DSMT4">
                  <p:embed/>
                </p:oleObj>
              </mc:Choice>
              <mc:Fallback>
                <p:oleObj name="Equation" r:id="rId10" imgW="1688760" imgH="4824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233" y="1691002"/>
                        <a:ext cx="3673418" cy="103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109"/>
          <p:cNvGrpSpPr/>
          <p:nvPr/>
        </p:nvGrpSpPr>
        <p:grpSpPr bwMode="auto">
          <a:xfrm>
            <a:off x="4464000" y="3826917"/>
            <a:ext cx="4410075" cy="1495425"/>
            <a:chOff x="2044" y="2529"/>
            <a:chExt cx="2778" cy="942"/>
          </a:xfrm>
        </p:grpSpPr>
        <p:grpSp>
          <p:nvGrpSpPr>
            <p:cNvPr id="30" name="Group 108"/>
            <p:cNvGrpSpPr/>
            <p:nvPr/>
          </p:nvGrpSpPr>
          <p:grpSpPr bwMode="auto">
            <a:xfrm>
              <a:off x="3063" y="2561"/>
              <a:ext cx="168" cy="510"/>
              <a:chOff x="3278" y="1911"/>
              <a:chExt cx="168" cy="510"/>
            </a:xfrm>
          </p:grpSpPr>
          <p:sp>
            <p:nvSpPr>
              <p:cNvPr id="36" name="Line 101"/>
              <p:cNvSpPr>
                <a:spLocks noChangeShapeType="1"/>
              </p:cNvSpPr>
              <p:nvPr/>
            </p:nvSpPr>
            <p:spPr bwMode="auto">
              <a:xfrm flipV="1">
                <a:off x="3278" y="2397"/>
                <a:ext cx="156" cy="2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stealth" w="med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Line 102"/>
              <p:cNvSpPr>
                <a:spLocks noChangeShapeType="1"/>
              </p:cNvSpPr>
              <p:nvPr/>
            </p:nvSpPr>
            <p:spPr bwMode="auto">
              <a:xfrm>
                <a:off x="3284" y="1911"/>
                <a:ext cx="162" cy="1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stealth" w="med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Line 103"/>
              <p:cNvSpPr>
                <a:spLocks noChangeShapeType="1"/>
              </p:cNvSpPr>
              <p:nvPr/>
            </p:nvSpPr>
            <p:spPr bwMode="auto">
              <a:xfrm flipV="1">
                <a:off x="3278" y="2109"/>
                <a:ext cx="162" cy="1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stealth" w="med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2" name="Group 107"/>
            <p:cNvGrpSpPr/>
            <p:nvPr/>
          </p:nvGrpSpPr>
          <p:grpSpPr bwMode="auto">
            <a:xfrm>
              <a:off x="2044" y="2529"/>
              <a:ext cx="2778" cy="942"/>
              <a:chOff x="2264" y="1879"/>
              <a:chExt cx="2778" cy="942"/>
            </a:xfrm>
          </p:grpSpPr>
          <p:cxnSp>
            <p:nvCxnSpPr>
              <p:cNvPr id="33" name="AutoShape 104"/>
              <p:cNvCxnSpPr>
                <a:cxnSpLocks noChangeShapeType="1"/>
              </p:cNvCxnSpPr>
              <p:nvPr/>
            </p:nvCxnSpPr>
            <p:spPr bwMode="auto">
              <a:xfrm rot="16200000">
                <a:off x="3369" y="1182"/>
                <a:ext cx="534" cy="2744"/>
              </a:xfrm>
              <a:prstGeom prst="curvedConnector2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4" name="AutoShape 105"/>
              <p:cNvCxnSpPr>
                <a:cxnSpLocks noChangeShapeType="1"/>
              </p:cNvCxnSpPr>
              <p:nvPr/>
            </p:nvCxnSpPr>
            <p:spPr bwMode="auto">
              <a:xfrm rot="16200000">
                <a:off x="3593" y="934"/>
                <a:ext cx="96" cy="2754"/>
              </a:xfrm>
              <a:prstGeom prst="curvedConnector3">
                <a:avLst>
                  <a:gd name="adj1" fmla="val 260417"/>
                </a:avLst>
              </a:prstGeom>
              <a:noFill/>
              <a:ln w="1270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AutoShape 106"/>
              <p:cNvCxnSpPr>
                <a:cxnSpLocks noChangeShapeType="1"/>
              </p:cNvCxnSpPr>
              <p:nvPr/>
            </p:nvCxnSpPr>
            <p:spPr bwMode="auto">
              <a:xfrm>
                <a:off x="2274" y="1879"/>
                <a:ext cx="2768" cy="374"/>
              </a:xfrm>
              <a:prstGeom prst="curvedConnector2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40" name="Group 99"/>
          <p:cNvGrpSpPr/>
          <p:nvPr/>
        </p:nvGrpSpPr>
        <p:grpSpPr bwMode="auto">
          <a:xfrm>
            <a:off x="2557413" y="3712617"/>
            <a:ext cx="1922462" cy="881062"/>
            <a:chOff x="843" y="2457"/>
            <a:chExt cx="1211" cy="555"/>
          </a:xfrm>
        </p:grpSpPr>
        <p:sp>
          <p:nvSpPr>
            <p:cNvPr id="41" name="Line 90"/>
            <p:cNvSpPr>
              <a:spLocks noChangeAspect="1" noChangeShapeType="1"/>
            </p:cNvSpPr>
            <p:nvPr/>
          </p:nvSpPr>
          <p:spPr bwMode="auto">
            <a:xfrm flipV="1">
              <a:off x="2022" y="2555"/>
              <a:ext cx="0" cy="45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Line 60"/>
            <p:cNvSpPr>
              <a:spLocks noChangeShapeType="1"/>
            </p:cNvSpPr>
            <p:nvPr/>
          </p:nvSpPr>
          <p:spPr bwMode="auto">
            <a:xfrm>
              <a:off x="1308" y="2538"/>
              <a:ext cx="69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sysDot"/>
              <a:rou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3" name="Object 69"/>
            <p:cNvGraphicFramePr/>
            <p:nvPr/>
          </p:nvGraphicFramePr>
          <p:xfrm>
            <a:off x="843" y="2457"/>
            <a:ext cx="433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837565" imgH="342900" progId="Equation.3">
                    <p:embed/>
                  </p:oleObj>
                </mc:Choice>
                <mc:Fallback>
                  <p:oleObj name="公式" r:id="rId12" imgW="837565" imgH="342900" progId="Equation.3">
                    <p:embed/>
                    <p:pic>
                      <p:nvPicPr>
                        <p:cNvPr id="43" name="Object 6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3" y="2457"/>
                          <a:ext cx="433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Oval 59"/>
            <p:cNvSpPr>
              <a:spLocks noChangeArrowheads="1"/>
            </p:cNvSpPr>
            <p:nvPr/>
          </p:nvSpPr>
          <p:spPr bwMode="auto">
            <a:xfrm>
              <a:off x="1986" y="2496"/>
              <a:ext cx="68" cy="6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Group 110"/>
          <p:cNvGrpSpPr/>
          <p:nvPr/>
        </p:nvGrpSpPr>
        <p:grpSpPr bwMode="auto">
          <a:xfrm>
            <a:off x="4464001" y="4476210"/>
            <a:ext cx="4356100" cy="847726"/>
            <a:chOff x="2044" y="2938"/>
            <a:chExt cx="2744" cy="534"/>
          </a:xfrm>
        </p:grpSpPr>
        <p:sp>
          <p:nvSpPr>
            <p:cNvPr id="46" name="Line 6"/>
            <p:cNvSpPr>
              <a:spLocks noChangeShapeType="1"/>
            </p:cNvSpPr>
            <p:nvPr/>
          </p:nvSpPr>
          <p:spPr bwMode="auto">
            <a:xfrm flipV="1">
              <a:off x="3078" y="3048"/>
              <a:ext cx="156" cy="24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7" name="AutoShape 9"/>
            <p:cNvCxnSpPr>
              <a:cxnSpLocks noChangeShapeType="1"/>
              <a:stCxn id="94" idx="7"/>
              <a:endCxn id="63" idx="2"/>
            </p:cNvCxnSpPr>
            <p:nvPr/>
          </p:nvCxnSpPr>
          <p:spPr bwMode="auto">
            <a:xfrm rot="5400000" flipH="1" flipV="1">
              <a:off x="3149" y="1833"/>
              <a:ext cx="534" cy="2744"/>
            </a:xfrm>
            <a:prstGeom prst="curvedConnector2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8" name="Group 111"/>
          <p:cNvGrpSpPr/>
          <p:nvPr/>
        </p:nvGrpSpPr>
        <p:grpSpPr bwMode="auto">
          <a:xfrm>
            <a:off x="4464001" y="4193629"/>
            <a:ext cx="4371975" cy="396875"/>
            <a:chOff x="2044" y="2760"/>
            <a:chExt cx="2754" cy="250"/>
          </a:xfrm>
        </p:grpSpPr>
        <p:sp>
          <p:nvSpPr>
            <p:cNvPr id="49" name="Line 8"/>
            <p:cNvSpPr>
              <a:spLocks noChangeShapeType="1"/>
            </p:cNvSpPr>
            <p:nvPr/>
          </p:nvSpPr>
          <p:spPr bwMode="auto">
            <a:xfrm flipV="1">
              <a:off x="3078" y="2760"/>
              <a:ext cx="162" cy="12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0" name="AutoShape 10"/>
            <p:cNvCxnSpPr>
              <a:cxnSpLocks noChangeShapeType="1"/>
              <a:stCxn id="87" idx="7"/>
              <a:endCxn id="63" idx="1"/>
            </p:cNvCxnSpPr>
            <p:nvPr/>
          </p:nvCxnSpPr>
          <p:spPr bwMode="auto">
            <a:xfrm rot="5400000" flipH="1" flipV="1">
              <a:off x="3373" y="1585"/>
              <a:ext cx="96" cy="2754"/>
            </a:xfrm>
            <a:prstGeom prst="curvedConnector3">
              <a:avLst>
                <a:gd name="adj1" fmla="val 260380"/>
              </a:avLst>
            </a:prstGeom>
            <a:noFill/>
            <a:ln w="127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Group 112"/>
          <p:cNvGrpSpPr/>
          <p:nvPr/>
        </p:nvGrpSpPr>
        <p:grpSpPr bwMode="auto">
          <a:xfrm>
            <a:off x="4479876" y="3828504"/>
            <a:ext cx="4394201" cy="593725"/>
            <a:chOff x="2054" y="2530"/>
            <a:chExt cx="2768" cy="374"/>
          </a:xfrm>
        </p:grpSpPr>
        <p:sp>
          <p:nvSpPr>
            <p:cNvPr id="52" name="Line 7"/>
            <p:cNvSpPr>
              <a:spLocks noChangeShapeType="1"/>
            </p:cNvSpPr>
            <p:nvPr/>
          </p:nvSpPr>
          <p:spPr bwMode="auto">
            <a:xfrm>
              <a:off x="3084" y="2562"/>
              <a:ext cx="162" cy="12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3" name="AutoShape 11"/>
            <p:cNvCxnSpPr>
              <a:cxnSpLocks noChangeShapeType="1"/>
              <a:stCxn id="44" idx="6"/>
              <a:endCxn id="63" idx="0"/>
            </p:cNvCxnSpPr>
            <p:nvPr/>
          </p:nvCxnSpPr>
          <p:spPr bwMode="auto">
            <a:xfrm>
              <a:off x="2054" y="2530"/>
              <a:ext cx="2768" cy="374"/>
            </a:xfrm>
            <a:prstGeom prst="curvedConnector2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4" name="Group 91"/>
          <p:cNvGrpSpPr/>
          <p:nvPr/>
        </p:nvGrpSpPr>
        <p:grpSpPr bwMode="auto">
          <a:xfrm>
            <a:off x="2524075" y="3149054"/>
            <a:ext cx="2749550" cy="3016250"/>
            <a:chOff x="822" y="2102"/>
            <a:chExt cx="1732" cy="1900"/>
          </a:xfrm>
        </p:grpSpPr>
        <p:sp>
          <p:nvSpPr>
            <p:cNvPr id="55" name="Text Box 14"/>
            <p:cNvSpPr txBox="1">
              <a:spLocks noChangeArrowheads="1"/>
            </p:cNvSpPr>
            <p:nvPr/>
          </p:nvSpPr>
          <p:spPr bwMode="auto">
            <a:xfrm>
              <a:off x="2091" y="2142"/>
              <a:ext cx="46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56" name="Line 16"/>
            <p:cNvSpPr>
              <a:spLocks noChangeShapeType="1"/>
            </p:cNvSpPr>
            <p:nvPr/>
          </p:nvSpPr>
          <p:spPr bwMode="auto">
            <a:xfrm flipV="1">
              <a:off x="822" y="3810"/>
              <a:ext cx="15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Text Box 22"/>
            <p:cNvSpPr txBox="1">
              <a:spLocks noChangeArrowheads="1"/>
            </p:cNvSpPr>
            <p:nvPr/>
          </p:nvSpPr>
          <p:spPr bwMode="auto">
            <a:xfrm>
              <a:off x="1322" y="2102"/>
              <a:ext cx="29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59" name="Text Box 23"/>
            <p:cNvSpPr txBox="1">
              <a:spLocks noChangeArrowheads="1"/>
            </p:cNvSpPr>
            <p:nvPr/>
          </p:nvSpPr>
          <p:spPr bwMode="auto">
            <a:xfrm>
              <a:off x="2235" y="3750"/>
              <a:ext cx="30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60" name="Line 17"/>
            <p:cNvSpPr>
              <a:spLocks noChangeShapeType="1"/>
            </p:cNvSpPr>
            <p:nvPr/>
          </p:nvSpPr>
          <p:spPr bwMode="auto">
            <a:xfrm flipV="1">
              <a:off x="1308" y="2205"/>
              <a:ext cx="0" cy="17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1" name="Line 36"/>
          <p:cNvSpPr>
            <a:spLocks noChangeShapeType="1"/>
          </p:cNvSpPr>
          <p:nvPr/>
        </p:nvSpPr>
        <p:spPr bwMode="auto">
          <a:xfrm flipV="1">
            <a:off x="8877250" y="4460329"/>
            <a:ext cx="0" cy="1390650"/>
          </a:xfrm>
          <a:prstGeom prst="line">
            <a:avLst/>
          </a:prstGeom>
          <a:noFill/>
          <a:ln w="12700">
            <a:solidFill>
              <a:srgbClr val="0080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2" name="Group 95"/>
          <p:cNvGrpSpPr/>
          <p:nvPr/>
        </p:nvGrpSpPr>
        <p:grpSpPr bwMode="auto">
          <a:xfrm>
            <a:off x="8820100" y="4215860"/>
            <a:ext cx="654050" cy="369888"/>
            <a:chOff x="4788" y="2774"/>
            <a:chExt cx="412" cy="233"/>
          </a:xfrm>
        </p:grpSpPr>
        <p:sp>
          <p:nvSpPr>
            <p:cNvPr id="63" name="Oval 5"/>
            <p:cNvSpPr>
              <a:spLocks noChangeArrowheads="1"/>
            </p:cNvSpPr>
            <p:nvPr/>
          </p:nvSpPr>
          <p:spPr bwMode="auto">
            <a:xfrm>
              <a:off x="4788" y="2904"/>
              <a:ext cx="68" cy="68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Text Box 38"/>
            <p:cNvSpPr txBox="1">
              <a:spLocks noChangeArrowheads="1"/>
            </p:cNvSpPr>
            <p:nvPr/>
          </p:nvSpPr>
          <p:spPr bwMode="auto">
            <a:xfrm>
              <a:off x="4846" y="2774"/>
              <a:ext cx="35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w</a:t>
              </a:r>
            </a:p>
          </p:txBody>
        </p:sp>
      </p:grpSp>
      <p:grpSp>
        <p:nvGrpSpPr>
          <p:cNvPr id="65" name="Group 97"/>
          <p:cNvGrpSpPr/>
          <p:nvPr/>
        </p:nvGrpSpPr>
        <p:grpSpPr bwMode="auto">
          <a:xfrm>
            <a:off x="8039050" y="5350917"/>
            <a:ext cx="539750" cy="596900"/>
            <a:chOff x="4296" y="3489"/>
            <a:chExt cx="340" cy="376"/>
          </a:xfrm>
        </p:grpSpPr>
        <p:sp>
          <p:nvSpPr>
            <p:cNvPr id="66" name="Text Box 39"/>
            <p:cNvSpPr txBox="1">
              <a:spLocks noChangeArrowheads="1"/>
            </p:cNvSpPr>
            <p:nvPr/>
          </p:nvSpPr>
          <p:spPr bwMode="auto">
            <a:xfrm>
              <a:off x="4365" y="3489"/>
              <a:ext cx="2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67" name="Arc 40"/>
            <p:cNvSpPr/>
            <p:nvPr/>
          </p:nvSpPr>
          <p:spPr bwMode="auto">
            <a:xfrm>
              <a:off x="4296" y="3673"/>
              <a:ext cx="109" cy="19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0069"/>
                <a:gd name="T1" fmla="*/ 0 h 21600"/>
                <a:gd name="T2" fmla="*/ 20069 w 20069"/>
                <a:gd name="T3" fmla="*/ 13613 h 21600"/>
                <a:gd name="T4" fmla="*/ 0 w 2006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69" h="21600" fill="none" extrusionOk="0">
                  <a:moveTo>
                    <a:pt x="0" y="0"/>
                  </a:moveTo>
                  <a:cubicBezTo>
                    <a:pt x="8846" y="0"/>
                    <a:pt x="16798" y="5393"/>
                    <a:pt x="20069" y="13612"/>
                  </a:cubicBezTo>
                </a:path>
                <a:path w="20069" h="21600" stroke="0" extrusionOk="0">
                  <a:moveTo>
                    <a:pt x="0" y="0"/>
                  </a:moveTo>
                  <a:cubicBezTo>
                    <a:pt x="8846" y="0"/>
                    <a:pt x="16798" y="5393"/>
                    <a:pt x="20069" y="1361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8" name="Group 96"/>
          <p:cNvGrpSpPr/>
          <p:nvPr/>
        </p:nvGrpSpPr>
        <p:grpSpPr bwMode="auto">
          <a:xfrm>
            <a:off x="7886650" y="4479379"/>
            <a:ext cx="977900" cy="1371600"/>
            <a:chOff x="4200" y="2940"/>
            <a:chExt cx="616" cy="864"/>
          </a:xfrm>
        </p:grpSpPr>
        <p:sp>
          <p:nvSpPr>
            <p:cNvPr id="69" name="Line 37"/>
            <p:cNvSpPr>
              <a:spLocks noChangeAspect="1" noChangeShapeType="1"/>
            </p:cNvSpPr>
            <p:nvPr/>
          </p:nvSpPr>
          <p:spPr bwMode="auto">
            <a:xfrm flipH="1">
              <a:off x="4200" y="2940"/>
              <a:ext cx="616" cy="864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0" name="Object 41"/>
            <p:cNvGraphicFramePr/>
            <p:nvPr/>
          </p:nvGraphicFramePr>
          <p:xfrm>
            <a:off x="4375" y="3179"/>
            <a:ext cx="172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30200" imgH="368300" progId="Equation.3">
                    <p:embed/>
                  </p:oleObj>
                </mc:Choice>
                <mc:Fallback>
                  <p:oleObj name="公式" r:id="rId14" imgW="330200" imgH="368300" progId="Equation.3">
                    <p:embed/>
                    <p:pic>
                      <p:nvPicPr>
                        <p:cNvPr id="70" name="Object 4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5" y="3179"/>
                          <a:ext cx="172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" name="Group 92"/>
          <p:cNvGrpSpPr/>
          <p:nvPr/>
        </p:nvGrpSpPr>
        <p:grpSpPr bwMode="auto">
          <a:xfrm>
            <a:off x="5734000" y="5017542"/>
            <a:ext cx="1047750" cy="461962"/>
            <a:chOff x="2844" y="3279"/>
            <a:chExt cx="660" cy="291"/>
          </a:xfrm>
        </p:grpSpPr>
        <p:sp>
          <p:nvSpPr>
            <p:cNvPr id="72" name="Line 44"/>
            <p:cNvSpPr>
              <a:spLocks noChangeShapeType="1"/>
            </p:cNvSpPr>
            <p:nvPr/>
          </p:nvSpPr>
          <p:spPr bwMode="auto">
            <a:xfrm>
              <a:off x="2844" y="3570"/>
              <a:ext cx="66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3" name="Object 64"/>
            <p:cNvGraphicFramePr/>
            <p:nvPr/>
          </p:nvGraphicFramePr>
          <p:xfrm>
            <a:off x="2927" y="3279"/>
            <a:ext cx="528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117600" imgH="495300" progId="Equation.3">
                    <p:embed/>
                  </p:oleObj>
                </mc:Choice>
                <mc:Fallback>
                  <p:oleObj name="公式" r:id="rId16" imgW="1117600" imgH="495300" progId="Equation.3">
                    <p:embed/>
                    <p:pic>
                      <p:nvPicPr>
                        <p:cNvPr id="73" name="Object 6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7" y="3279"/>
                          <a:ext cx="528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4" name="Group 100"/>
          <p:cNvGrpSpPr/>
          <p:nvPr/>
        </p:nvGrpSpPr>
        <p:grpSpPr bwMode="auto">
          <a:xfrm>
            <a:off x="5721301" y="5752562"/>
            <a:ext cx="1047750" cy="381001"/>
            <a:chOff x="2836" y="3742"/>
            <a:chExt cx="660" cy="240"/>
          </a:xfrm>
        </p:grpSpPr>
        <p:sp>
          <p:nvSpPr>
            <p:cNvPr id="75" name="Line 46"/>
            <p:cNvSpPr>
              <a:spLocks noChangeShapeType="1"/>
            </p:cNvSpPr>
            <p:nvPr/>
          </p:nvSpPr>
          <p:spPr bwMode="auto">
            <a:xfrm flipH="1">
              <a:off x="2836" y="3742"/>
              <a:ext cx="66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6" name="Object 65"/>
            <p:cNvGraphicFramePr/>
            <p:nvPr>
              <p:extLst>
                <p:ext uri="{D42A27DB-BD31-4B8C-83A1-F6EECF244321}">
                  <p14:modId xmlns:p14="http://schemas.microsoft.com/office/powerpoint/2010/main" val="3912594783"/>
                </p:ext>
              </p:extLst>
            </p:nvPr>
          </p:nvGraphicFramePr>
          <p:xfrm>
            <a:off x="2886" y="3749"/>
            <a:ext cx="581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09480" imgH="177480" progId="Equation.DSMT4">
                    <p:embed/>
                  </p:oleObj>
                </mc:Choice>
                <mc:Fallback>
                  <p:oleObj name="Equation" r:id="rId18" imgW="609480" imgH="177480" progId="Equation.DSMT4">
                    <p:embed/>
                    <p:pic>
                      <p:nvPicPr>
                        <p:cNvPr id="76" name="Object 6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6" y="3749"/>
                          <a:ext cx="581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7" name="Group 93"/>
          <p:cNvGrpSpPr/>
          <p:nvPr/>
        </p:nvGrpSpPr>
        <p:grpSpPr bwMode="auto">
          <a:xfrm>
            <a:off x="7619950" y="3091905"/>
            <a:ext cx="2076450" cy="3040063"/>
            <a:chOff x="4032" y="2066"/>
            <a:chExt cx="1308" cy="1915"/>
          </a:xfrm>
        </p:grpSpPr>
        <p:sp>
          <p:nvSpPr>
            <p:cNvPr id="78" name="Line 25"/>
            <p:cNvSpPr>
              <a:spLocks noChangeShapeType="1"/>
            </p:cNvSpPr>
            <p:nvPr/>
          </p:nvSpPr>
          <p:spPr bwMode="auto">
            <a:xfrm>
              <a:off x="4032" y="3804"/>
              <a:ext cx="112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Text Box 26"/>
            <p:cNvSpPr txBox="1">
              <a:spLocks noChangeArrowheads="1"/>
            </p:cNvSpPr>
            <p:nvPr/>
          </p:nvSpPr>
          <p:spPr bwMode="auto">
            <a:xfrm>
              <a:off x="4202" y="2066"/>
              <a:ext cx="29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80" name="Text Box 27"/>
            <p:cNvSpPr txBox="1">
              <a:spLocks noChangeArrowheads="1"/>
            </p:cNvSpPr>
            <p:nvPr/>
          </p:nvSpPr>
          <p:spPr bwMode="auto">
            <a:xfrm>
              <a:off x="4995" y="3744"/>
              <a:ext cx="32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81" name="Line 29"/>
            <p:cNvSpPr>
              <a:spLocks noChangeShapeType="1"/>
            </p:cNvSpPr>
            <p:nvPr/>
          </p:nvSpPr>
          <p:spPr bwMode="auto">
            <a:xfrm flipV="1">
              <a:off x="4200" y="2184"/>
              <a:ext cx="0" cy="17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2" name="Text Box 70"/>
            <p:cNvSpPr txBox="1">
              <a:spLocks noChangeArrowheads="1"/>
            </p:cNvSpPr>
            <p:nvPr/>
          </p:nvSpPr>
          <p:spPr bwMode="auto">
            <a:xfrm>
              <a:off x="4800" y="2135"/>
              <a:ext cx="5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w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83" name="Group 98"/>
          <p:cNvGrpSpPr/>
          <p:nvPr/>
        </p:nvGrpSpPr>
        <p:grpSpPr bwMode="auto">
          <a:xfrm>
            <a:off x="2559000" y="4495254"/>
            <a:ext cx="1920875" cy="855663"/>
            <a:chOff x="844" y="2950"/>
            <a:chExt cx="1210" cy="539"/>
          </a:xfrm>
        </p:grpSpPr>
        <p:sp>
          <p:nvSpPr>
            <p:cNvPr id="84" name="Line 31"/>
            <p:cNvSpPr>
              <a:spLocks noChangeAspect="1" noChangeShapeType="1"/>
            </p:cNvSpPr>
            <p:nvPr/>
          </p:nvSpPr>
          <p:spPr bwMode="auto">
            <a:xfrm flipV="1">
              <a:off x="2016" y="3032"/>
              <a:ext cx="0" cy="45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5" name="Line 34"/>
            <p:cNvSpPr>
              <a:spLocks noChangeShapeType="1"/>
            </p:cNvSpPr>
            <p:nvPr/>
          </p:nvSpPr>
          <p:spPr bwMode="auto">
            <a:xfrm>
              <a:off x="1316" y="3030"/>
              <a:ext cx="69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sysDot"/>
              <a:rou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6" name="Object 68"/>
            <p:cNvGraphicFramePr/>
            <p:nvPr/>
          </p:nvGraphicFramePr>
          <p:xfrm>
            <a:off x="844" y="2950"/>
            <a:ext cx="433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837565" imgH="342900" progId="Equation.3">
                    <p:embed/>
                  </p:oleObj>
                </mc:Choice>
                <mc:Fallback>
                  <p:oleObj name="公式" r:id="rId20" imgW="837565" imgH="342900" progId="Equation.3">
                    <p:embed/>
                    <p:pic>
                      <p:nvPicPr>
                        <p:cNvPr id="86" name="Object 6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4" y="2950"/>
                          <a:ext cx="433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" name="Oval 32"/>
            <p:cNvSpPr>
              <a:spLocks noChangeArrowheads="1"/>
            </p:cNvSpPr>
            <p:nvPr/>
          </p:nvSpPr>
          <p:spPr bwMode="auto">
            <a:xfrm>
              <a:off x="1986" y="3000"/>
              <a:ext cx="68" cy="6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8" name="Group 94"/>
          <p:cNvGrpSpPr/>
          <p:nvPr/>
        </p:nvGrpSpPr>
        <p:grpSpPr bwMode="auto">
          <a:xfrm>
            <a:off x="3014613" y="5101679"/>
            <a:ext cx="1912937" cy="1036638"/>
            <a:chOff x="1131" y="3332"/>
            <a:chExt cx="1205" cy="653"/>
          </a:xfrm>
        </p:grpSpPr>
        <p:sp>
          <p:nvSpPr>
            <p:cNvPr id="89" name="Line 89"/>
            <p:cNvSpPr>
              <a:spLocks noChangeAspect="1" noChangeShapeType="1"/>
            </p:cNvSpPr>
            <p:nvPr/>
          </p:nvSpPr>
          <p:spPr bwMode="auto">
            <a:xfrm flipV="1">
              <a:off x="2017" y="3495"/>
              <a:ext cx="0" cy="31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0" name="Text Box 19"/>
            <p:cNvSpPr txBox="1">
              <a:spLocks noChangeArrowheads="1"/>
            </p:cNvSpPr>
            <p:nvPr/>
          </p:nvSpPr>
          <p:spPr bwMode="auto">
            <a:xfrm>
              <a:off x="1913" y="3735"/>
              <a:ext cx="28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91" name="Text Box 20"/>
            <p:cNvSpPr txBox="1">
              <a:spLocks noChangeArrowheads="1"/>
            </p:cNvSpPr>
            <p:nvPr/>
          </p:nvSpPr>
          <p:spPr bwMode="auto">
            <a:xfrm>
              <a:off x="2059" y="3332"/>
              <a:ext cx="2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92" name="Text Box 21"/>
            <p:cNvSpPr txBox="1">
              <a:spLocks noChangeArrowheads="1"/>
            </p:cNvSpPr>
            <p:nvPr/>
          </p:nvSpPr>
          <p:spPr bwMode="auto">
            <a:xfrm>
              <a:off x="1131" y="3339"/>
              <a:ext cx="2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93" name="Line 4"/>
            <p:cNvSpPr>
              <a:spLocks noChangeShapeType="1"/>
            </p:cNvSpPr>
            <p:nvPr/>
          </p:nvSpPr>
          <p:spPr bwMode="auto">
            <a:xfrm>
              <a:off x="1308" y="3492"/>
              <a:ext cx="69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sysDot"/>
              <a:rou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4" name="Oval 18"/>
            <p:cNvSpPr>
              <a:spLocks noChangeArrowheads="1"/>
            </p:cNvSpPr>
            <p:nvPr/>
          </p:nvSpPr>
          <p:spPr bwMode="auto">
            <a:xfrm>
              <a:off x="1986" y="3462"/>
              <a:ext cx="68" cy="6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5" name="内容占位符 3"/>
          <p:cNvSpPr txBox="1"/>
          <p:nvPr/>
        </p:nvSpPr>
        <p:spPr>
          <a:xfrm>
            <a:off x="1343472" y="206896"/>
            <a:ext cx="309634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初等解析函数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195765" y="3482474"/>
          <a:ext cx="11430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192000" imgH="10058400" progId="Equation.DSMT4">
                  <p:embed/>
                </p:oleObj>
              </mc:Choice>
              <mc:Fallback>
                <p:oleObj name="Equation" r:id="rId3" imgW="12192000" imgH="100584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765" y="3482474"/>
                        <a:ext cx="1143000" cy="9334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687388" y="869950"/>
          <a:ext cx="384968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757600" imgH="4572000" progId="Equation.DSMT4">
                  <p:embed/>
                </p:oleObj>
              </mc:Choice>
              <mc:Fallback>
                <p:oleObj name="Equation" r:id="rId5" imgW="41757600" imgH="457200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869950"/>
                        <a:ext cx="3849687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852721" y="3749967"/>
          <a:ext cx="34290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57600" imgH="4267200" progId="Equation.DSMT4">
                  <p:embed/>
                </p:oleObj>
              </mc:Choice>
              <mc:Fallback>
                <p:oleObj name="Equation" r:id="rId7" imgW="3657600" imgH="42672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721" y="3749967"/>
                        <a:ext cx="34290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374753"/>
              </p:ext>
            </p:extLst>
          </p:nvPr>
        </p:nvGraphicFramePr>
        <p:xfrm>
          <a:off x="1121059" y="1512866"/>
          <a:ext cx="8338908" cy="504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911400" imgH="228600" progId="Equation.DSMT4">
                  <p:embed/>
                </p:oleObj>
              </mc:Choice>
              <mc:Fallback>
                <p:oleObj name="Equation" r:id="rId9" imgW="3911400" imgH="2286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1059" y="1512866"/>
                        <a:ext cx="8338908" cy="504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995358"/>
              </p:ext>
            </p:extLst>
          </p:nvPr>
        </p:nvGraphicFramePr>
        <p:xfrm>
          <a:off x="2173552" y="2041017"/>
          <a:ext cx="6920159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073320" imgH="431640" progId="Equation.DSMT4">
                  <p:embed/>
                </p:oleObj>
              </mc:Choice>
              <mc:Fallback>
                <p:oleObj name="Equation" r:id="rId11" imgW="3073320" imgH="4316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552" y="2041017"/>
                        <a:ext cx="6920159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824711"/>
              </p:ext>
            </p:extLst>
          </p:nvPr>
        </p:nvGraphicFramePr>
        <p:xfrm>
          <a:off x="2603676" y="3214980"/>
          <a:ext cx="4249646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55520" imgH="431640" progId="Equation.DSMT4">
                  <p:embed/>
                </p:oleObj>
              </mc:Choice>
              <mc:Fallback>
                <p:oleObj name="Equation" r:id="rId13" imgW="1955520" imgH="43164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676" y="3214980"/>
                        <a:ext cx="4249646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815422"/>
              </p:ext>
            </p:extLst>
          </p:nvPr>
        </p:nvGraphicFramePr>
        <p:xfrm>
          <a:off x="2612231" y="4014677"/>
          <a:ext cx="434792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93680" imgH="431640" progId="Equation.DSMT4">
                  <p:embed/>
                </p:oleObj>
              </mc:Choice>
              <mc:Fallback>
                <p:oleObj name="Equation" r:id="rId15" imgW="1993680" imgH="4316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2231" y="4014677"/>
                        <a:ext cx="434792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378809" y="5004962"/>
          <a:ext cx="971550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3632000" imgH="10058400" progId="Equation.DSMT4">
                  <p:embed/>
                </p:oleObj>
              </mc:Choice>
              <mc:Fallback>
                <p:oleObj name="Equation" r:id="rId17" imgW="103632000" imgH="100584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809" y="5004962"/>
                        <a:ext cx="9715500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内容占位符 3"/>
          <p:cNvSpPr txBox="1"/>
          <p:nvPr/>
        </p:nvSpPr>
        <p:spPr>
          <a:xfrm>
            <a:off x="1343472" y="206896"/>
            <a:ext cx="309634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初等解析函数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559496" y="920279"/>
          <a:ext cx="744537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924800" imgH="4572000" progId="Equation.DSMT4">
                  <p:embed/>
                </p:oleObj>
              </mc:Choice>
              <mc:Fallback>
                <p:oleObj name="Equation" r:id="rId3" imgW="7924800" imgH="45720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920279"/>
                        <a:ext cx="744537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193881"/>
              </p:ext>
            </p:extLst>
          </p:nvPr>
        </p:nvGraphicFramePr>
        <p:xfrm>
          <a:off x="1415487" y="1392322"/>
          <a:ext cx="8531310" cy="489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33560" imgH="215640" progId="Equation.DSMT4">
                  <p:embed/>
                </p:oleObj>
              </mc:Choice>
              <mc:Fallback>
                <p:oleObj name="Equation" r:id="rId5" imgW="3733560" imgH="2156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487" y="1392322"/>
                        <a:ext cx="8531310" cy="4897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096030" y="935162"/>
          <a:ext cx="3714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962400" imgH="4267200" progId="Equation.DSMT4">
                  <p:embed/>
                </p:oleObj>
              </mc:Choice>
              <mc:Fallback>
                <p:oleObj name="Equation" r:id="rId7" imgW="3962400" imgH="42672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030" y="935162"/>
                        <a:ext cx="3714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402497" y="2000860"/>
          <a:ext cx="63722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7970400" imgH="5181600" progId="Equation.DSMT4">
                  <p:embed/>
                </p:oleObj>
              </mc:Choice>
              <mc:Fallback>
                <p:oleObj name="Equation" r:id="rId9" imgW="67970400" imgH="51816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2497" y="2000860"/>
                        <a:ext cx="63722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304882"/>
              </p:ext>
            </p:extLst>
          </p:nvPr>
        </p:nvGraphicFramePr>
        <p:xfrm>
          <a:off x="1402497" y="2558721"/>
          <a:ext cx="64309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19160" imgH="215640" progId="Equation.DSMT4">
                  <p:embed/>
                </p:oleObj>
              </mc:Choice>
              <mc:Fallback>
                <p:oleObj name="Equation" r:id="rId11" imgW="2819160" imgH="2156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2497" y="2558721"/>
                        <a:ext cx="6430962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/>
          <p:cNvGraphicFramePr>
            <a:graphicFrameLocks noChangeAspect="1"/>
          </p:cNvGraphicFramePr>
          <p:nvPr/>
        </p:nvGraphicFramePr>
        <p:xfrm>
          <a:off x="2423592" y="3748077"/>
          <a:ext cx="65151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515100" imgH="1600200" progId="Equation.3">
                  <p:embed/>
                </p:oleObj>
              </mc:Choice>
              <mc:Fallback>
                <p:oleObj name="Equation" r:id="rId13" imgW="6515100" imgH="1600200" progId="Equation.3">
                  <p:embed/>
                  <p:pic>
                    <p:nvPicPr>
                      <p:cNvPr id="2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3748077"/>
                        <a:ext cx="65151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075083"/>
              </p:ext>
            </p:extLst>
          </p:nvPr>
        </p:nvGraphicFramePr>
        <p:xfrm>
          <a:off x="2423592" y="5431499"/>
          <a:ext cx="7076349" cy="111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71800" imgH="469800" progId="Equation.DSMT4">
                  <p:embed/>
                </p:oleObj>
              </mc:Choice>
              <mc:Fallback>
                <p:oleObj name="Equation" r:id="rId15" imgW="2971800" imgH="469800" progId="Equation.DSMT4">
                  <p:embed/>
                  <p:pic>
                    <p:nvPicPr>
                      <p:cNvPr id="2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5431499"/>
                        <a:ext cx="7076349" cy="11189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096030" y="3210831"/>
          <a:ext cx="63436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7665600" imgH="4876800" progId="Equation.DSMT4">
                  <p:embed/>
                </p:oleObj>
              </mc:Choice>
              <mc:Fallback>
                <p:oleObj name="Equation" r:id="rId17" imgW="67665600" imgH="48768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030" y="3210831"/>
                        <a:ext cx="6343650" cy="4540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内容占位符 3"/>
          <p:cNvSpPr txBox="1"/>
          <p:nvPr/>
        </p:nvSpPr>
        <p:spPr>
          <a:xfrm>
            <a:off x="1343472" y="206896"/>
            <a:ext cx="309634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初等解析函数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0F99F-F3D9-5B61-3948-98F5E95EC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93E2559-FF30-117A-0DB4-23A90026D820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DAB62892-0D35-3C83-02C7-516795F96337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161431D-BB78-5B43-B820-C58B685406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826512"/>
              </p:ext>
            </p:extLst>
          </p:nvPr>
        </p:nvGraphicFramePr>
        <p:xfrm>
          <a:off x="1290819" y="1208311"/>
          <a:ext cx="715952" cy="492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400" imgH="190440" progId="Equation.DSMT4">
                  <p:embed/>
                </p:oleObj>
              </mc:Choice>
              <mc:Fallback>
                <p:oleObj name="Equation" r:id="rId3" imgW="266400" imgH="1904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819" y="1208311"/>
                        <a:ext cx="715952" cy="492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B1822FF-86B2-9D43-193E-BA1335B918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665817"/>
              </p:ext>
            </p:extLst>
          </p:nvPr>
        </p:nvGraphicFramePr>
        <p:xfrm>
          <a:off x="2195502" y="1290198"/>
          <a:ext cx="4221163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92160" imgH="215640" progId="Equation.DSMT4">
                  <p:embed/>
                </p:oleObj>
              </mc:Choice>
              <mc:Fallback>
                <p:oleObj name="Equation" r:id="rId5" imgW="1892160" imgH="2156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02" y="1290198"/>
                        <a:ext cx="4221163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624E654-DF07-E57D-8044-5B03580774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14227" y="1980579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6000" imgH="4876800" progId="Equation.DSMT4">
                  <p:embed/>
                </p:oleObj>
              </mc:Choice>
              <mc:Fallback>
                <p:oleObj name="Equation" r:id="rId7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227" y="1980579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内容占位符 3">
            <a:extLst>
              <a:ext uri="{FF2B5EF4-FFF2-40B4-BE49-F238E27FC236}">
                <a16:creationId xmlns:a16="http://schemas.microsoft.com/office/drawing/2014/main" id="{8158A1DF-7500-8EDC-F212-18BC520CCAD9}"/>
              </a:ext>
            </a:extLst>
          </p:cNvPr>
          <p:cNvSpPr txBox="1"/>
          <p:nvPr/>
        </p:nvSpPr>
        <p:spPr>
          <a:xfrm>
            <a:off x="1343472" y="206896"/>
            <a:ext cx="309634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初等解析函数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5928A77-DCFE-942C-D193-52DAED53CF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655622"/>
              </p:ext>
            </p:extLst>
          </p:nvPr>
        </p:nvGraphicFramePr>
        <p:xfrm>
          <a:off x="2212974" y="1980579"/>
          <a:ext cx="3838022" cy="909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65080" imgH="419040" progId="Equation.DSMT4">
                  <p:embed/>
                </p:oleObj>
              </mc:Choice>
              <mc:Fallback>
                <p:oleObj name="Equation" r:id="rId9" imgW="17650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12974" y="1980579"/>
                        <a:ext cx="3838022" cy="9096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5E88354-F334-5228-63D2-46C22A97AC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125472"/>
              </p:ext>
            </p:extLst>
          </p:nvPr>
        </p:nvGraphicFramePr>
        <p:xfrm>
          <a:off x="3640061" y="2977806"/>
          <a:ext cx="1784970" cy="921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63472" imgH="550058" progId="Equation.DSMT4">
                  <p:embed/>
                </p:oleObj>
              </mc:Choice>
              <mc:Fallback>
                <p:oleObj name="Equation" r:id="rId11" imgW="1063472" imgH="55005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40061" y="2977806"/>
                        <a:ext cx="1784970" cy="921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5C8D48A-74B4-7F2B-6E7A-0D38A4C740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646652"/>
              </p:ext>
            </p:extLst>
          </p:nvPr>
        </p:nvGraphicFramePr>
        <p:xfrm>
          <a:off x="3640061" y="3975030"/>
          <a:ext cx="5902838" cy="911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557001" imgH="550058" progId="Equation.DSMT4">
                  <p:embed/>
                </p:oleObj>
              </mc:Choice>
              <mc:Fallback>
                <p:oleObj name="Equation" r:id="rId13" imgW="3557001" imgH="55005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40061" y="3975030"/>
                        <a:ext cx="5902838" cy="911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E7B04E7-2D22-45EB-9ACA-44826B58B7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689417"/>
              </p:ext>
            </p:extLst>
          </p:nvPr>
        </p:nvGraphicFramePr>
        <p:xfrm>
          <a:off x="3640061" y="5089964"/>
          <a:ext cx="4264946" cy="939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493058" imgH="550058" progId="Equation.DSMT4">
                  <p:embed/>
                </p:oleObj>
              </mc:Choice>
              <mc:Fallback>
                <p:oleObj name="Equation" r:id="rId15" imgW="2493058" imgH="55005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40061" y="5089964"/>
                        <a:ext cx="4264946" cy="939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6484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039266" y="980944"/>
          <a:ext cx="77152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29600" imgH="4572000" progId="Equation.DSMT4">
                  <p:embed/>
                </p:oleObj>
              </mc:Choice>
              <mc:Fallback>
                <p:oleObj name="Equation" r:id="rId4" imgW="8229600" imgH="45720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266" y="980944"/>
                        <a:ext cx="771525" cy="4238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403667"/>
              </p:ext>
            </p:extLst>
          </p:nvPr>
        </p:nvGraphicFramePr>
        <p:xfrm>
          <a:off x="2023551" y="980944"/>
          <a:ext cx="8859119" cy="1492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52600" imgH="698400" progId="Equation.DSMT4">
                  <p:embed/>
                </p:oleObj>
              </mc:Choice>
              <mc:Fallback>
                <p:oleObj name="Equation" r:id="rId6" imgW="4152600" imgH="6984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3551" y="980944"/>
                        <a:ext cx="8859119" cy="1492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2966"/>
              </p:ext>
            </p:extLst>
          </p:nvPr>
        </p:nvGraphicFramePr>
        <p:xfrm>
          <a:off x="1105514" y="2749743"/>
          <a:ext cx="10154143" cy="45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787640" imgH="215640" progId="Equation.DSMT4">
                  <p:embed/>
                </p:oleObj>
              </mc:Choice>
              <mc:Fallback>
                <p:oleObj name="Equation" r:id="rId8" imgW="4787640" imgH="2156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5514" y="2749743"/>
                        <a:ext cx="10154143" cy="45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内容占位符 3"/>
          <p:cNvSpPr txBox="1"/>
          <p:nvPr>
            <p:custDataLst>
              <p:tags r:id="rId2"/>
            </p:custDataLst>
          </p:nvPr>
        </p:nvSpPr>
        <p:spPr>
          <a:xfrm>
            <a:off x="1343025" y="106363"/>
            <a:ext cx="3744863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复变初等函数</a:t>
            </a:r>
            <a:endParaRPr kumimoji="0" lang="zh-CN" altLang="en-US" sz="23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142579"/>
              </p:ext>
            </p:extLst>
          </p:nvPr>
        </p:nvGraphicFramePr>
        <p:xfrm>
          <a:off x="576578" y="1014569"/>
          <a:ext cx="1948441" cy="460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520" imgH="190440" progId="Equation.DSMT4">
                  <p:embed/>
                </p:oleObj>
              </mc:Choice>
              <mc:Fallback>
                <p:oleObj name="Equation" r:id="rId4" imgW="812520" imgH="190440" progId="Equation.DSMT4">
                  <p:embed/>
                  <p:pic>
                    <p:nvPicPr>
                      <p:cNvPr id="52" name="对象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578" y="1014569"/>
                        <a:ext cx="1948441" cy="460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745348"/>
              </p:ext>
            </p:extLst>
          </p:nvPr>
        </p:nvGraphicFramePr>
        <p:xfrm>
          <a:off x="2577115" y="1008447"/>
          <a:ext cx="558006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63480" imgH="228600" progId="Equation.DSMT4">
                  <p:embed/>
                </p:oleObj>
              </mc:Choice>
              <mc:Fallback>
                <p:oleObj name="Equation" r:id="rId6" imgW="2463480" imgH="2286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7115" y="1008447"/>
                        <a:ext cx="5580063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712696"/>
              </p:ext>
            </p:extLst>
          </p:nvPr>
        </p:nvGraphicFramePr>
        <p:xfrm>
          <a:off x="2577115" y="1718397"/>
          <a:ext cx="6543002" cy="511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95480" imgH="228600" progId="Equation.DSMT4">
                  <p:embed/>
                </p:oleObj>
              </mc:Choice>
              <mc:Fallback>
                <p:oleObj name="Equation" r:id="rId8" imgW="2895480" imgH="2286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7115" y="1718397"/>
                        <a:ext cx="6543002" cy="51117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765100"/>
              </p:ext>
            </p:extLst>
          </p:nvPr>
        </p:nvGraphicFramePr>
        <p:xfrm>
          <a:off x="2937067" y="2300459"/>
          <a:ext cx="5823098" cy="983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03160" imgH="444240" progId="Equation.DSMT4">
                  <p:embed/>
                </p:oleObj>
              </mc:Choice>
              <mc:Fallback>
                <p:oleObj name="Equation" r:id="rId10" imgW="2603160" imgH="44424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7067" y="2300459"/>
                        <a:ext cx="5823098" cy="9831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8832304" y="2576388"/>
          <a:ext cx="24574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212800" imgH="4876800" progId="Equation.DSMT4">
                  <p:embed/>
                </p:oleObj>
              </mc:Choice>
              <mc:Fallback>
                <p:oleObj name="Equation" r:id="rId12" imgW="26212800" imgH="48768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2304" y="2576388"/>
                        <a:ext cx="24574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543818" y="3328008"/>
          <a:ext cx="59721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3703200" imgH="5181600" progId="Equation.DSMT4">
                  <p:embed/>
                </p:oleObj>
              </mc:Choice>
              <mc:Fallback>
                <p:oleObj name="Equation" r:id="rId14" imgW="63703200" imgH="51816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818" y="3328008"/>
                        <a:ext cx="5972175" cy="4826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5"/>
          <p:cNvSpPr>
            <a:spLocks noChangeArrowheads="1"/>
          </p:cNvSpPr>
          <p:nvPr/>
        </p:nvSpPr>
        <p:spPr bwMode="auto">
          <a:xfrm>
            <a:off x="930438" y="4183661"/>
            <a:ext cx="32933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(1)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根式函数的多值性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26" name="Object 16"/>
          <p:cNvGraphicFramePr>
            <a:graphicFrameLocks noChangeAspect="1"/>
          </p:cNvGraphicFramePr>
          <p:nvPr/>
        </p:nvGraphicFramePr>
        <p:xfrm>
          <a:off x="4516041" y="4116708"/>
          <a:ext cx="29527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70000" imgH="228600" progId="Equation.DSMT4">
                  <p:embed/>
                </p:oleObj>
              </mc:Choice>
              <mc:Fallback>
                <p:oleObj name="Equation" r:id="rId16" imgW="1270000" imgH="228600" progId="Equation.DSMT4">
                  <p:embed/>
                  <p:pic>
                    <p:nvPicPr>
                      <p:cNvPr id="2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6041" y="4116708"/>
                        <a:ext cx="29527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612285"/>
              </p:ext>
            </p:extLst>
          </p:nvPr>
        </p:nvGraphicFramePr>
        <p:xfrm>
          <a:off x="2090738" y="4838700"/>
          <a:ext cx="44831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95200" imgH="393480" progId="Equation.DSMT4">
                  <p:embed/>
                </p:oleObj>
              </mc:Choice>
              <mc:Fallback>
                <p:oleObj name="Equation" r:id="rId18" imgW="2095200" imgH="393480" progId="Equation.DSMT4">
                  <p:embed/>
                  <p:pic>
                    <p:nvPicPr>
                      <p:cNvPr id="2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738" y="4838700"/>
                        <a:ext cx="44831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8"/>
          <p:cNvGraphicFramePr>
            <a:graphicFrameLocks noChangeAspect="1"/>
          </p:cNvGraphicFramePr>
          <p:nvPr/>
        </p:nvGraphicFramePr>
        <p:xfrm>
          <a:off x="7176120" y="5086326"/>
          <a:ext cx="227488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77265" imgH="203200" progId="Equation.DSMT4">
                  <p:embed/>
                </p:oleObj>
              </mc:Choice>
              <mc:Fallback>
                <p:oleObj name="Equation" r:id="rId20" imgW="977265" imgH="203200" progId="Equation.DSMT4">
                  <p:embed/>
                  <p:pic>
                    <p:nvPicPr>
                      <p:cNvPr id="2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6120" y="5086326"/>
                        <a:ext cx="227488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709394"/>
              </p:ext>
            </p:extLst>
          </p:nvPr>
        </p:nvGraphicFramePr>
        <p:xfrm>
          <a:off x="2110035" y="5768783"/>
          <a:ext cx="42275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815840" imgH="203040" progId="Equation.DSMT4">
                  <p:embed/>
                </p:oleObj>
              </mc:Choice>
              <mc:Fallback>
                <p:oleObj name="Equation" r:id="rId22" imgW="1815840" imgH="203040" progId="Equation.DSMT4">
                  <p:embed/>
                  <p:pic>
                    <p:nvPicPr>
                      <p:cNvPr id="2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0035" y="5768783"/>
                        <a:ext cx="422751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内容占位符 3"/>
          <p:cNvSpPr txBox="1"/>
          <p:nvPr>
            <p:custDataLst>
              <p:tags r:id="rId2"/>
            </p:custDataLst>
          </p:nvPr>
        </p:nvSpPr>
        <p:spPr>
          <a:xfrm>
            <a:off x="1343025" y="106363"/>
            <a:ext cx="3744863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复变初等函数</a:t>
            </a:r>
            <a:endParaRPr kumimoji="0" lang="zh-CN" altLang="en-US" sz="23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" name="Text Box 14"/>
          <p:cNvSpPr txBox="1">
            <a:spLocks noChangeArrowheads="1"/>
          </p:cNvSpPr>
          <p:nvPr/>
        </p:nvSpPr>
        <p:spPr bwMode="auto">
          <a:xfrm>
            <a:off x="862013" y="3263532"/>
            <a:ext cx="1008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1818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定义</a:t>
            </a:r>
          </a:p>
        </p:txBody>
      </p:sp>
      <p:graphicFrame>
        <p:nvGraphicFramePr>
          <p:cNvPr id="109" name="Object 15"/>
          <p:cNvGraphicFramePr>
            <a:graphicFrameLocks noChangeAspect="1"/>
          </p:cNvGraphicFramePr>
          <p:nvPr/>
        </p:nvGraphicFramePr>
        <p:xfrm>
          <a:off x="1016050" y="4001664"/>
          <a:ext cx="10281607" cy="15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8813600" imgH="16764000" progId="Equation.DSMT4">
                  <p:embed/>
                </p:oleObj>
              </mc:Choice>
              <mc:Fallback>
                <p:oleObj name="Equation" r:id="rId4" imgW="108813600" imgH="16764000" progId="Equation.DSMT4">
                  <p:embed/>
                  <p:pic>
                    <p:nvPicPr>
                      <p:cNvPr id="10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50" y="4001664"/>
                        <a:ext cx="10281607" cy="158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内容占位符 3"/>
          <p:cNvSpPr txBox="1"/>
          <p:nvPr>
            <p:custDataLst>
              <p:tags r:id="rId2"/>
            </p:custDataLst>
          </p:nvPr>
        </p:nvSpPr>
        <p:spPr>
          <a:xfrm>
            <a:off x="1343025" y="106363"/>
            <a:ext cx="3744863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复变初等函数</a:t>
            </a:r>
            <a:endParaRPr kumimoji="0" lang="zh-CN" altLang="en-US" sz="23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316416"/>
              </p:ext>
            </p:extLst>
          </p:nvPr>
        </p:nvGraphicFramePr>
        <p:xfrm>
          <a:off x="3044942" y="2067634"/>
          <a:ext cx="638016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79480" imgH="355320" progId="Equation.DSMT4">
                  <p:embed/>
                </p:oleObj>
              </mc:Choice>
              <mc:Fallback>
                <p:oleObj name="Equation" r:id="rId4" imgW="2679480" imgH="35532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942" y="2067634"/>
                        <a:ext cx="6380162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45369" y="833438"/>
            <a:ext cx="15113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结论：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317750" y="869065"/>
            <a:ext cx="80645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从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原点起沿着负实轴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将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平面割破</a:t>
            </a:r>
            <a:r>
              <a:rPr kumimoji="0" lang="en-GB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,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即可将根式函数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: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28738"/>
              </p:ext>
            </p:extLst>
          </p:nvPr>
        </p:nvGraphicFramePr>
        <p:xfrm>
          <a:off x="1228725" y="1430241"/>
          <a:ext cx="5863987" cy="551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16120" imgH="241200" progId="Equation.DSMT4">
                  <p:embed/>
                </p:oleObj>
              </mc:Choice>
              <mc:Fallback>
                <p:oleObj name="Equation" r:id="rId6" imgW="2616120" imgH="2412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1430241"/>
                        <a:ext cx="5863987" cy="551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648869" y="1887865"/>
            <a:ext cx="42481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724012"/>
              </p:ext>
            </p:extLst>
          </p:nvPr>
        </p:nvGraphicFramePr>
        <p:xfrm>
          <a:off x="2185639" y="5249220"/>
          <a:ext cx="6383337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4922400" imgH="10668000" progId="Equation.DSMT4">
                  <p:embed/>
                </p:oleObj>
              </mc:Choice>
              <mc:Fallback>
                <p:oleObj name="Equation" r:id="rId8" imgW="64922400" imgH="10668000" progId="Equation.DSMT4">
                  <p:embed/>
                  <p:pic>
                    <p:nvPicPr>
                      <p:cNvPr id="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39" y="5249220"/>
                        <a:ext cx="6383337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内容占位符 3"/>
          <p:cNvSpPr txBox="1"/>
          <p:nvPr>
            <p:custDataLst>
              <p:tags r:id="rId2"/>
            </p:custDataLst>
          </p:nvPr>
        </p:nvSpPr>
        <p:spPr>
          <a:xfrm>
            <a:off x="1343025" y="106363"/>
            <a:ext cx="3744863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复变初等函数</a:t>
            </a:r>
            <a:endParaRPr kumimoji="0" lang="zh-CN" altLang="en-US" sz="23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graphicFrame>
        <p:nvGraphicFramePr>
          <p:cNvPr id="3" name="Object 8">
            <a:extLst>
              <a:ext uri="{FF2B5EF4-FFF2-40B4-BE49-F238E27FC236}">
                <a16:creationId xmlns:a16="http://schemas.microsoft.com/office/drawing/2014/main" id="{1C8AE9AF-6C7F-26DD-06B6-108C541757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995660"/>
              </p:ext>
            </p:extLst>
          </p:nvPr>
        </p:nvGraphicFramePr>
        <p:xfrm>
          <a:off x="4772482" y="2890286"/>
          <a:ext cx="2642526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57120" imgH="203040" progId="Equation.DSMT4">
                  <p:embed/>
                </p:oleObj>
              </mc:Choice>
              <mc:Fallback>
                <p:oleObj name="Equation" r:id="rId10" imgW="1257120" imgH="203040" progId="Equation.DSMT4">
                  <p:embed/>
                  <p:pic>
                    <p:nvPicPr>
                      <p:cNvPr id="10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2482" y="2890286"/>
                        <a:ext cx="2642526" cy="427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257374" y="1449195"/>
          <a:ext cx="77152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29600" imgH="4572000" progId="Equation.DSMT4">
                  <p:embed/>
                </p:oleObj>
              </mc:Choice>
              <mc:Fallback>
                <p:oleObj name="Equation" r:id="rId4" imgW="8229600" imgH="45720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74" y="1449195"/>
                        <a:ext cx="771525" cy="4238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207568" y="1461895"/>
          <a:ext cx="54610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216800" imgH="4572000" progId="Equation.DSMT4">
                  <p:embed/>
                </p:oleObj>
              </mc:Choice>
              <mc:Fallback>
                <p:oleObj name="Equation" r:id="rId6" imgW="58216800" imgH="45720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1461895"/>
                        <a:ext cx="54610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946817"/>
              </p:ext>
            </p:extLst>
          </p:nvPr>
        </p:nvGraphicFramePr>
        <p:xfrm>
          <a:off x="1534319" y="2086060"/>
          <a:ext cx="912336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216320" imgH="228600" progId="Equation.DSMT4">
                  <p:embed/>
                </p:oleObj>
              </mc:Choice>
              <mc:Fallback>
                <p:oleObj name="Equation" r:id="rId8" imgW="4216320" imgH="228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4319" y="2086060"/>
                        <a:ext cx="9123362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811982" y="836613"/>
          <a:ext cx="21351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164800" imgH="4572000" progId="Equation.DSMT4">
                  <p:embed/>
                </p:oleObj>
              </mc:Choice>
              <mc:Fallback>
                <p:oleObj name="Equation" r:id="rId10" imgW="23164800" imgH="457200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982" y="836613"/>
                        <a:ext cx="213518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850156" y="1461895"/>
          <a:ext cx="34290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57600" imgH="4267200" progId="Equation.DSMT4">
                  <p:embed/>
                </p:oleObj>
              </mc:Choice>
              <mc:Fallback>
                <p:oleObj name="Equation" r:id="rId4" imgW="3657600" imgH="42672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156" y="1461895"/>
                        <a:ext cx="34290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内容占位符 3"/>
          <p:cNvSpPr txBox="1"/>
          <p:nvPr>
            <p:custDataLst>
              <p:tags r:id="rId2"/>
            </p:custDataLst>
          </p:nvPr>
        </p:nvSpPr>
        <p:spPr>
          <a:xfrm>
            <a:off x="1343025" y="106363"/>
            <a:ext cx="3744863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复变初等函数</a:t>
            </a:r>
            <a:endParaRPr kumimoji="0" lang="zh-CN" altLang="en-US" sz="23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A5FDB98-774F-25AC-A07A-60AA70D0F4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109326"/>
              </p:ext>
            </p:extLst>
          </p:nvPr>
        </p:nvGraphicFramePr>
        <p:xfrm>
          <a:off x="1577975" y="4757738"/>
          <a:ext cx="6151563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30240" imgH="241200" progId="Equation.DSMT4">
                  <p:embed/>
                </p:oleObj>
              </mc:Choice>
              <mc:Fallback>
                <p:oleObj name="Equation" r:id="rId13" imgW="27302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77975" y="4757738"/>
                        <a:ext cx="6151563" cy="544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E492FE9-53D4-F343-0D09-709445CB88F2}"/>
              </a:ext>
            </a:extLst>
          </p:cNvPr>
          <p:cNvCxnSpPr>
            <a:cxnSpLocks/>
          </p:cNvCxnSpPr>
          <p:nvPr/>
        </p:nvCxnSpPr>
        <p:spPr>
          <a:xfrm>
            <a:off x="5577431" y="5246037"/>
            <a:ext cx="8356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E64F510-B34F-4539-3D51-417768A97271}"/>
              </a:ext>
            </a:extLst>
          </p:cNvPr>
          <p:cNvSpPr txBox="1"/>
          <p:nvPr/>
        </p:nvSpPr>
        <p:spPr>
          <a:xfrm>
            <a:off x="5922121" y="4286537"/>
            <a:ext cx="3148236" cy="39889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600" b="1" kern="1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对数函数的多值性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02DE93D-06F9-6569-86A4-184E5612E0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181723"/>
              </p:ext>
            </p:extLst>
          </p:nvPr>
        </p:nvGraphicFramePr>
        <p:xfrm>
          <a:off x="7801972" y="4790726"/>
          <a:ext cx="1147883" cy="511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98409" imgH="266523" progId="Equation.DSMT4">
                  <p:embed/>
                </p:oleObj>
              </mc:Choice>
              <mc:Fallback>
                <p:oleObj name="Equation" r:id="rId15" imgW="598409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801972" y="4790726"/>
                        <a:ext cx="1147883" cy="511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5167E-19EC-5C1C-B54A-AC91E19CD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99C8919-60CE-8D7C-D8C2-732D0DC48BA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2D3F3EA1-3616-289B-9E18-BD16F52875D1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1AB13DE-4A27-A514-D883-4EAE87F044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819839"/>
              </p:ext>
            </p:extLst>
          </p:nvPr>
        </p:nvGraphicFramePr>
        <p:xfrm>
          <a:off x="1148930" y="2547538"/>
          <a:ext cx="10182172" cy="1091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03360" imgH="457200" progId="Equation.DSMT4">
                  <p:embed/>
                </p:oleObj>
              </mc:Choice>
              <mc:Fallback>
                <p:oleObj name="Equation" r:id="rId4" imgW="4203360" imgH="4572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8930" y="2547538"/>
                        <a:ext cx="10182172" cy="1091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95B6886A-819B-3012-62B4-29C2EFCD7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982" y="836613"/>
          <a:ext cx="21351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164800" imgH="4572000" progId="Equation.DSMT4">
                  <p:embed/>
                </p:oleObj>
              </mc:Choice>
              <mc:Fallback>
                <p:oleObj name="Equation" r:id="rId6" imgW="23164800" imgH="457200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982" y="836613"/>
                        <a:ext cx="213518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98E527F-1902-623F-3465-8F257481A2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996416"/>
              </p:ext>
            </p:extLst>
          </p:nvPr>
        </p:nvGraphicFramePr>
        <p:xfrm>
          <a:off x="1148930" y="3993299"/>
          <a:ext cx="9522338" cy="586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60640" imgH="241200" progId="Equation.DSMT4">
                  <p:embed/>
                </p:oleObj>
              </mc:Choice>
              <mc:Fallback>
                <p:oleObj name="Equation" r:id="rId8" imgW="3860640" imgH="2412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8930" y="3993299"/>
                        <a:ext cx="9522338" cy="5864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E27AE9C8-F2D4-C0E5-7A72-B68E77386D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9139581"/>
              </p:ext>
            </p:extLst>
          </p:nvPr>
        </p:nvGraphicFramePr>
        <p:xfrm>
          <a:off x="1148930" y="5028023"/>
          <a:ext cx="93487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48040" imgH="215640" progId="Equation.DSMT4">
                  <p:embed/>
                </p:oleObj>
              </mc:Choice>
              <mc:Fallback>
                <p:oleObj name="Equation" r:id="rId10" imgW="3848040" imgH="21564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8930" y="5028023"/>
                        <a:ext cx="93487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内容占位符 3">
            <a:extLst>
              <a:ext uri="{FF2B5EF4-FFF2-40B4-BE49-F238E27FC236}">
                <a16:creationId xmlns:a16="http://schemas.microsoft.com/office/drawing/2014/main" id="{5CB53355-F793-C722-D268-9CAE6725C1F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43025" y="106363"/>
            <a:ext cx="3744863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复变初等函数</a:t>
            </a:r>
            <a:endParaRPr kumimoji="0" lang="zh-CN" altLang="en-US" sz="23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2F0D5AC-D26B-E212-CA03-4878352353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674711"/>
              </p:ext>
            </p:extLst>
          </p:nvPr>
        </p:nvGraphicFramePr>
        <p:xfrm>
          <a:off x="2594284" y="1569627"/>
          <a:ext cx="6622800" cy="624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65360" imgH="241200" progId="Equation.DSMT4">
                  <p:embed/>
                </p:oleObj>
              </mc:Choice>
              <mc:Fallback>
                <p:oleObj name="Equation" r:id="rId12" imgW="256536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A5FDB98-774F-25AC-A07A-60AA70D0F4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594284" y="1569627"/>
                        <a:ext cx="6622800" cy="62407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6117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1349985"/>
              </p:ext>
            </p:extLst>
          </p:nvPr>
        </p:nvGraphicFramePr>
        <p:xfrm>
          <a:off x="1501775" y="1682750"/>
          <a:ext cx="9190038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25880" imgH="431640" progId="Equation.DSMT4">
                  <p:embed/>
                </p:oleObj>
              </mc:Choice>
              <mc:Fallback>
                <p:oleObj name="Equation" r:id="rId4" imgW="4025880" imgH="4316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5" y="1682750"/>
                        <a:ext cx="9190038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479518"/>
              </p:ext>
            </p:extLst>
          </p:nvPr>
        </p:nvGraphicFramePr>
        <p:xfrm>
          <a:off x="2810318" y="2774654"/>
          <a:ext cx="6421438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81000" imgH="241200" progId="Equation.DSMT4">
                  <p:embed/>
                </p:oleObj>
              </mc:Choice>
              <mc:Fallback>
                <p:oleObj name="Equation" r:id="rId6" imgW="2781000" imgH="241200" progId="Equation.DSMT4">
                  <p:embed/>
                  <p:pic>
                    <p:nvPicPr>
                      <p:cNvPr id="2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0318" y="2774654"/>
                        <a:ext cx="6421438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968171"/>
              </p:ext>
            </p:extLst>
          </p:nvPr>
        </p:nvGraphicFramePr>
        <p:xfrm>
          <a:off x="2423592" y="5018810"/>
          <a:ext cx="5559313" cy="1001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61960" imgH="419040" progId="Equation.DSMT4">
                  <p:embed/>
                </p:oleObj>
              </mc:Choice>
              <mc:Fallback>
                <p:oleObj name="Equation" r:id="rId8" imgW="2361960" imgH="419040" progId="Equation.DSMT4">
                  <p:embed/>
                  <p:pic>
                    <p:nvPicPr>
                      <p:cNvPr id="2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5018810"/>
                        <a:ext cx="5559313" cy="1001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711451"/>
              </p:ext>
            </p:extLst>
          </p:nvPr>
        </p:nvGraphicFramePr>
        <p:xfrm>
          <a:off x="1477036" y="937431"/>
          <a:ext cx="4989440" cy="498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1840" imgH="203040" progId="Equation.DSMT4">
                  <p:embed/>
                </p:oleObj>
              </mc:Choice>
              <mc:Fallback>
                <p:oleObj name="Equation" r:id="rId10" imgW="2031840" imgH="2030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036" y="937431"/>
                        <a:ext cx="4989440" cy="49894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985838" y="958850"/>
          <a:ext cx="34290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57600" imgH="4267200" progId="Equation.DSMT4">
                  <p:embed/>
                </p:oleObj>
              </mc:Choice>
              <mc:Fallback>
                <p:oleObj name="Equation" r:id="rId12" imgW="3657600" imgH="42672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958850"/>
                        <a:ext cx="34290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内容占位符 3"/>
          <p:cNvSpPr txBox="1"/>
          <p:nvPr>
            <p:custDataLst>
              <p:tags r:id="rId2"/>
            </p:custDataLst>
          </p:nvPr>
        </p:nvSpPr>
        <p:spPr>
          <a:xfrm>
            <a:off x="1343025" y="106363"/>
            <a:ext cx="3744863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复变初等函数</a:t>
            </a:r>
            <a:endParaRPr kumimoji="0" lang="zh-CN" altLang="en-US" sz="23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62013" y="912342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00800" imgH="4572000" progId="Equation.DSMT4">
                  <p:embed/>
                </p:oleObj>
              </mc:Choice>
              <mc:Fallback>
                <p:oleObj name="Equation" r:id="rId3" imgW="6400800" imgH="45720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912342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703512" y="907063"/>
          <a:ext cx="701357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4676000" imgH="5181600" progId="Equation.DSMT4">
                  <p:embed/>
                </p:oleObj>
              </mc:Choice>
              <mc:Fallback>
                <p:oleObj name="Equation" r:id="rId5" imgW="74676000" imgH="5181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907063"/>
                        <a:ext cx="7013575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90588" y="1671845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6000" imgH="4876800" progId="Equation.DSMT4">
                  <p:embed/>
                </p:oleObj>
              </mc:Choice>
              <mc:Fallback>
                <p:oleObj name="Equation" r:id="rId7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1671845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5815013" y="1700213"/>
          <a:ext cx="38004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0538400" imgH="4876800" progId="Equation.DSMT4">
                  <p:embed/>
                </p:oleObj>
              </mc:Choice>
              <mc:Fallback>
                <p:oleObj name="Equation" r:id="rId9" imgW="40538400" imgH="48768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5013" y="1700213"/>
                        <a:ext cx="38004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038696"/>
              </p:ext>
            </p:extLst>
          </p:nvPr>
        </p:nvGraphicFramePr>
        <p:xfrm>
          <a:off x="2368529" y="3513615"/>
          <a:ext cx="4149748" cy="469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92160" imgH="215640" progId="Equation.DSMT4">
                  <p:embed/>
                </p:oleObj>
              </mc:Choice>
              <mc:Fallback>
                <p:oleObj name="Equation" r:id="rId11" imgW="1892160" imgH="2156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529" y="3513615"/>
                        <a:ext cx="4149748" cy="469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557666"/>
              </p:ext>
            </p:extLst>
          </p:nvPr>
        </p:nvGraphicFramePr>
        <p:xfrm>
          <a:off x="6600881" y="2646662"/>
          <a:ext cx="3518888" cy="484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62040" imgH="215640" progId="Equation.DSMT4">
                  <p:embed/>
                </p:oleObj>
              </mc:Choice>
              <mc:Fallback>
                <p:oleObj name="Equation" r:id="rId13" imgW="1562040" imgH="2156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81" y="2646662"/>
                        <a:ext cx="3518888" cy="4844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342773"/>
              </p:ext>
            </p:extLst>
          </p:nvPr>
        </p:nvGraphicFramePr>
        <p:xfrm>
          <a:off x="2368529" y="2657829"/>
          <a:ext cx="4232352" cy="462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68480" imgH="215640" progId="Equation.DSMT4">
                  <p:embed/>
                </p:oleObj>
              </mc:Choice>
              <mc:Fallback>
                <p:oleObj name="Equation" r:id="rId15" imgW="1968480" imgH="2156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529" y="2657829"/>
                        <a:ext cx="4232352" cy="4621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916758"/>
              </p:ext>
            </p:extLst>
          </p:nvPr>
        </p:nvGraphicFramePr>
        <p:xfrm>
          <a:off x="2281737" y="1673225"/>
          <a:ext cx="3493732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49080" imgH="215640" progId="Equation.DSMT4">
                  <p:embed/>
                </p:oleObj>
              </mc:Choice>
              <mc:Fallback>
                <p:oleObj name="Equation" r:id="rId17" imgW="1549080" imgH="2156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737" y="1673225"/>
                        <a:ext cx="3493732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114309" y="4397088"/>
          <a:ext cx="94297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0584000" imgH="10363200" progId="Equation.DSMT4">
                  <p:embed/>
                </p:oleObj>
              </mc:Choice>
              <mc:Fallback>
                <p:oleObj name="Equation" r:id="rId19" imgW="100584000" imgH="103632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309" y="4397088"/>
                        <a:ext cx="942975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内容占位符 3"/>
          <p:cNvSpPr txBox="1"/>
          <p:nvPr/>
        </p:nvSpPr>
        <p:spPr>
          <a:xfrm>
            <a:off x="1343025" y="106363"/>
            <a:ext cx="374486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初等多值函数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936645"/>
              </p:ext>
            </p:extLst>
          </p:nvPr>
        </p:nvGraphicFramePr>
        <p:xfrm>
          <a:off x="3260889" y="228831"/>
          <a:ext cx="7458277" cy="501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971800" imgH="203040" progId="Equation.DSMT4">
                  <p:embed/>
                </p:oleObj>
              </mc:Choice>
              <mc:Fallback>
                <p:oleObj name="Equation" r:id="rId21" imgW="2971800" imgH="20304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60889" y="228831"/>
                        <a:ext cx="7458277" cy="50144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746945" y="935688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00800" imgH="4572000" progId="Equation.DSMT4">
                  <p:embed/>
                </p:oleObj>
              </mc:Choice>
              <mc:Fallback>
                <p:oleObj name="Equation" r:id="rId3" imgW="6400800" imgH="45720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945" y="935688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639394"/>
              </p:ext>
            </p:extLst>
          </p:nvPr>
        </p:nvGraphicFramePr>
        <p:xfrm>
          <a:off x="2517395" y="900509"/>
          <a:ext cx="3500998" cy="52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11280" imgH="228600" progId="Equation.DSMT4">
                  <p:embed/>
                </p:oleObj>
              </mc:Choice>
              <mc:Fallback>
                <p:oleObj name="Equation" r:id="rId5" imgW="1511280" imgH="228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395" y="900509"/>
                        <a:ext cx="3500998" cy="52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775520" y="1695191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6000" imgH="4876800" progId="Equation.DSMT4">
                  <p:embed/>
                </p:oleObj>
              </mc:Choice>
              <mc:Fallback>
                <p:oleObj name="Equation" r:id="rId7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0" y="1695191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83093"/>
              </p:ext>
            </p:extLst>
          </p:nvPr>
        </p:nvGraphicFramePr>
        <p:xfrm>
          <a:off x="2826379" y="2469477"/>
          <a:ext cx="2873930" cy="522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71600" imgH="241200" progId="Equation.DSMT4">
                  <p:embed/>
                </p:oleObj>
              </mc:Choice>
              <mc:Fallback>
                <p:oleObj name="Equation" r:id="rId9" imgW="1371600" imgH="2412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6379" y="2469477"/>
                        <a:ext cx="2873930" cy="5225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99423"/>
              </p:ext>
            </p:extLst>
          </p:nvPr>
        </p:nvGraphicFramePr>
        <p:xfrm>
          <a:off x="3854705" y="3246146"/>
          <a:ext cx="3682951" cy="970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63560" imgH="444240" progId="Equation.DSMT4">
                  <p:embed/>
                </p:oleObj>
              </mc:Choice>
              <mc:Fallback>
                <p:oleObj name="Equation" r:id="rId11" imgW="1663560" imgH="4442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705" y="3246146"/>
                        <a:ext cx="3682951" cy="9705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839230"/>
              </p:ext>
            </p:extLst>
          </p:nvPr>
        </p:nvGraphicFramePr>
        <p:xfrm>
          <a:off x="2631330" y="1677181"/>
          <a:ext cx="2639520" cy="538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55600" imgH="241200" progId="Equation.DSMT4">
                  <p:embed/>
                </p:oleObj>
              </mc:Choice>
              <mc:Fallback>
                <p:oleObj name="Equation" r:id="rId13" imgW="1155600" imgH="2412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1330" y="1677181"/>
                        <a:ext cx="2639520" cy="5381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9218437"/>
              </p:ext>
            </p:extLst>
          </p:nvPr>
        </p:nvGraphicFramePr>
        <p:xfrm>
          <a:off x="3902190" y="4329855"/>
          <a:ext cx="2737319" cy="97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44520" imgH="444240" progId="Equation.DSMT4">
                  <p:embed/>
                </p:oleObj>
              </mc:Choice>
              <mc:Fallback>
                <p:oleObj name="Equation" r:id="rId15" imgW="1244520" imgH="4442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2190" y="4329855"/>
                        <a:ext cx="2737319" cy="97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392144" y="5229200"/>
          <a:ext cx="26289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8041600" imgH="4876800" progId="Equation.DSMT4">
                  <p:embed/>
                </p:oleObj>
              </mc:Choice>
              <mc:Fallback>
                <p:oleObj name="Equation" r:id="rId17" imgW="28041600" imgH="48768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144" y="5229200"/>
                        <a:ext cx="262890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内容占位符 3"/>
          <p:cNvSpPr txBox="1"/>
          <p:nvPr/>
        </p:nvSpPr>
        <p:spPr>
          <a:xfrm>
            <a:off x="1343025" y="106363"/>
            <a:ext cx="374486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初等多值函数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59528" y="944276"/>
          <a:ext cx="914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53600" imgH="4572000" progId="Equation.DSMT4">
                  <p:embed/>
                </p:oleObj>
              </mc:Choice>
              <mc:Fallback>
                <p:oleObj name="Equation" r:id="rId3" imgW="9753600" imgH="45720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528" y="944276"/>
                        <a:ext cx="9144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353030"/>
              </p:ext>
            </p:extLst>
          </p:nvPr>
        </p:nvGraphicFramePr>
        <p:xfrm>
          <a:off x="2019358" y="962891"/>
          <a:ext cx="6375939" cy="1022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58840" imgH="482400" progId="Equation.DSMT4">
                  <p:embed/>
                </p:oleObj>
              </mc:Choice>
              <mc:Fallback>
                <p:oleObj name="Equation" r:id="rId5" imgW="2958840" imgH="4824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358" y="962891"/>
                        <a:ext cx="6375939" cy="10220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076848"/>
              </p:ext>
            </p:extLst>
          </p:nvPr>
        </p:nvGraphicFramePr>
        <p:xfrm>
          <a:off x="2495600" y="2461054"/>
          <a:ext cx="5252493" cy="1056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97080" imgH="444240" progId="Equation.DSMT4">
                  <p:embed/>
                </p:oleObj>
              </mc:Choice>
              <mc:Fallback>
                <p:oleObj name="Equation" r:id="rId7" imgW="2197080" imgH="444240" progId="Equation.DSMT4">
                  <p:embed/>
                  <p:pic>
                    <p:nvPicPr>
                      <p:cNvPr id="1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2461054"/>
                        <a:ext cx="5252493" cy="10560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66368"/>
              </p:ext>
            </p:extLst>
          </p:nvPr>
        </p:nvGraphicFramePr>
        <p:xfrm>
          <a:off x="2495600" y="3715283"/>
          <a:ext cx="3565030" cy="1011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74640" imgH="444240" progId="Equation.DSMT4">
                  <p:embed/>
                </p:oleObj>
              </mc:Choice>
              <mc:Fallback>
                <p:oleObj name="Equation" r:id="rId9" imgW="1574640" imgH="444240" progId="Equation.DSMT4">
                  <p:embed/>
                  <p:pic>
                    <p:nvPicPr>
                      <p:cNvPr id="1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3715283"/>
                        <a:ext cx="3565030" cy="10113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8948219"/>
              </p:ext>
            </p:extLst>
          </p:nvPr>
        </p:nvGraphicFramePr>
        <p:xfrm>
          <a:off x="2495599" y="5121627"/>
          <a:ext cx="2893237" cy="456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57120" imgH="203040" progId="Equation.DSMT4">
                  <p:embed/>
                </p:oleObj>
              </mc:Choice>
              <mc:Fallback>
                <p:oleObj name="Equation" r:id="rId11" imgW="1257120" imgH="203040" progId="Equation.DSMT4">
                  <p:embed/>
                  <p:pic>
                    <p:nvPicPr>
                      <p:cNvPr id="2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99" y="5121627"/>
                        <a:ext cx="2893237" cy="456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4"/>
          <p:cNvGraphicFramePr>
            <a:graphicFrameLocks noChangeAspect="1"/>
          </p:cNvGraphicFramePr>
          <p:nvPr/>
        </p:nvGraphicFramePr>
        <p:xfrm>
          <a:off x="7104112" y="4077072"/>
          <a:ext cx="2641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41600" imgH="393700" progId="Equation.3">
                  <p:embed/>
                </p:oleObj>
              </mc:Choice>
              <mc:Fallback>
                <p:oleObj name="Equation" r:id="rId13" imgW="2641600" imgH="393700" progId="Equation.3">
                  <p:embed/>
                  <p:pic>
                    <p:nvPicPr>
                      <p:cNvPr id="2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112" y="4077072"/>
                        <a:ext cx="2641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3"/>
          <p:cNvSpPr txBox="1"/>
          <p:nvPr/>
        </p:nvSpPr>
        <p:spPr>
          <a:xfrm>
            <a:off x="1343025" y="106363"/>
            <a:ext cx="374486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初等多值函数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315393" y="1461895"/>
          <a:ext cx="77152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29600" imgH="4572000" progId="Equation.DSMT4">
                  <p:embed/>
                </p:oleObj>
              </mc:Choice>
              <mc:Fallback>
                <p:oleObj name="Equation" r:id="rId3" imgW="8229600" imgH="45720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393" y="1461895"/>
                        <a:ext cx="771525" cy="4238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948177"/>
              </p:ext>
            </p:extLst>
          </p:nvPr>
        </p:nvGraphicFramePr>
        <p:xfrm>
          <a:off x="2318475" y="1460218"/>
          <a:ext cx="8139113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68680" imgH="444240" progId="Equation.DSMT4">
                  <p:embed/>
                </p:oleObj>
              </mc:Choice>
              <mc:Fallback>
                <p:oleObj name="Equation" r:id="rId5" imgW="3568680" imgH="4442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8475" y="1460218"/>
                        <a:ext cx="8139113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357809" y="2723382"/>
          <a:ext cx="56038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9740800" imgH="5486400" progId="Equation.DSMT4">
                  <p:embed/>
                </p:oleObj>
              </mc:Choice>
              <mc:Fallback>
                <p:oleObj name="Equation" r:id="rId7" imgW="59740800" imgH="54864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809" y="2723382"/>
                        <a:ext cx="560387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854075" y="828675"/>
          <a:ext cx="485775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2730400" imgH="4876800" progId="Equation.DSMT4">
                  <p:embed/>
                </p:oleObj>
              </mc:Choice>
              <mc:Fallback>
                <p:oleObj name="Equation" r:id="rId9" imgW="52730400" imgH="487680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075" y="828675"/>
                        <a:ext cx="485775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850156" y="1461895"/>
          <a:ext cx="34290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657600" imgH="4267200" progId="Equation.DSMT4">
                  <p:embed/>
                </p:oleObj>
              </mc:Choice>
              <mc:Fallback>
                <p:oleObj name="Equation" r:id="rId11" imgW="3657600" imgH="42672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156" y="1461895"/>
                        <a:ext cx="34290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内容占位符 3"/>
          <p:cNvSpPr txBox="1"/>
          <p:nvPr/>
        </p:nvSpPr>
        <p:spPr>
          <a:xfrm>
            <a:off x="1343025" y="106363"/>
            <a:ext cx="374486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初等多值函数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204862"/>
              </p:ext>
            </p:extLst>
          </p:nvPr>
        </p:nvGraphicFramePr>
        <p:xfrm>
          <a:off x="1890135" y="4072181"/>
          <a:ext cx="7098821" cy="487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276360" imgH="228600" progId="Equation.DSMT4">
                  <p:embed/>
                </p:oleObj>
              </mc:Choice>
              <mc:Fallback>
                <p:oleObj name="Equation" r:id="rId13" imgW="3276360" imgH="2286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135" y="4072181"/>
                        <a:ext cx="7098821" cy="48789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648312" y="870893"/>
          <a:ext cx="801688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34400" imgH="4572000" progId="Equation.DSMT4">
                  <p:embed/>
                </p:oleObj>
              </mc:Choice>
              <mc:Fallback>
                <p:oleObj name="Equation" r:id="rId3" imgW="8534400" imgH="45720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8312" y="870893"/>
                        <a:ext cx="801688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502811"/>
              </p:ext>
            </p:extLst>
          </p:nvPr>
        </p:nvGraphicFramePr>
        <p:xfrm>
          <a:off x="2175223" y="1307705"/>
          <a:ext cx="5239542" cy="511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11200" imgH="228600" progId="Equation.DSMT4">
                  <p:embed/>
                </p:oleObj>
              </mc:Choice>
              <mc:Fallback>
                <p:oleObj name="Equation" r:id="rId5" imgW="2311200" imgH="2286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223" y="1307705"/>
                        <a:ext cx="5239542" cy="511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7545125" y="1295532"/>
          <a:ext cx="8001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534400" imgH="4876800" progId="Equation.DSMT4">
                  <p:embed/>
                </p:oleObj>
              </mc:Choice>
              <mc:Fallback>
                <p:oleObj name="Equation" r:id="rId7" imgW="8534400" imgH="48768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5125" y="1295532"/>
                        <a:ext cx="8001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213421" y="885181"/>
          <a:ext cx="3714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962400" imgH="4267200" progId="Equation.DSMT4">
                  <p:embed/>
                </p:oleObj>
              </mc:Choice>
              <mc:Fallback>
                <p:oleObj name="Equation" r:id="rId9" imgW="3962400" imgH="42672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421" y="885181"/>
                        <a:ext cx="3714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770158" y="1908141"/>
          <a:ext cx="49434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2730400" imgH="5486400" progId="Equation.DSMT4">
                  <p:embed/>
                </p:oleObj>
              </mc:Choice>
              <mc:Fallback>
                <p:oleObj name="Equation" r:id="rId11" imgW="52730400" imgH="54864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58" y="1908141"/>
                        <a:ext cx="494347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175223" y="2452461"/>
          <a:ext cx="445770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7548800" imgH="10058400" progId="Equation.DSMT4">
                  <p:embed/>
                </p:oleObj>
              </mc:Choice>
              <mc:Fallback>
                <p:oleObj name="Equation" r:id="rId13" imgW="47548800" imgH="100584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223" y="2452461"/>
                        <a:ext cx="4457700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556725" y="2694555"/>
          <a:ext cx="8001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534400" imgH="4876800" progId="Equation.DSMT4">
                  <p:embed/>
                </p:oleObj>
              </mc:Choice>
              <mc:Fallback>
                <p:oleObj name="Equation" r:id="rId7" imgW="8534400" imgH="48768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725" y="2694555"/>
                        <a:ext cx="8001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678141"/>
              </p:ext>
            </p:extLst>
          </p:nvPr>
        </p:nvGraphicFramePr>
        <p:xfrm>
          <a:off x="2804295" y="3390673"/>
          <a:ext cx="6389676" cy="511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819160" imgH="228600" progId="Equation.DSMT4">
                  <p:embed/>
                </p:oleObj>
              </mc:Choice>
              <mc:Fallback>
                <p:oleObj name="Equation" r:id="rId15" imgW="2819160" imgH="2286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4295" y="3390673"/>
                        <a:ext cx="6389676" cy="511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175223" y="4201848"/>
          <a:ext cx="32289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4442400" imgH="5486400" progId="Equation.DSMT4">
                  <p:embed/>
                </p:oleObj>
              </mc:Choice>
              <mc:Fallback>
                <p:oleObj name="Equation" r:id="rId17" imgW="34442400" imgH="54864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223" y="4201848"/>
                        <a:ext cx="322897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内容占位符 3"/>
          <p:cNvSpPr txBox="1"/>
          <p:nvPr/>
        </p:nvSpPr>
        <p:spPr>
          <a:xfrm>
            <a:off x="1343025" y="106363"/>
            <a:ext cx="374486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初等多值函数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648312" y="870893"/>
          <a:ext cx="801688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34400" imgH="4572000" progId="Equation.DSMT4">
                  <p:embed/>
                </p:oleObj>
              </mc:Choice>
              <mc:Fallback>
                <p:oleObj name="Equation" r:id="rId3" imgW="8534400" imgH="45720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8312" y="870893"/>
                        <a:ext cx="801688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213421" y="885181"/>
          <a:ext cx="3714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62400" imgH="4267200" progId="Equation.DSMT4">
                  <p:embed/>
                </p:oleObj>
              </mc:Choice>
              <mc:Fallback>
                <p:oleObj name="Equation" r:id="rId5" imgW="3962400" imgH="42672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421" y="885181"/>
                        <a:ext cx="3714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978025" y="1125538"/>
          <a:ext cx="460057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9072800" imgH="7924800" progId="Equation.DSMT4">
                  <p:embed/>
                </p:oleObj>
              </mc:Choice>
              <mc:Fallback>
                <p:oleObj name="Equation" r:id="rId7" imgW="49072800" imgH="79248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1125538"/>
                        <a:ext cx="460057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234238" y="1410494"/>
          <a:ext cx="9715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363200" imgH="4876800" progId="Equation.DSMT4">
                  <p:embed/>
                </p:oleObj>
              </mc:Choice>
              <mc:Fallback>
                <p:oleObj name="Equation" r:id="rId9" imgW="10363200" imgH="48768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4238" y="1410494"/>
                        <a:ext cx="9715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893476"/>
              </p:ext>
            </p:extLst>
          </p:nvPr>
        </p:nvGraphicFramePr>
        <p:xfrm>
          <a:off x="2578388" y="2063160"/>
          <a:ext cx="6847540" cy="978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14520" imgH="482400" progId="Equation.DSMT4">
                  <p:embed/>
                </p:oleObj>
              </mc:Choice>
              <mc:Fallback>
                <p:oleObj name="Equation" r:id="rId11" imgW="3314520" imgH="4824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388" y="2063160"/>
                        <a:ext cx="6847540" cy="978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92120"/>
              </p:ext>
            </p:extLst>
          </p:nvPr>
        </p:nvGraphicFramePr>
        <p:xfrm>
          <a:off x="2708049" y="3351413"/>
          <a:ext cx="3387950" cy="833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07880" imgH="330120" progId="Equation.DSMT4">
                  <p:embed/>
                </p:oleObj>
              </mc:Choice>
              <mc:Fallback>
                <p:oleObj name="Equation" r:id="rId13" imgW="1307880" imgH="33012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049" y="3351413"/>
                        <a:ext cx="3387950" cy="8339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753195"/>
              </p:ext>
            </p:extLst>
          </p:nvPr>
        </p:nvGraphicFramePr>
        <p:xfrm>
          <a:off x="5817964" y="3389104"/>
          <a:ext cx="2967914" cy="833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68200" imgH="330120" progId="Equation.DSMT4">
                  <p:embed/>
                </p:oleObj>
              </mc:Choice>
              <mc:Fallback>
                <p:oleObj name="Equation" r:id="rId15" imgW="1168200" imgH="33012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7964" y="3389104"/>
                        <a:ext cx="2967914" cy="8339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759013"/>
              </p:ext>
            </p:extLst>
          </p:nvPr>
        </p:nvGraphicFramePr>
        <p:xfrm>
          <a:off x="3236725" y="4253165"/>
          <a:ext cx="8111855" cy="1083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301920" imgH="444240" progId="Equation.DSMT4">
                  <p:embed/>
                </p:oleObj>
              </mc:Choice>
              <mc:Fallback>
                <p:oleObj name="Equation" r:id="rId17" imgW="3301920" imgH="4442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725" y="4253165"/>
                        <a:ext cx="8111855" cy="1083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409842"/>
              </p:ext>
            </p:extLst>
          </p:nvPr>
        </p:nvGraphicFramePr>
        <p:xfrm>
          <a:off x="6958300" y="5447506"/>
          <a:ext cx="2793962" cy="439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95280" imgH="203040" progId="Equation.DSMT4">
                  <p:embed/>
                </p:oleObj>
              </mc:Choice>
              <mc:Fallback>
                <p:oleObj name="Equation" r:id="rId19" imgW="1295280" imgH="203040" progId="Equation.DSMT4">
                  <p:embed/>
                  <p:pic>
                    <p:nvPicPr>
                      <p:cNvPr id="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8300" y="5447506"/>
                        <a:ext cx="2793962" cy="4399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内容占位符 3"/>
          <p:cNvSpPr txBox="1"/>
          <p:nvPr/>
        </p:nvSpPr>
        <p:spPr>
          <a:xfrm>
            <a:off x="1343025" y="106363"/>
            <a:ext cx="374486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初等多值函数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648312" y="870893"/>
          <a:ext cx="801688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34400" imgH="4572000" progId="Equation.DSMT4">
                  <p:embed/>
                </p:oleObj>
              </mc:Choice>
              <mc:Fallback>
                <p:oleObj name="Equation" r:id="rId3" imgW="8534400" imgH="45720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8312" y="870893"/>
                        <a:ext cx="801688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213421" y="885181"/>
          <a:ext cx="3714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62400" imgH="4267200" progId="Equation.DSMT4">
                  <p:embed/>
                </p:oleObj>
              </mc:Choice>
              <mc:Fallback>
                <p:oleObj name="Equation" r:id="rId3" imgW="3962400" imgH="42672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421" y="885181"/>
                        <a:ext cx="3714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847528" y="1494954"/>
          <a:ext cx="80867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6258400" imgH="5181600" progId="Equation.DSMT4">
                  <p:embed/>
                </p:oleObj>
              </mc:Choice>
              <mc:Fallback>
                <p:oleObj name="Equation" r:id="rId6" imgW="86258400" imgH="51816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1494954"/>
                        <a:ext cx="80867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5326281"/>
              </p:ext>
            </p:extLst>
          </p:nvPr>
        </p:nvGraphicFramePr>
        <p:xfrm>
          <a:off x="2474935" y="2225212"/>
          <a:ext cx="8976193" cy="482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203360" imgH="228600" progId="Equation.DSMT4">
                  <p:embed/>
                </p:oleObj>
              </mc:Choice>
              <mc:Fallback>
                <p:oleObj name="Equation" r:id="rId8" imgW="4203360" imgH="2286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35" y="2225212"/>
                        <a:ext cx="8976193" cy="482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内容占位符 3"/>
          <p:cNvSpPr txBox="1"/>
          <p:nvPr/>
        </p:nvSpPr>
        <p:spPr>
          <a:xfrm>
            <a:off x="1343025" y="106363"/>
            <a:ext cx="374486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初等多值函数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960493" y="888674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00800" imgH="4572000" progId="Equation.DSMT4">
                  <p:embed/>
                </p:oleObj>
              </mc:Choice>
              <mc:Fallback>
                <p:oleObj name="Equation" r:id="rId3" imgW="6400800" imgH="45720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93" y="888674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519594"/>
              </p:ext>
            </p:extLst>
          </p:nvPr>
        </p:nvGraphicFramePr>
        <p:xfrm>
          <a:off x="1746107" y="823790"/>
          <a:ext cx="2547914" cy="499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55600" imgH="228600" progId="Equation.DSMT4">
                  <p:embed/>
                </p:oleObj>
              </mc:Choice>
              <mc:Fallback>
                <p:oleObj name="Equation" r:id="rId5" imgW="1155600" imgH="228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107" y="823790"/>
                        <a:ext cx="2547914" cy="499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989068" y="1587830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6000" imgH="4876800" progId="Equation.DSMT4">
                  <p:embed/>
                </p:oleObj>
              </mc:Choice>
              <mc:Fallback>
                <p:oleObj name="Equation" r:id="rId7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68" y="1587830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76195"/>
              </p:ext>
            </p:extLst>
          </p:nvPr>
        </p:nvGraphicFramePr>
        <p:xfrm>
          <a:off x="4158691" y="1539428"/>
          <a:ext cx="1427145" cy="5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47640" imgH="253800" progId="Equation.DSMT4">
                  <p:embed/>
                </p:oleObj>
              </mc:Choice>
              <mc:Fallback>
                <p:oleObj name="Equation" r:id="rId9" imgW="647640" imgH="2538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8691" y="1539428"/>
                        <a:ext cx="1427145" cy="5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489290"/>
              </p:ext>
            </p:extLst>
          </p:nvPr>
        </p:nvGraphicFramePr>
        <p:xfrm>
          <a:off x="5424439" y="1558596"/>
          <a:ext cx="4283471" cy="548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41400" imgH="241200" progId="Equation.DSMT4">
                  <p:embed/>
                </p:oleObj>
              </mc:Choice>
              <mc:Fallback>
                <p:oleObj name="Equation" r:id="rId11" imgW="1841400" imgH="2412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4439" y="1558596"/>
                        <a:ext cx="4283471" cy="5484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7995025"/>
              </p:ext>
            </p:extLst>
          </p:nvPr>
        </p:nvGraphicFramePr>
        <p:xfrm>
          <a:off x="2484090" y="1539428"/>
          <a:ext cx="1648647" cy="499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36560" imgH="228600" progId="Equation.DSMT4">
                  <p:embed/>
                </p:oleObj>
              </mc:Choice>
              <mc:Fallback>
                <p:oleObj name="Equation" r:id="rId13" imgW="736560" imgH="2286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090" y="1539428"/>
                        <a:ext cx="1648647" cy="4995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566969"/>
              </p:ext>
            </p:extLst>
          </p:nvPr>
        </p:nvGraphicFramePr>
        <p:xfrm>
          <a:off x="2484090" y="4141119"/>
          <a:ext cx="1265592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71320" imgH="203040" progId="Equation.DSMT4">
                  <p:embed/>
                </p:oleObj>
              </mc:Choice>
              <mc:Fallback>
                <p:oleObj name="Equation" r:id="rId15" imgW="571320" imgH="2030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090" y="4141119"/>
                        <a:ext cx="1265592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248128" y="2440931"/>
          <a:ext cx="26289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8041600" imgH="4876800" progId="Equation.DSMT4">
                  <p:embed/>
                </p:oleObj>
              </mc:Choice>
              <mc:Fallback>
                <p:oleObj name="Equation" r:id="rId17" imgW="28041600" imgH="48768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128" y="2440931"/>
                        <a:ext cx="262890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048783"/>
              </p:ext>
            </p:extLst>
          </p:nvPr>
        </p:nvGraphicFramePr>
        <p:xfrm>
          <a:off x="3765671" y="3872674"/>
          <a:ext cx="1658768" cy="740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36560" imgH="330120" progId="Equation.DSMT4">
                  <p:embed/>
                </p:oleObj>
              </mc:Choice>
              <mc:Fallback>
                <p:oleObj name="Equation" r:id="rId19" imgW="736560" imgH="33012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5671" y="3872674"/>
                        <a:ext cx="1658768" cy="7400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844494"/>
              </p:ext>
            </p:extLst>
          </p:nvPr>
        </p:nvGraphicFramePr>
        <p:xfrm>
          <a:off x="5387351" y="3926666"/>
          <a:ext cx="1676586" cy="775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61760" imgH="355320" progId="Equation.DSMT4">
                  <p:embed/>
                </p:oleObj>
              </mc:Choice>
              <mc:Fallback>
                <p:oleObj name="Equation" r:id="rId21" imgW="761760" imgH="35532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7351" y="3926666"/>
                        <a:ext cx="1676586" cy="775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501452" y="4631940"/>
          <a:ext cx="26289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8041600" imgH="4876800" progId="Equation.DSMT4">
                  <p:embed/>
                </p:oleObj>
              </mc:Choice>
              <mc:Fallback>
                <p:oleObj name="Equation" r:id="rId17" imgW="28041600" imgH="48768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1452" y="4631940"/>
                        <a:ext cx="262890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783895"/>
              </p:ext>
            </p:extLst>
          </p:nvPr>
        </p:nvGraphicFramePr>
        <p:xfrm>
          <a:off x="2295441" y="3142966"/>
          <a:ext cx="4970784" cy="515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184120" imgH="228600" progId="Equation.DSMT4">
                  <p:embed/>
                </p:oleObj>
              </mc:Choice>
              <mc:Fallback>
                <p:oleObj name="Equation" r:id="rId23" imgW="2184120" imgH="2286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441" y="3142966"/>
                        <a:ext cx="4970784" cy="515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538024"/>
              </p:ext>
            </p:extLst>
          </p:nvPr>
        </p:nvGraphicFramePr>
        <p:xfrm>
          <a:off x="2295441" y="5095773"/>
          <a:ext cx="5480027" cy="716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514600" imgH="330120" progId="Equation.DSMT4">
                  <p:embed/>
                </p:oleObj>
              </mc:Choice>
              <mc:Fallback>
                <p:oleObj name="Equation" r:id="rId25" imgW="2514600" imgH="33012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441" y="5095773"/>
                        <a:ext cx="5480027" cy="7160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内容占位符 3"/>
          <p:cNvSpPr txBox="1"/>
          <p:nvPr/>
        </p:nvSpPr>
        <p:spPr>
          <a:xfrm>
            <a:off x="1343025" y="106363"/>
            <a:ext cx="374486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初等多值函数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BD58-61B2-3C69-8198-0194A2A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7C9686-8EEF-6277-DFDF-ABD3729233C7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E145669-8437-449D-5448-44BFD33D2D38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内容占位符 3">
            <a:extLst>
              <a:ext uri="{FF2B5EF4-FFF2-40B4-BE49-F238E27FC236}">
                <a16:creationId xmlns:a16="http://schemas.microsoft.com/office/drawing/2014/main" id="{04B17A26-DCC3-070C-42D8-85B6D2FFF67F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§2-2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作业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01AB0A-426F-901C-DA62-AA212A48D265}"/>
              </a:ext>
            </a:extLst>
          </p:cNvPr>
          <p:cNvSpPr txBox="1"/>
          <p:nvPr/>
        </p:nvSpPr>
        <p:spPr>
          <a:xfrm>
            <a:off x="862013" y="1455760"/>
            <a:ext cx="3179880" cy="908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教材第二章习题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196F4-579A-77EB-9972-1338FE9F4EE3}"/>
              </a:ext>
            </a:extLst>
          </p:cNvPr>
          <p:cNvSpPr txBox="1"/>
          <p:nvPr/>
        </p:nvSpPr>
        <p:spPr>
          <a:xfrm>
            <a:off x="939236" y="2252920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（一）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20 (4)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23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9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170</Words>
  <Application>Microsoft Office PowerPoint</Application>
  <PresentationFormat>宽屏</PresentationFormat>
  <Paragraphs>45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等线</vt:lpstr>
      <vt:lpstr>等线 Light</vt:lpstr>
      <vt:lpstr>楷体</vt:lpstr>
      <vt:lpstr>Arial</vt:lpstr>
      <vt:lpstr>Calibri</vt:lpstr>
      <vt:lpstr>Calibri Light</vt:lpstr>
      <vt:lpstr>Times New Roman</vt:lpstr>
      <vt:lpstr>Office 主题​​</vt:lpstr>
      <vt:lpstr>新媒体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116</cp:revision>
  <dcterms:created xsi:type="dcterms:W3CDTF">2025-07-23T06:40:40Z</dcterms:created>
  <dcterms:modified xsi:type="dcterms:W3CDTF">2025-10-29T02:28:16Z</dcterms:modified>
</cp:coreProperties>
</file>