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524" r:id="rId3"/>
    <p:sldId id="1089" r:id="rId4"/>
    <p:sldId id="1165" r:id="rId5"/>
    <p:sldId id="1090" r:id="rId6"/>
    <p:sldId id="1091" r:id="rId7"/>
    <p:sldId id="1092" r:id="rId8"/>
    <p:sldId id="1093" r:id="rId9"/>
    <p:sldId id="1094" r:id="rId10"/>
    <p:sldId id="1095" r:id="rId11"/>
    <p:sldId id="1096" r:id="rId12"/>
    <p:sldId id="1098" r:id="rId13"/>
    <p:sldId id="1097" r:id="rId14"/>
    <p:sldId id="1099" r:id="rId15"/>
    <p:sldId id="1100" r:id="rId16"/>
    <p:sldId id="1101" r:id="rId17"/>
    <p:sldId id="1103" r:id="rId18"/>
    <p:sldId id="1104" r:id="rId19"/>
    <p:sldId id="1105" r:id="rId20"/>
    <p:sldId id="68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B8D59-3781-43E8-9FBA-6EAD25FBCC75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45832-F65B-41F4-A9E1-20180FE51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02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19E58-8B2A-39D4-429C-EE00F85DF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9B2F2B-17A4-7EDB-E4FE-1412527D1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1EBFB-67C0-DB79-8123-9FBF1833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ECC272-D00A-E83D-A745-30EEA11E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6B10E-8940-24B7-92B3-553697C8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6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0019C-DDC7-8330-DE28-D8E7CAD9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2FA52-FD40-5E02-45B1-23ABA52D1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9C4E6-A594-36B5-6D03-E7088AE1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CDB6E-F271-09BD-1471-837BD067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35A3F-7C92-A889-43DC-854F1A6A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7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ECB67-07F2-5D5D-AFF6-04393479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FFB365-C60E-611E-965B-9C16D656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6E841-0C96-8764-2284-AEE847F6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BED30-A938-AF78-CD5E-6778E844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CFF0FC-FB81-4220-5754-39DC5FE6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69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D408F-DA38-3F92-39BC-CB2466E0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C7DF8-45B4-E495-FBD1-A64082C3C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1E986-89CE-2B37-8505-5CDAD92F6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E1ED37-32D9-EB11-ED1C-BEC17113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899F55-D9E6-4E08-A9D5-D433C30F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C4A6CF-4C9C-7CAC-B85A-95FC962B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15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C2D33-4B87-B198-8219-46E42017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0621D-F84D-B2F7-86C3-D21403E7F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85668F-A36E-7ABB-18A1-9C736F2D2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954742-3D9D-8761-BD11-E4CD40D23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BEEA7C-60C5-A2A1-AD1B-8D2E47B83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D22FBA-962F-CF62-F68A-7C4E760E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302F71-59A0-DE37-99F1-04DF0071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3EBE98-3CEA-3D27-FA9A-0F6D76B5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82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6DD41-AE30-370E-92A6-CEC0B685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5678AA-8C0B-B233-B4FC-E3A559BC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78194C-9049-D93E-BB39-1845A67F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733306-15CF-F30C-629E-22B6939E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04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F304DE-F64D-44AB-D633-76FAE01D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2B7164-B7B3-274E-6614-27EB64CE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37426-DDB2-8052-2786-CF58502F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9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2103A-BE23-B5E8-D81A-A664896F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6A1BB-ECC5-F983-9E88-A4B98184E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DD4D80-3EEF-A682-B323-C8049CD10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6BB8CE-9C42-E5B3-61DA-3065C835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F85FB8-F16A-D5CF-3DE0-27CDE54D1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FF82BE-6199-986F-6420-6D796935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40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74B01-0CEA-7673-2F05-9BBED634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50C560-5CB6-66ED-78C4-D885602CB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44A146-AF95-5BA4-C90F-80D62AA85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E5C879-2482-A9C9-AC30-441FD5C7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61EC72-E2D7-A3CE-C4FF-BDBF424F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64194-8936-075E-D1DD-147D797B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3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70BE6-C9CF-82FB-A6BB-79FF45C8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65B4D7-0C44-0E63-1508-3187FB06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F7C11-1391-83A3-6A60-CE90D808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50907-FFA9-776D-EA9D-E4ACA4C8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8B5133-148F-830A-3114-C5DF799A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36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43A40B-4168-505A-0EEE-3E8FCAF69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95B950-B700-9A99-A085-35157D911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69DE18-2080-EE76-184B-F8E97FD7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4EBB8-97E1-B62B-8A70-9F006575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D7CB1-BF8F-5F79-CB3F-DAE051CA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165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97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596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92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07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940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889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48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085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584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9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440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7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97ECBD-91AD-10F0-AA57-8CE17AC1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07CB6-40C3-84CF-AAF4-510DD513A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9018E-668C-FC94-8335-503C86A52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9FD1A-1AE1-49D7-956E-B7F25CBCB5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BD07F-E8E7-AAB2-2F47-D8955B971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94DD4-D119-19EE-2255-40436BA27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6A926-8A87-4EF0-9108-0AB36BBF79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4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3.wmf"/><Relationship Id="rId26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tags" Target="../tags/tag2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18.wmf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6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Relationship Id="rId27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4.e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tags" Target="../tags/tag3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7.e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tags" Target="../tags/tag4.x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4.emf"/><Relationship Id="rId3" Type="http://schemas.openxmlformats.org/officeDocument/2006/relationships/oleObject" Target="../embeddings/oleObject33.bin"/><Relationship Id="rId21" Type="http://schemas.openxmlformats.org/officeDocument/2006/relationships/image" Target="../media/image36.wmf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3.emf"/><Relationship Id="rId20" Type="http://schemas.openxmlformats.org/officeDocument/2006/relationships/oleObject" Target="../embeddings/oleObject31.bin"/><Relationship Id="rId1" Type="http://schemas.openxmlformats.org/officeDocument/2006/relationships/tags" Target="../tags/tag5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7.bin"/><Relationship Id="rId23" Type="http://schemas.openxmlformats.org/officeDocument/2006/relationships/image" Target="../media/image37.wmf"/><Relationship Id="rId10" Type="http://schemas.openxmlformats.org/officeDocument/2006/relationships/image" Target="../media/image23.wmf"/><Relationship Id="rId19" Type="http://schemas.openxmlformats.org/officeDocument/2006/relationships/image" Target="../media/image45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2.emf"/><Relationship Id="rId22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3.wmf"/><Relationship Id="rId1" Type="http://schemas.openxmlformats.org/officeDocument/2006/relationships/tags" Target="../tags/tag7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3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60.e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tags" Target="../tags/tag8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9.wmf"/><Relationship Id="rId26" Type="http://schemas.openxmlformats.org/officeDocument/2006/relationships/image" Target="../media/image73.e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55.bin"/><Relationship Id="rId1" Type="http://schemas.openxmlformats.org/officeDocument/2006/relationships/tags" Target="../tags/tag9.x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72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1.wmf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6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7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6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86.wmf"/><Relationship Id="rId26" Type="http://schemas.openxmlformats.org/officeDocument/2006/relationships/image" Target="../media/image90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5.wmf"/><Relationship Id="rId20" Type="http://schemas.openxmlformats.org/officeDocument/2006/relationships/image" Target="../media/image87.emf"/><Relationship Id="rId1" Type="http://schemas.openxmlformats.org/officeDocument/2006/relationships/tags" Target="../tags/tag11.x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89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91.wmf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9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8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9.wmf"/><Relationship Id="rId26" Type="http://schemas.openxmlformats.org/officeDocument/2006/relationships/image" Target="../media/image103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8.wmf"/><Relationship Id="rId20" Type="http://schemas.openxmlformats.org/officeDocument/2006/relationships/image" Target="../media/image100.wmf"/><Relationship Id="rId29" Type="http://schemas.openxmlformats.org/officeDocument/2006/relationships/oleObject" Target="../embeddings/oleObject84.bin"/><Relationship Id="rId1" Type="http://schemas.openxmlformats.org/officeDocument/2006/relationships/tags" Target="../tags/tag12.x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102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0.wmf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92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91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11.emf"/><Relationship Id="rId26" Type="http://schemas.openxmlformats.org/officeDocument/2006/relationships/image" Target="../media/image115.wmf"/><Relationship Id="rId39" Type="http://schemas.openxmlformats.org/officeDocument/2006/relationships/oleObject" Target="../embeddings/oleObject96.bin"/><Relationship Id="rId21" Type="http://schemas.openxmlformats.org/officeDocument/2006/relationships/oleObject" Target="../embeddings/oleObject106.bin"/><Relationship Id="rId34" Type="http://schemas.openxmlformats.org/officeDocument/2006/relationships/image" Target="../media/image119.wmf"/><Relationship Id="rId42" Type="http://schemas.openxmlformats.org/officeDocument/2006/relationships/image" Target="../media/image90.wmf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0.emf"/><Relationship Id="rId20" Type="http://schemas.openxmlformats.org/officeDocument/2006/relationships/image" Target="../media/image112.wmf"/><Relationship Id="rId29" Type="http://schemas.openxmlformats.org/officeDocument/2006/relationships/oleObject" Target="../embeddings/oleObject110.bin"/><Relationship Id="rId41" Type="http://schemas.openxmlformats.org/officeDocument/2006/relationships/oleObject" Target="../embeddings/oleObject83.bin"/><Relationship Id="rId1" Type="http://schemas.openxmlformats.org/officeDocument/2006/relationships/tags" Target="../tags/tag13.x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1.bin"/><Relationship Id="rId24" Type="http://schemas.openxmlformats.org/officeDocument/2006/relationships/image" Target="../media/image114.emf"/><Relationship Id="rId32" Type="http://schemas.openxmlformats.org/officeDocument/2006/relationships/image" Target="../media/image118.wmf"/><Relationship Id="rId37" Type="http://schemas.openxmlformats.org/officeDocument/2006/relationships/oleObject" Target="../embeddings/oleObject114.bin"/><Relationship Id="rId40" Type="http://schemas.openxmlformats.org/officeDocument/2006/relationships/image" Target="../media/image103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28" Type="http://schemas.openxmlformats.org/officeDocument/2006/relationships/image" Target="../media/image116.wmf"/><Relationship Id="rId36" Type="http://schemas.openxmlformats.org/officeDocument/2006/relationships/image" Target="../media/image120.wmf"/><Relationship Id="rId10" Type="http://schemas.openxmlformats.org/officeDocument/2006/relationships/image" Target="../media/image107.emf"/><Relationship Id="rId19" Type="http://schemas.openxmlformats.org/officeDocument/2006/relationships/oleObject" Target="../embeddings/oleObject105.bin"/><Relationship Id="rId31" Type="http://schemas.openxmlformats.org/officeDocument/2006/relationships/oleObject" Target="../embeddings/oleObject111.bin"/><Relationship Id="rId44" Type="http://schemas.openxmlformats.org/officeDocument/2006/relationships/image" Target="../media/image91.w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09.emf"/><Relationship Id="rId22" Type="http://schemas.openxmlformats.org/officeDocument/2006/relationships/image" Target="../media/image113.wmf"/><Relationship Id="rId27" Type="http://schemas.openxmlformats.org/officeDocument/2006/relationships/oleObject" Target="../embeddings/oleObject109.bin"/><Relationship Id="rId30" Type="http://schemas.openxmlformats.org/officeDocument/2006/relationships/image" Target="../media/image117.wmf"/><Relationship Id="rId35" Type="http://schemas.openxmlformats.org/officeDocument/2006/relationships/oleObject" Target="../embeddings/oleObject113.bin"/><Relationship Id="rId43" Type="http://schemas.openxmlformats.org/officeDocument/2006/relationships/oleObject" Target="../embeddings/oleObject84.bin"/><Relationship Id="rId8" Type="http://schemas.openxmlformats.org/officeDocument/2006/relationships/image" Target="../media/image106.wmf"/><Relationship Id="rId3" Type="http://schemas.openxmlformats.org/officeDocument/2006/relationships/oleObject" Target="../embeddings/oleObject97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4.bin"/><Relationship Id="rId25" Type="http://schemas.openxmlformats.org/officeDocument/2006/relationships/oleObject" Target="../embeddings/oleObject108.bin"/><Relationship Id="rId33" Type="http://schemas.openxmlformats.org/officeDocument/2006/relationships/oleObject" Target="../embeddings/oleObject112.bin"/><Relationship Id="rId38" Type="http://schemas.openxmlformats.org/officeDocument/2006/relationships/image" Target="../media/image1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6.wmf"/><Relationship Id="rId1" Type="http://schemas.openxmlformats.org/officeDocument/2006/relationships/tags" Target="../tags/tag14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23.e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12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4.wmf"/><Relationship Id="rId20" Type="http://schemas.openxmlformats.org/officeDocument/2006/relationships/image" Target="../media/image136.emf"/><Relationship Id="rId1" Type="http://schemas.openxmlformats.org/officeDocument/2006/relationships/tags" Target="../tags/tag15.x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42.e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3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5.wmf"/><Relationship Id="rId1" Type="http://schemas.openxmlformats.org/officeDocument/2006/relationships/tags" Target="../tags/tag16.x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3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35.bin"/><Relationship Id="rId21" Type="http://schemas.openxmlformats.org/officeDocument/2006/relationships/oleObject" Target="../embeddings/oleObject144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42.bin"/><Relationship Id="rId25" Type="http://schemas.openxmlformats.org/officeDocument/2006/relationships/oleObject" Target="../embeddings/oleObject14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9.wmf"/><Relationship Id="rId20" Type="http://schemas.openxmlformats.org/officeDocument/2006/relationships/image" Target="../media/image151.emf"/><Relationship Id="rId1" Type="http://schemas.openxmlformats.org/officeDocument/2006/relationships/tags" Target="../tags/tag17.x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39.bin"/><Relationship Id="rId24" Type="http://schemas.openxmlformats.org/officeDocument/2006/relationships/image" Target="../media/image153.emf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23" Type="http://schemas.openxmlformats.org/officeDocument/2006/relationships/oleObject" Target="../embeddings/oleObject145.bin"/><Relationship Id="rId28" Type="http://schemas.openxmlformats.org/officeDocument/2006/relationships/image" Target="../media/image155.wmf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8.wmf"/><Relationship Id="rId22" Type="http://schemas.openxmlformats.org/officeDocument/2006/relationships/image" Target="../media/image152.emf"/><Relationship Id="rId27" Type="http://schemas.openxmlformats.org/officeDocument/2006/relationships/oleObject" Target="../embeddings/oleObject14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1928" y="3003550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第六章 留数理论及其应用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2E077E-E31E-D9CA-79C5-B17E706AF237}"/>
              </a:ext>
            </a:extLst>
          </p:cNvPr>
          <p:cNvSpPr txBox="1"/>
          <p:nvPr/>
        </p:nvSpPr>
        <p:spPr>
          <a:xfrm>
            <a:off x="4222196" y="3958309"/>
            <a:ext cx="3853981" cy="3682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6.2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用留数定理计算实积分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1387167" y="3720959"/>
            <a:ext cx="182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思想方法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1387167" y="4516517"/>
            <a:ext cx="245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两个重要工作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4155767" y="4546679"/>
            <a:ext cx="308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积分区域的转化</a:t>
            </a:r>
          </a:p>
        </p:txBody>
      </p:sp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4165292" y="5408692"/>
            <a:ext cx="308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被积函数的转化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3240812" y="3724243"/>
            <a:ext cx="8263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把定积分化为一个复变函数沿某条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封闭路线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的积分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F94EEC3-8708-0968-82DE-9850576AC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419867"/>
              </p:ext>
            </p:extLst>
          </p:nvPr>
        </p:nvGraphicFramePr>
        <p:xfrm>
          <a:off x="3770611" y="1197146"/>
          <a:ext cx="4973071" cy="2258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360" imgH="1066680" progId="Equation.DSMT4">
                  <p:embed/>
                </p:oleObj>
              </mc:Choice>
              <mc:Fallback>
                <p:oleObj name="Equation" r:id="rId3" imgW="2349360" imgH="106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0611" y="1197146"/>
                        <a:ext cx="4973071" cy="2258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  <p:bldP spid="37" grpId="0" autoUpdateAnimBg="0"/>
      <p:bldP spid="38" grpId="0" autoUpdateAnimBg="0"/>
      <p:bldP spid="39" grpId="0" autoUpdateAnimBg="0"/>
      <p:bldP spid="4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9"/>
          <p:cNvGrpSpPr/>
          <p:nvPr/>
        </p:nvGrpSpPr>
        <p:grpSpPr bwMode="auto">
          <a:xfrm>
            <a:off x="1127448" y="909628"/>
            <a:ext cx="5797550" cy="558800"/>
            <a:chOff x="337" y="322"/>
            <a:chExt cx="3652" cy="35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37" y="337"/>
              <a:ext cx="36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一、形如                               的积分 </a:t>
              </a:r>
            </a:p>
          </p:txBody>
        </p:sp>
        <p:graphicFrame>
          <p:nvGraphicFramePr>
            <p:cNvPr id="7" name="Object 5"/>
            <p:cNvGraphicFramePr/>
            <p:nvPr/>
          </p:nvGraphicFramePr>
          <p:xfrm>
            <a:off x="1325" y="322"/>
            <a:ext cx="167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43300" imgH="749300" progId="Equation.3">
                    <p:embed/>
                  </p:oleObj>
                </mc:Choice>
                <mc:Fallback>
                  <p:oleObj name="公式" r:id="rId3" imgW="3543300" imgH="749300" progId="Equation.3">
                    <p:embed/>
                    <p:pic>
                      <p:nvPicPr>
                        <p:cNvPr id="7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5" y="322"/>
                          <a:ext cx="167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9"/>
          <p:cNvGraphicFramePr/>
          <p:nvPr>
            <p:extLst>
              <p:ext uri="{D42A27DB-BD31-4B8C-83A1-F6EECF244321}">
                <p14:modId xmlns:p14="http://schemas.microsoft.com/office/powerpoint/2010/main" val="1115762500"/>
              </p:ext>
            </p:extLst>
          </p:nvPr>
        </p:nvGraphicFramePr>
        <p:xfrm>
          <a:off x="3970560" y="4689466"/>
          <a:ext cx="207730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19040" progId="Equation.DSMT4">
                  <p:embed/>
                </p:oleObj>
              </mc:Choice>
              <mc:Fallback>
                <p:oleObj name="Equation" r:id="rId5" imgW="1130040" imgH="419040" progId="Equation.DSMT4">
                  <p:embed/>
                  <p:pic>
                    <p:nvPicPr>
                      <p:cNvPr id="8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560" y="4689466"/>
                        <a:ext cx="2077302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63"/>
          <p:cNvGrpSpPr/>
          <p:nvPr/>
        </p:nvGrpSpPr>
        <p:grpSpPr bwMode="auto">
          <a:xfrm>
            <a:off x="1951260" y="2982911"/>
            <a:ext cx="2643188" cy="527052"/>
            <a:chOff x="336" y="1628"/>
            <a:chExt cx="1665" cy="332"/>
          </a:xfrm>
        </p:grpSpPr>
        <p:graphicFrame>
          <p:nvGraphicFramePr>
            <p:cNvPr id="10" name="Object 23"/>
            <p:cNvGraphicFramePr/>
            <p:nvPr>
              <p:extLst>
                <p:ext uri="{D42A27DB-BD31-4B8C-83A1-F6EECF244321}">
                  <p14:modId xmlns:p14="http://schemas.microsoft.com/office/powerpoint/2010/main" val="3017411871"/>
                </p:ext>
              </p:extLst>
            </p:nvPr>
          </p:nvGraphicFramePr>
          <p:xfrm>
            <a:off x="1503" y="1628"/>
            <a:ext cx="49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31640" imgH="203040" progId="Equation.DSMT4">
                    <p:embed/>
                  </p:oleObj>
                </mc:Choice>
                <mc:Fallback>
                  <p:oleObj name="Equation" r:id="rId7" imgW="431640" imgH="203040" progId="Equation.DSMT4">
                    <p:embed/>
                    <p:pic>
                      <p:nvPicPr>
                        <p:cNvPr id="10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3" y="1628"/>
                          <a:ext cx="498" cy="2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>
              <a:off x="336" y="1669"/>
              <a:ext cx="7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方法    </a:t>
              </a:r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>
              <a:off x="1075" y="1669"/>
              <a:ext cx="6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  </a:t>
              </a:r>
            </a:p>
          </p:txBody>
        </p:sp>
      </p:grpSp>
      <p:grpSp>
        <p:nvGrpSpPr>
          <p:cNvPr id="13" name="Group 64"/>
          <p:cNvGrpSpPr/>
          <p:nvPr/>
        </p:nvGrpSpPr>
        <p:grpSpPr bwMode="auto">
          <a:xfrm>
            <a:off x="3199035" y="3789361"/>
            <a:ext cx="2209801" cy="482601"/>
            <a:chOff x="1122" y="2136"/>
            <a:chExt cx="1392" cy="304"/>
          </a:xfrm>
        </p:grpSpPr>
        <p:graphicFrame>
          <p:nvGraphicFramePr>
            <p:cNvPr id="14" name="Object 26"/>
            <p:cNvGraphicFramePr/>
            <p:nvPr>
              <p:extLst>
                <p:ext uri="{D42A27DB-BD31-4B8C-83A1-F6EECF244321}">
                  <p14:modId xmlns:p14="http://schemas.microsoft.com/office/powerpoint/2010/main" val="166763615"/>
                </p:ext>
              </p:extLst>
            </p:nvPr>
          </p:nvGraphicFramePr>
          <p:xfrm>
            <a:off x="1608" y="2136"/>
            <a:ext cx="90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11000" imgH="228600" progId="Equation.DSMT4">
                    <p:embed/>
                  </p:oleObj>
                </mc:Choice>
                <mc:Fallback>
                  <p:oleObj name="Equation" r:id="rId9" imgW="711000" imgH="228600" progId="Equation.DSMT4">
                    <p:embed/>
                    <p:pic>
                      <p:nvPicPr>
                        <p:cNvPr id="14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8" y="2136"/>
                          <a:ext cx="906" cy="2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40"/>
            <p:cNvSpPr>
              <a:spLocks noChangeArrowheads="1"/>
            </p:cNvSpPr>
            <p:nvPr/>
          </p:nvSpPr>
          <p:spPr bwMode="auto">
            <a:xfrm>
              <a:off x="1122" y="2149"/>
              <a:ext cx="5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 </a:t>
              </a:r>
            </a:p>
          </p:txBody>
        </p:sp>
      </p:grpSp>
      <p:grpSp>
        <p:nvGrpSpPr>
          <p:cNvPr id="16" name="Group 62"/>
          <p:cNvGrpSpPr/>
          <p:nvPr/>
        </p:nvGrpSpPr>
        <p:grpSpPr bwMode="auto">
          <a:xfrm>
            <a:off x="1952848" y="1636705"/>
            <a:ext cx="5060950" cy="461963"/>
            <a:chOff x="337" y="780"/>
            <a:chExt cx="3188" cy="291"/>
          </a:xfrm>
        </p:grpSpPr>
        <p:sp>
          <p:nvSpPr>
            <p:cNvPr id="17" name="Rectangle 35"/>
            <p:cNvSpPr>
              <a:spLocks noChangeArrowheads="1"/>
            </p:cNvSpPr>
            <p:nvPr/>
          </p:nvSpPr>
          <p:spPr bwMode="auto">
            <a:xfrm>
              <a:off x="337" y="780"/>
              <a:ext cx="7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要求    </a:t>
              </a:r>
            </a:p>
          </p:txBody>
        </p:sp>
        <p:grpSp>
          <p:nvGrpSpPr>
            <p:cNvPr id="18" name="Group 60"/>
            <p:cNvGrpSpPr/>
            <p:nvPr/>
          </p:nvGrpSpPr>
          <p:grpSpPr bwMode="auto">
            <a:xfrm>
              <a:off x="901" y="780"/>
              <a:ext cx="2624" cy="291"/>
              <a:chOff x="901" y="780"/>
              <a:chExt cx="2624" cy="291"/>
            </a:xfrm>
          </p:grpSpPr>
          <p:sp>
            <p:nvSpPr>
              <p:cNvPr id="20" name="Rectangle 37"/>
              <p:cNvSpPr>
                <a:spLocks noChangeArrowheads="1"/>
              </p:cNvSpPr>
              <p:nvPr/>
            </p:nvSpPr>
            <p:spPr bwMode="auto">
              <a:xfrm>
                <a:off x="1503" y="780"/>
                <a:ext cx="202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kumimoji="0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的有理函数，    </a:t>
                </a:r>
              </a:p>
            </p:txBody>
          </p:sp>
          <p:graphicFrame>
            <p:nvGraphicFramePr>
              <p:cNvPr id="21" name="Object 41"/>
              <p:cNvGraphicFramePr/>
              <p:nvPr/>
            </p:nvGraphicFramePr>
            <p:xfrm>
              <a:off x="901" y="830"/>
              <a:ext cx="63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002665" imgH="342900" progId="Equation.3">
                      <p:embed/>
                    </p:oleObj>
                  </mc:Choice>
                  <mc:Fallback>
                    <p:oleObj name="公式" r:id="rId11" imgW="1002665" imgH="342900" progId="Equation.3">
                      <p:embed/>
                      <p:pic>
                        <p:nvPicPr>
                          <p:cNvPr id="21" name="Object 41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1" y="830"/>
                            <a:ext cx="632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2" name="Group 61"/>
          <p:cNvGrpSpPr/>
          <p:nvPr/>
        </p:nvGrpSpPr>
        <p:grpSpPr bwMode="auto">
          <a:xfrm>
            <a:off x="6537549" y="1636705"/>
            <a:ext cx="3976688" cy="461963"/>
            <a:chOff x="3225" y="780"/>
            <a:chExt cx="2505" cy="291"/>
          </a:xfrm>
        </p:grpSpPr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3225" y="780"/>
              <a:ext cx="2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           是以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16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为变量    </a:t>
              </a:r>
            </a:p>
          </p:txBody>
        </p:sp>
        <p:graphicFrame>
          <p:nvGraphicFramePr>
            <p:cNvPr id="24" name="Object 42"/>
            <p:cNvGraphicFramePr/>
            <p:nvPr/>
          </p:nvGraphicFramePr>
          <p:xfrm>
            <a:off x="3491" y="828"/>
            <a:ext cx="63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002665" imgH="342900" progId="Equation.3">
                    <p:embed/>
                  </p:oleObj>
                </mc:Choice>
                <mc:Fallback>
                  <p:oleObj name="公式" r:id="rId13" imgW="1002665" imgH="342900" progId="Equation.3">
                    <p:embed/>
                    <p:pic>
                      <p:nvPicPr>
                        <p:cNvPr id="24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" y="828"/>
                          <a:ext cx="63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Rectangle 49"/>
          <p:cNvSpPr>
            <a:spLocks noChangeArrowheads="1"/>
          </p:cNvSpPr>
          <p:nvPr/>
        </p:nvSpPr>
        <p:spPr bwMode="auto">
          <a:xfrm>
            <a:off x="2770411" y="2238367"/>
            <a:ext cx="50321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的二元多项式函数或者分式函数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27" name="Object 51"/>
          <p:cNvGraphicFramePr/>
          <p:nvPr>
            <p:extLst>
              <p:ext uri="{D42A27DB-BD31-4B8C-83A1-F6EECF244321}">
                <p14:modId xmlns:p14="http://schemas.microsoft.com/office/powerpoint/2010/main" val="565071826"/>
              </p:ext>
            </p:extLst>
          </p:nvPr>
        </p:nvGraphicFramePr>
        <p:xfrm>
          <a:off x="5408835" y="3835686"/>
          <a:ext cx="1114203" cy="412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07960" imgH="203040" progId="Equation.DSMT4">
                  <p:embed/>
                </p:oleObj>
              </mc:Choice>
              <mc:Fallback>
                <p:oleObj name="Equation" r:id="rId15" imgW="507960" imgH="203040" progId="Equation.DSMT4">
                  <p:embed/>
                  <p:pic>
                    <p:nvPicPr>
                      <p:cNvPr id="27" name="Object 5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835" y="3835686"/>
                        <a:ext cx="1114203" cy="412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2"/>
          <p:cNvGraphicFramePr/>
          <p:nvPr>
            <p:extLst>
              <p:ext uri="{D42A27DB-BD31-4B8C-83A1-F6EECF244321}">
                <p14:modId xmlns:p14="http://schemas.microsoft.com/office/powerpoint/2010/main" val="2171506489"/>
              </p:ext>
            </p:extLst>
          </p:nvPr>
        </p:nvGraphicFramePr>
        <p:xfrm>
          <a:off x="6637806" y="3645189"/>
          <a:ext cx="165784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400" imgH="419040" progId="Equation.DSMT4">
                  <p:embed/>
                </p:oleObj>
              </mc:Choice>
              <mc:Fallback>
                <p:oleObj name="Equation" r:id="rId17" imgW="914400" imgH="419040" progId="Equation.DSMT4">
                  <p:embed/>
                  <p:pic>
                    <p:nvPicPr>
                      <p:cNvPr id="28" name="Object 5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806" y="3645189"/>
                        <a:ext cx="1657840" cy="800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4"/>
          <p:cNvGraphicFramePr/>
          <p:nvPr/>
        </p:nvGraphicFramePr>
        <p:xfrm>
          <a:off x="7380511" y="4695816"/>
          <a:ext cx="12303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231265" imgH="799465" progId="Equation.3">
                  <p:embed/>
                </p:oleObj>
              </mc:Choice>
              <mc:Fallback>
                <p:oleObj name="公式" r:id="rId19" imgW="1231265" imgH="799465" progId="Equation.3">
                  <p:embed/>
                  <p:pic>
                    <p:nvPicPr>
                      <p:cNvPr id="29" name="Object 5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511" y="4695816"/>
                        <a:ext cx="123031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5"/>
          <p:cNvGraphicFramePr/>
          <p:nvPr/>
        </p:nvGraphicFramePr>
        <p:xfrm>
          <a:off x="6061299" y="4689466"/>
          <a:ext cx="12414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244600" imgH="774700" progId="Equation.3">
                  <p:embed/>
                </p:oleObj>
              </mc:Choice>
              <mc:Fallback>
                <p:oleObj name="公式" r:id="rId21" imgW="1244600" imgH="774700" progId="Equation.3">
                  <p:embed/>
                  <p:pic>
                    <p:nvPicPr>
                      <p:cNvPr id="30" name="Object 5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299" y="4689466"/>
                        <a:ext cx="12414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6"/>
          <p:cNvGraphicFramePr/>
          <p:nvPr>
            <p:extLst>
              <p:ext uri="{D42A27DB-BD31-4B8C-83A1-F6EECF244321}">
                <p14:modId xmlns:p14="http://schemas.microsoft.com/office/powerpoint/2010/main" val="2330419837"/>
              </p:ext>
            </p:extLst>
          </p:nvPr>
        </p:nvGraphicFramePr>
        <p:xfrm>
          <a:off x="4051831" y="5810241"/>
          <a:ext cx="199603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54080" imgH="419040" progId="Equation.DSMT4">
                  <p:embed/>
                </p:oleObj>
              </mc:Choice>
              <mc:Fallback>
                <p:oleObj name="Equation" r:id="rId23" imgW="1054080" imgH="419040" progId="Equation.DSMT4">
                  <p:embed/>
                  <p:pic>
                    <p:nvPicPr>
                      <p:cNvPr id="32" name="Object 5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831" y="5810241"/>
                        <a:ext cx="1996031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7"/>
          <p:cNvGraphicFramePr/>
          <p:nvPr>
            <p:extLst>
              <p:ext uri="{D42A27DB-BD31-4B8C-83A1-F6EECF244321}">
                <p14:modId xmlns:p14="http://schemas.microsoft.com/office/powerpoint/2010/main" val="1896545019"/>
              </p:ext>
            </p:extLst>
          </p:nvPr>
        </p:nvGraphicFramePr>
        <p:xfrm>
          <a:off x="7295580" y="5841992"/>
          <a:ext cx="1230313" cy="800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20" imgH="431640" progId="Equation.DSMT4">
                  <p:embed/>
                </p:oleObj>
              </mc:Choice>
              <mc:Fallback>
                <p:oleObj name="Equation" r:id="rId25" imgW="583920" imgH="431640" progId="Equation.DSMT4">
                  <p:embed/>
                  <p:pic>
                    <p:nvPicPr>
                      <p:cNvPr id="33" name="Object 5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580" y="5841992"/>
                        <a:ext cx="1230313" cy="800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58"/>
          <p:cNvGraphicFramePr/>
          <p:nvPr>
            <p:extLst>
              <p:ext uri="{D42A27DB-BD31-4B8C-83A1-F6EECF244321}">
                <p14:modId xmlns:p14="http://schemas.microsoft.com/office/powerpoint/2010/main" val="1731685721"/>
              </p:ext>
            </p:extLst>
          </p:nvPr>
        </p:nvGraphicFramePr>
        <p:xfrm>
          <a:off x="6088576" y="5821936"/>
          <a:ext cx="1166289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83920" imgH="419040" progId="Equation.DSMT4">
                  <p:embed/>
                </p:oleObj>
              </mc:Choice>
              <mc:Fallback>
                <p:oleObj name="Equation" r:id="rId27" imgW="583920" imgH="419040" progId="Equation.DSMT4">
                  <p:embed/>
                  <p:pic>
                    <p:nvPicPr>
                      <p:cNvPr id="34" name="Object 5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576" y="5821936"/>
                        <a:ext cx="1166289" cy="831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979588" y="3049691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   </a:t>
            </a:r>
          </a:p>
        </p:txBody>
      </p:sp>
      <p:grpSp>
        <p:nvGrpSpPr>
          <p:cNvPr id="6" name="Group 42"/>
          <p:cNvGrpSpPr/>
          <p:nvPr/>
        </p:nvGrpSpPr>
        <p:grpSpPr bwMode="auto">
          <a:xfrm>
            <a:off x="1271563" y="911328"/>
            <a:ext cx="9348791" cy="1790701"/>
            <a:chOff x="-110" y="322"/>
            <a:chExt cx="5889" cy="1128"/>
          </a:xfrm>
        </p:grpSpPr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3225" y="780"/>
              <a:ext cx="25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           是以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16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为变量     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337" y="780"/>
              <a:ext cx="7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要求    </a:t>
              </a: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1503" y="780"/>
              <a:ext cx="20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的有理函数，    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-110" y="337"/>
              <a:ext cx="3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一、形如                               的积分     </a:t>
              </a:r>
            </a:p>
          </p:txBody>
        </p:sp>
        <p:graphicFrame>
          <p:nvGraphicFramePr>
            <p:cNvPr id="11" name="Object 6"/>
            <p:cNvGraphicFramePr/>
            <p:nvPr/>
          </p:nvGraphicFramePr>
          <p:xfrm>
            <a:off x="878" y="322"/>
            <a:ext cx="167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43300" imgH="749300" progId="Equation.3">
                    <p:embed/>
                  </p:oleObj>
                </mc:Choice>
                <mc:Fallback>
                  <p:oleObj name="公式" r:id="rId3" imgW="3543300" imgH="749300" progId="Equation.3">
                    <p:embed/>
                    <p:pic>
                      <p:nvPicPr>
                        <p:cNvPr id="11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8" y="322"/>
                          <a:ext cx="167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3"/>
            <p:cNvGraphicFramePr/>
            <p:nvPr/>
          </p:nvGraphicFramePr>
          <p:xfrm>
            <a:off x="901" y="830"/>
            <a:ext cx="63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02665" imgH="342900" progId="Equation.3">
                    <p:embed/>
                  </p:oleObj>
                </mc:Choice>
                <mc:Fallback>
                  <p:oleObj name="公式" r:id="rId5" imgW="1002665" imgH="342900" progId="Equation.3">
                    <p:embed/>
                    <p:pic>
                      <p:nvPicPr>
                        <p:cNvPr id="12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1" y="830"/>
                          <a:ext cx="63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4"/>
            <p:cNvGraphicFramePr/>
            <p:nvPr/>
          </p:nvGraphicFramePr>
          <p:xfrm>
            <a:off x="3491" y="828"/>
            <a:ext cx="63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02665" imgH="342900" progId="Equation.3">
                    <p:embed/>
                  </p:oleObj>
                </mc:Choice>
                <mc:Fallback>
                  <p:oleObj name="公式" r:id="rId7" imgW="1002665" imgH="342900" progId="Equation.3">
                    <p:embed/>
                    <p:pic>
                      <p:nvPicPr>
                        <p:cNvPr id="13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" y="828"/>
                          <a:ext cx="63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852" y="1159"/>
              <a:ext cx="31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的二元多项式函数或者分式函数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</a:p>
          </p:txBody>
        </p:sp>
      </p:grpSp>
      <p:graphicFrame>
        <p:nvGraphicFramePr>
          <p:cNvPr id="15" name="Object 26"/>
          <p:cNvGraphicFramePr/>
          <p:nvPr>
            <p:extLst>
              <p:ext uri="{D42A27DB-BD31-4B8C-83A1-F6EECF244321}">
                <p14:modId xmlns:p14="http://schemas.microsoft.com/office/powerpoint/2010/main" val="112526305"/>
              </p:ext>
            </p:extLst>
          </p:nvPr>
        </p:nvGraphicFramePr>
        <p:xfrm>
          <a:off x="6198282" y="3976189"/>
          <a:ext cx="1878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79600" imgH="584200" progId="Equation.DSMT4">
                  <p:embed/>
                </p:oleObj>
              </mc:Choice>
              <mc:Fallback>
                <p:oleObj name="Equation" r:id="rId9" imgW="1879600" imgH="584200" progId="Equation.DSMT4">
                  <p:embed/>
                  <p:pic>
                    <p:nvPicPr>
                      <p:cNvPr id="15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8282" y="3976189"/>
                        <a:ext cx="18780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7"/>
          <p:cNvGraphicFramePr/>
          <p:nvPr>
            <p:extLst>
              <p:ext uri="{D42A27DB-BD31-4B8C-83A1-F6EECF244321}">
                <p14:modId xmlns:p14="http://schemas.microsoft.com/office/powerpoint/2010/main" val="918076913"/>
              </p:ext>
            </p:extLst>
          </p:nvPr>
        </p:nvGraphicFramePr>
        <p:xfrm>
          <a:off x="6170367" y="4796542"/>
          <a:ext cx="24368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06360" imgH="368280" progId="Equation.DSMT4">
                  <p:embed/>
                </p:oleObj>
              </mc:Choice>
              <mc:Fallback>
                <p:oleObj name="Equation" r:id="rId11" imgW="1206360" imgH="368280" progId="Equation.DSMT4">
                  <p:embed/>
                  <p:pic>
                    <p:nvPicPr>
                      <p:cNvPr id="16" name="Object 2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367" y="4796542"/>
                        <a:ext cx="2436812" cy="714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5"/>
          <p:cNvGrpSpPr/>
          <p:nvPr/>
        </p:nvGrpSpPr>
        <p:grpSpPr bwMode="auto">
          <a:xfrm>
            <a:off x="3287688" y="5677003"/>
            <a:ext cx="6697663" cy="512763"/>
            <a:chOff x="1160" y="3324"/>
            <a:chExt cx="4219" cy="323"/>
          </a:xfrm>
        </p:grpSpPr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1160" y="3324"/>
              <a:ext cx="4219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1pPr>
              <a:lvl2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2pPr>
              <a:lvl3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3pPr>
              <a:lvl4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4pPr>
              <a:lvl5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5pPr>
              <a:lvl6pPr marL="4572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6pPr>
              <a:lvl7pPr marL="9144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7pPr>
              <a:lvl8pPr marL="13716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8pPr>
              <a:lvl9pPr marL="18288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     是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内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的孤立奇点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20" name="Object 29"/>
            <p:cNvGraphicFramePr/>
            <p:nvPr/>
          </p:nvGraphicFramePr>
          <p:xfrm>
            <a:off x="1817" y="3372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92100" imgH="381000" progId="Equation.3">
                    <p:embed/>
                  </p:oleObj>
                </mc:Choice>
                <mc:Fallback>
                  <p:oleObj name="公式" r:id="rId13" imgW="292100" imgH="381000" progId="Equation.3">
                    <p:embed/>
                    <p:pic>
                      <p:nvPicPr>
                        <p:cNvPr id="20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7" y="3372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30"/>
            <p:cNvGraphicFramePr/>
            <p:nvPr/>
          </p:nvGraphicFramePr>
          <p:xfrm>
            <a:off x="2274" y="3397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35000" imgH="342900" progId="Equation.3">
                    <p:embed/>
                  </p:oleObj>
                </mc:Choice>
                <mc:Fallback>
                  <p:oleObj name="公式" r:id="rId15" imgW="635000" imgH="342900" progId="Equation.3">
                    <p:embed/>
                    <p:pic>
                      <p:nvPicPr>
                        <p:cNvPr id="21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" y="3397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1"/>
            <p:cNvGraphicFramePr/>
            <p:nvPr/>
          </p:nvGraphicFramePr>
          <p:xfrm>
            <a:off x="2938" y="3403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028700" imgH="457200" progId="Equation.3">
                    <p:embed/>
                  </p:oleObj>
                </mc:Choice>
                <mc:Fallback>
                  <p:oleObj name="公式" r:id="rId17" imgW="1028700" imgH="457200" progId="Equation.3">
                    <p:embed/>
                    <p:pic>
                      <p:nvPicPr>
                        <p:cNvPr id="22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" y="3403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32"/>
          <p:cNvGraphicFramePr/>
          <p:nvPr>
            <p:extLst>
              <p:ext uri="{D42A27DB-BD31-4B8C-83A1-F6EECF244321}">
                <p14:modId xmlns:p14="http://schemas.microsoft.com/office/powerpoint/2010/main" val="3368062350"/>
              </p:ext>
            </p:extLst>
          </p:nvPr>
        </p:nvGraphicFramePr>
        <p:xfrm>
          <a:off x="3618378" y="2975577"/>
          <a:ext cx="2579904" cy="665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46040" imgH="330120" progId="Equation.DSMT4">
                  <p:embed/>
                </p:oleObj>
              </mc:Choice>
              <mc:Fallback>
                <p:oleObj name="Equation" r:id="rId19" imgW="1346040" imgH="330120" progId="Equation.DSMT4">
                  <p:embed/>
                  <p:pic>
                    <p:nvPicPr>
                      <p:cNvPr id="25" name="Object 3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378" y="2975577"/>
                        <a:ext cx="2579904" cy="665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51357BD5-A7E1-98C4-7EFE-76529D005C21}"/>
              </a:ext>
            </a:extLst>
          </p:cNvPr>
          <p:cNvGrpSpPr/>
          <p:nvPr/>
        </p:nvGrpSpPr>
        <p:grpSpPr>
          <a:xfrm>
            <a:off x="7084987" y="2867128"/>
            <a:ext cx="2787650" cy="1654175"/>
            <a:chOff x="7084987" y="2867128"/>
            <a:chExt cx="2787650" cy="1654175"/>
          </a:xfrm>
        </p:grpSpPr>
        <p:sp>
          <p:nvSpPr>
            <p:cNvPr id="30" name="Rectangle 37"/>
            <p:cNvSpPr>
              <a:spLocks noChangeArrowheads="1"/>
            </p:cNvSpPr>
            <p:nvPr/>
          </p:nvSpPr>
          <p:spPr bwMode="auto">
            <a:xfrm>
              <a:off x="7084987" y="2867128"/>
              <a:ext cx="2322900" cy="857250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prstDash val="lg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2" name="Object 38"/>
            <p:cNvGraphicFramePr/>
            <p:nvPr>
              <p:extLst>
                <p:ext uri="{D42A27DB-BD31-4B8C-83A1-F6EECF244321}">
                  <p14:modId xmlns:p14="http://schemas.microsoft.com/office/powerpoint/2010/main" val="4283850849"/>
                </p:ext>
              </p:extLst>
            </p:nvPr>
          </p:nvGraphicFramePr>
          <p:xfrm>
            <a:off x="9196362" y="4151416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35000" imgH="342900" progId="Equation.3">
                    <p:embed/>
                  </p:oleObj>
                </mc:Choice>
                <mc:Fallback>
                  <p:oleObj name="公式" r:id="rId15" imgW="635000" imgH="342900" progId="Equation.3">
                    <p:embed/>
                    <p:pic>
                      <p:nvPicPr>
                        <p:cNvPr id="32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6362" y="4151416"/>
                          <a:ext cx="6350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9167787" y="4121253"/>
              <a:ext cx="704850" cy="400050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prstDash val="lg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8475637" y="3727553"/>
              <a:ext cx="692150" cy="393700"/>
            </a:xfrm>
            <a:prstGeom prst="line">
              <a:avLst/>
            </a:prstGeom>
            <a:noFill/>
            <a:ln w="38100">
              <a:solidFill>
                <a:srgbClr val="1217E4"/>
              </a:solidFill>
              <a:prstDash val="sysDot"/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0FF8BEDD-578D-7621-5B1C-224B14F88B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01072"/>
              </p:ext>
            </p:extLst>
          </p:nvPr>
        </p:nvGraphicFramePr>
        <p:xfrm>
          <a:off x="6198282" y="2867128"/>
          <a:ext cx="35909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7680" imgH="431640" progId="Equation.DSMT4">
                  <p:embed/>
                </p:oleObj>
              </mc:Choice>
              <mc:Fallback>
                <p:oleObj name="Equation" r:id="rId21" imgW="1777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98282" y="2867128"/>
                        <a:ext cx="3590925" cy="87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1847BE71-1F8D-BFC2-5E45-FA0B0CE88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017684"/>
              </p:ext>
            </p:extLst>
          </p:nvPr>
        </p:nvGraphicFramePr>
        <p:xfrm>
          <a:off x="431123" y="4533761"/>
          <a:ext cx="2796894" cy="40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844703" imgH="266523" progId="Equation.DSMT4">
                  <p:embed/>
                </p:oleObj>
              </mc:Choice>
              <mc:Fallback>
                <p:oleObj name="Equation" r:id="rId23" imgW="1844703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1123" y="4533761"/>
                        <a:ext cx="2796894" cy="4043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078036" y="2740642"/>
            <a:ext cx="45884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可知被积函数的分母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不为零，     </a:t>
            </a: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6015035" y="2739055"/>
            <a:ext cx="3108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因而积分没有奇性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</a:p>
        </p:txBody>
      </p:sp>
      <p:grpSp>
        <p:nvGrpSpPr>
          <p:cNvPr id="7" name="Group 42"/>
          <p:cNvGrpSpPr/>
          <p:nvPr/>
        </p:nvGrpSpPr>
        <p:grpSpPr bwMode="auto">
          <a:xfrm>
            <a:off x="2084387" y="2102467"/>
            <a:ext cx="5734050" cy="461963"/>
            <a:chOff x="662" y="1135"/>
            <a:chExt cx="3612" cy="291"/>
          </a:xfrm>
        </p:grpSpPr>
        <p:graphicFrame>
          <p:nvGraphicFramePr>
            <p:cNvPr id="9" name="Object 17"/>
            <p:cNvGraphicFramePr/>
            <p:nvPr>
              <p:extLst>
                <p:ext uri="{D42A27DB-BD31-4B8C-83A1-F6EECF244321}">
                  <p14:modId xmlns:p14="http://schemas.microsoft.com/office/powerpoint/2010/main" val="1623075032"/>
                </p:ext>
              </p:extLst>
            </p:nvPr>
          </p:nvGraphicFramePr>
          <p:xfrm>
            <a:off x="973" y="1142"/>
            <a:ext cx="1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730500" imgH="571500" progId="Equation.3">
                    <p:embed/>
                  </p:oleObj>
                </mc:Choice>
                <mc:Fallback>
                  <p:oleObj name="公式" r:id="rId3" imgW="2730500" imgH="571500" progId="Equation.3">
                    <p:embed/>
                    <p:pic>
                      <p:nvPicPr>
                        <p:cNvPr id="9" name="Object 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" y="1142"/>
                          <a:ext cx="128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8"/>
            <p:cNvGraphicFramePr/>
            <p:nvPr/>
          </p:nvGraphicFramePr>
          <p:xfrm>
            <a:off x="2315" y="1140"/>
            <a:ext cx="195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152900" imgH="571500" progId="Equation.3">
                    <p:embed/>
                  </p:oleObj>
                </mc:Choice>
                <mc:Fallback>
                  <p:oleObj name="公式" r:id="rId5" imgW="4152900" imgH="571500" progId="Equation.3">
                    <p:embed/>
                    <p:pic>
                      <p:nvPicPr>
                        <p:cNvPr id="10" name="Object 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5" y="1140"/>
                          <a:ext cx="1959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662" y="1135"/>
              <a:ext cx="5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     </a:t>
              </a:r>
            </a:p>
          </p:txBody>
        </p:sp>
      </p:grpSp>
      <p:grpSp>
        <p:nvGrpSpPr>
          <p:cNvPr id="12" name="Group 43"/>
          <p:cNvGrpSpPr/>
          <p:nvPr/>
        </p:nvGrpSpPr>
        <p:grpSpPr bwMode="auto">
          <a:xfrm>
            <a:off x="7808911" y="2121520"/>
            <a:ext cx="1755775" cy="461963"/>
            <a:chOff x="4268" y="1147"/>
            <a:chExt cx="1106" cy="291"/>
          </a:xfrm>
        </p:grpSpPr>
        <p:sp>
          <p:nvSpPr>
            <p:cNvPr id="13" name="Rectangle 20"/>
            <p:cNvSpPr>
              <a:spLocks noChangeArrowheads="1"/>
            </p:cNvSpPr>
            <p:nvPr/>
          </p:nvSpPr>
          <p:spPr bwMode="auto">
            <a:xfrm>
              <a:off x="4268" y="1147"/>
              <a:ext cx="4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及   </a:t>
              </a:r>
            </a:p>
          </p:txBody>
        </p:sp>
        <p:graphicFrame>
          <p:nvGraphicFramePr>
            <p:cNvPr id="14" name="Object 21"/>
            <p:cNvGraphicFramePr/>
            <p:nvPr/>
          </p:nvGraphicFramePr>
          <p:xfrm>
            <a:off x="4598" y="1195"/>
            <a:ext cx="77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38300" imgH="457200" progId="Equation.3">
                    <p:embed/>
                  </p:oleObj>
                </mc:Choice>
                <mc:Fallback>
                  <p:oleObj name="公式" r:id="rId7" imgW="1638300" imgH="457200" progId="Equation.3">
                    <p:embed/>
                    <p:pic>
                      <p:nvPicPr>
                        <p:cNvPr id="14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1195"/>
                          <a:ext cx="77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44"/>
          <p:cNvGrpSpPr/>
          <p:nvPr/>
        </p:nvGrpSpPr>
        <p:grpSpPr bwMode="auto">
          <a:xfrm>
            <a:off x="2081211" y="3482004"/>
            <a:ext cx="1882775" cy="469900"/>
            <a:chOff x="660" y="2004"/>
            <a:chExt cx="1186" cy="296"/>
          </a:xfrm>
        </p:grpSpPr>
        <p:graphicFrame>
          <p:nvGraphicFramePr>
            <p:cNvPr id="16" name="Object 31"/>
            <p:cNvGraphicFramePr/>
            <p:nvPr>
              <p:extLst>
                <p:ext uri="{D42A27DB-BD31-4B8C-83A1-F6EECF244321}">
                  <p14:modId xmlns:p14="http://schemas.microsoft.com/office/powerpoint/2010/main" val="897743283"/>
                </p:ext>
              </p:extLst>
            </p:nvPr>
          </p:nvGraphicFramePr>
          <p:xfrm>
            <a:off x="1216" y="2009"/>
            <a:ext cx="6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82400" imgH="228600" progId="Equation.DSMT4">
                    <p:embed/>
                  </p:oleObj>
                </mc:Choice>
                <mc:Fallback>
                  <p:oleObj name="Equation" r:id="rId9" imgW="482400" imgH="228600" progId="Equation.DSMT4">
                    <p:embed/>
                    <p:pic>
                      <p:nvPicPr>
                        <p:cNvPr id="16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" y="2009"/>
                          <a:ext cx="630" cy="2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32"/>
            <p:cNvSpPr>
              <a:spLocks noChangeArrowheads="1"/>
            </p:cNvSpPr>
            <p:nvPr/>
          </p:nvSpPr>
          <p:spPr bwMode="auto">
            <a:xfrm>
              <a:off x="660" y="2004"/>
              <a:ext cx="9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    </a:t>
              </a:r>
            </a:p>
          </p:txBody>
        </p:sp>
      </p:grpSp>
      <p:graphicFrame>
        <p:nvGraphicFramePr>
          <p:cNvPr id="18" name="Object 35"/>
          <p:cNvGraphicFramePr/>
          <p:nvPr>
            <p:extLst>
              <p:ext uri="{D42A27DB-BD31-4B8C-83A1-F6EECF244321}">
                <p14:modId xmlns:p14="http://schemas.microsoft.com/office/powerpoint/2010/main" val="2339976456"/>
              </p:ext>
            </p:extLst>
          </p:nvPr>
        </p:nvGraphicFramePr>
        <p:xfrm>
          <a:off x="3377569" y="5191742"/>
          <a:ext cx="2446966" cy="836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44520" imgH="419040" progId="Equation.DSMT4">
                  <p:embed/>
                </p:oleObj>
              </mc:Choice>
              <mc:Fallback>
                <p:oleObj name="Equation" r:id="rId11" imgW="1244520" imgH="419040" progId="Equation.DSMT4">
                  <p:embed/>
                  <p:pic>
                    <p:nvPicPr>
                      <p:cNvPr id="18" name="Object 3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569" y="5191742"/>
                        <a:ext cx="2446966" cy="8362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6"/>
          <p:cNvGraphicFramePr/>
          <p:nvPr/>
        </p:nvGraphicFramePr>
        <p:xfrm>
          <a:off x="5824535" y="5191742"/>
          <a:ext cx="15192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24000" imgH="774700" progId="Equation.3">
                  <p:embed/>
                </p:oleObj>
              </mc:Choice>
              <mc:Fallback>
                <p:oleObj name="公式" r:id="rId13" imgW="1524000" imgH="774700" progId="Equation.3">
                  <p:embed/>
                  <p:pic>
                    <p:nvPicPr>
                      <p:cNvPr id="20" name="Object 3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5" y="5191742"/>
                        <a:ext cx="151923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45"/>
          <p:cNvGrpSpPr/>
          <p:nvPr/>
        </p:nvGrpSpPr>
        <p:grpSpPr bwMode="auto">
          <a:xfrm>
            <a:off x="2513010" y="4067795"/>
            <a:ext cx="3894138" cy="855663"/>
            <a:chOff x="932" y="2373"/>
            <a:chExt cx="2453" cy="539"/>
          </a:xfrm>
        </p:grpSpPr>
        <p:graphicFrame>
          <p:nvGraphicFramePr>
            <p:cNvPr id="22" name="Object 33"/>
            <p:cNvGraphicFramePr/>
            <p:nvPr>
              <p:extLst>
                <p:ext uri="{D42A27DB-BD31-4B8C-83A1-F6EECF244321}">
                  <p14:modId xmlns:p14="http://schemas.microsoft.com/office/powerpoint/2010/main" val="220955157"/>
                </p:ext>
              </p:extLst>
            </p:nvPr>
          </p:nvGraphicFramePr>
          <p:xfrm>
            <a:off x="1327" y="2424"/>
            <a:ext cx="73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09480" imgH="419040" progId="Equation.DSMT4">
                    <p:embed/>
                  </p:oleObj>
                </mc:Choice>
                <mc:Fallback>
                  <p:oleObj name="Equation" r:id="rId15" imgW="609480" imgH="419040" progId="Equation.DSMT4">
                    <p:embed/>
                    <p:pic>
                      <p:nvPicPr>
                        <p:cNvPr id="22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7" y="2424"/>
                          <a:ext cx="730" cy="4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4"/>
            <p:cNvGraphicFramePr/>
            <p:nvPr/>
          </p:nvGraphicFramePr>
          <p:xfrm>
            <a:off x="2108" y="2373"/>
            <a:ext cx="127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032000" imgH="774700" progId="Equation.3">
                    <p:embed/>
                  </p:oleObj>
                </mc:Choice>
                <mc:Fallback>
                  <p:oleObj name="公式" r:id="rId17" imgW="2032000" imgH="774700" progId="Equation.3">
                    <p:embed/>
                    <p:pic>
                      <p:nvPicPr>
                        <p:cNvPr id="23" name="Object 3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8" y="2373"/>
                          <a:ext cx="1277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7"/>
            <p:cNvSpPr>
              <a:spLocks noChangeArrowheads="1"/>
            </p:cNvSpPr>
            <p:nvPr/>
          </p:nvSpPr>
          <p:spPr bwMode="auto">
            <a:xfrm>
              <a:off x="932" y="2515"/>
              <a:ext cx="5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 </a:t>
              </a: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282700" y="950913"/>
          <a:ext cx="54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096000" imgH="4572000" progId="Equation.DSMT4">
                  <p:embed/>
                </p:oleObj>
              </mc:Choice>
              <mc:Fallback>
                <p:oleObj name="Equation" r:id="rId19" imgW="60960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950913"/>
                        <a:ext cx="54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052960" y="749003"/>
          <a:ext cx="65516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3761600" imgH="10363200" progId="Equation.DSMT4">
                  <p:embed/>
                </p:oleObj>
              </mc:Choice>
              <mc:Fallback>
                <p:oleObj name="Equation" r:id="rId21" imgW="73761600" imgH="103632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960" y="749003"/>
                        <a:ext cx="65516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1414463" y="2086174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0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左中括号 1">
            <a:extLst>
              <a:ext uri="{FF2B5EF4-FFF2-40B4-BE49-F238E27FC236}">
                <a16:creationId xmlns:a16="http://schemas.microsoft.com/office/drawing/2014/main" id="{E99BD150-E26D-B1FC-AEB5-21D0291A67D5}"/>
              </a:ext>
            </a:extLst>
          </p:cNvPr>
          <p:cNvSpPr/>
          <p:nvPr/>
        </p:nvSpPr>
        <p:spPr>
          <a:xfrm>
            <a:off x="1987366" y="2164455"/>
            <a:ext cx="202263" cy="100300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中括号 2">
            <a:extLst>
              <a:ext uri="{FF2B5EF4-FFF2-40B4-BE49-F238E27FC236}">
                <a16:creationId xmlns:a16="http://schemas.microsoft.com/office/drawing/2014/main" id="{16296BB9-23E4-EE73-95DD-C9957E255DD7}"/>
              </a:ext>
            </a:extLst>
          </p:cNvPr>
          <p:cNvSpPr/>
          <p:nvPr/>
        </p:nvSpPr>
        <p:spPr>
          <a:xfrm>
            <a:off x="9564686" y="2110405"/>
            <a:ext cx="241301" cy="105705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8" grpId="0"/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775520" y="2078549"/>
            <a:ext cx="110508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    </a:t>
            </a:r>
          </a:p>
        </p:txBody>
      </p:sp>
      <p:grpSp>
        <p:nvGrpSpPr>
          <p:cNvPr id="6" name="Group 47"/>
          <p:cNvGrpSpPr/>
          <p:nvPr/>
        </p:nvGrpSpPr>
        <p:grpSpPr bwMode="auto">
          <a:xfrm>
            <a:off x="2499594" y="1980125"/>
            <a:ext cx="4876800" cy="1306513"/>
            <a:chOff x="662" y="1070"/>
            <a:chExt cx="3072" cy="823"/>
          </a:xfrm>
        </p:grpSpPr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662" y="1135"/>
              <a:ext cx="5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  </a:t>
              </a:r>
            </a:p>
          </p:txBody>
        </p:sp>
        <p:graphicFrame>
          <p:nvGraphicFramePr>
            <p:cNvPr id="8" name="Object 21"/>
            <p:cNvGraphicFramePr/>
            <p:nvPr>
              <p:extLst>
                <p:ext uri="{D42A27DB-BD31-4B8C-83A1-F6EECF244321}">
                  <p14:modId xmlns:p14="http://schemas.microsoft.com/office/powerpoint/2010/main" val="3125616411"/>
                </p:ext>
              </p:extLst>
            </p:nvPr>
          </p:nvGraphicFramePr>
          <p:xfrm>
            <a:off x="999" y="1070"/>
            <a:ext cx="2735" cy="8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14600" imgH="622080" progId="Equation.DSMT4">
                    <p:embed/>
                  </p:oleObj>
                </mc:Choice>
                <mc:Fallback>
                  <p:oleObj name="Equation" r:id="rId3" imgW="2514600" imgH="622080" progId="Equation.DSMT4">
                    <p:embed/>
                    <p:pic>
                      <p:nvPicPr>
                        <p:cNvPr id="8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1070"/>
                          <a:ext cx="2735" cy="82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22"/>
          <p:cNvGraphicFramePr/>
          <p:nvPr>
            <p:extLst>
              <p:ext uri="{D42A27DB-BD31-4B8C-83A1-F6EECF244321}">
                <p14:modId xmlns:p14="http://schemas.microsoft.com/office/powerpoint/2010/main" val="3070663353"/>
              </p:ext>
            </p:extLst>
          </p:nvPr>
        </p:nvGraphicFramePr>
        <p:xfrm>
          <a:off x="3397685" y="3317078"/>
          <a:ext cx="3615605" cy="954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482400" progId="Equation.DSMT4">
                  <p:embed/>
                </p:oleObj>
              </mc:Choice>
              <mc:Fallback>
                <p:oleObj name="Equation" r:id="rId5" imgW="1726920" imgH="482400" progId="Equation.DSMT4">
                  <p:embed/>
                  <p:pic>
                    <p:nvPicPr>
                      <p:cNvPr id="9" name="Object 2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685" y="3317078"/>
                        <a:ext cx="3615605" cy="9546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/>
          <p:cNvGraphicFramePr/>
          <p:nvPr>
            <p:extLst>
              <p:ext uri="{D42A27DB-BD31-4B8C-83A1-F6EECF244321}">
                <p14:modId xmlns:p14="http://schemas.microsoft.com/office/powerpoint/2010/main" val="734905700"/>
              </p:ext>
            </p:extLst>
          </p:nvPr>
        </p:nvGraphicFramePr>
        <p:xfrm>
          <a:off x="7013290" y="3519208"/>
          <a:ext cx="1763712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349500" imgH="1028700" progId="Equation.3">
                  <p:embed/>
                </p:oleObj>
              </mc:Choice>
              <mc:Fallback>
                <p:oleObj name="公式" r:id="rId7" imgW="2349500" imgH="1028700" progId="Equation.3">
                  <p:embed/>
                  <p:pic>
                    <p:nvPicPr>
                      <p:cNvPr id="10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290" y="3519208"/>
                        <a:ext cx="1763712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4077569" y="3367600"/>
            <a:ext cx="2581275" cy="88582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44"/>
          <p:cNvGrpSpPr/>
          <p:nvPr/>
        </p:nvGrpSpPr>
        <p:grpSpPr bwMode="auto">
          <a:xfrm>
            <a:off x="3001243" y="4662999"/>
            <a:ext cx="5924550" cy="457200"/>
            <a:chOff x="978" y="2760"/>
            <a:chExt cx="3732" cy="288"/>
          </a:xfrm>
        </p:grpSpPr>
        <p:sp>
          <p:nvSpPr>
            <p:cNvPr id="13" name="Rectangle 32"/>
            <p:cNvSpPr>
              <a:spLocks noChangeArrowheads="1"/>
            </p:cNvSpPr>
            <p:nvPr/>
          </p:nvSpPr>
          <p:spPr bwMode="auto">
            <a:xfrm>
              <a:off x="2088" y="2760"/>
              <a:ext cx="26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有两个孤立奇点：   </a:t>
              </a:r>
            </a:p>
          </p:txBody>
        </p:sp>
        <p:sp>
          <p:nvSpPr>
            <p:cNvPr id="14" name="Rectangle 33"/>
            <p:cNvSpPr>
              <a:spLocks noChangeArrowheads="1"/>
            </p:cNvSpPr>
            <p:nvPr/>
          </p:nvSpPr>
          <p:spPr bwMode="auto">
            <a:xfrm>
              <a:off x="978" y="2760"/>
              <a:ext cx="1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内，   </a:t>
              </a:r>
            </a:p>
          </p:txBody>
        </p:sp>
        <p:graphicFrame>
          <p:nvGraphicFramePr>
            <p:cNvPr id="15" name="Object 30"/>
            <p:cNvGraphicFramePr/>
            <p:nvPr/>
          </p:nvGraphicFramePr>
          <p:xfrm>
            <a:off x="2550" y="2809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15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" y="2809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31"/>
            <p:cNvGraphicFramePr/>
            <p:nvPr/>
          </p:nvGraphicFramePr>
          <p:xfrm>
            <a:off x="1264" y="2815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028700" imgH="457200" progId="Equation.3">
                    <p:embed/>
                  </p:oleObj>
                </mc:Choice>
                <mc:Fallback>
                  <p:oleObj name="公式" r:id="rId11" imgW="1028700" imgH="457200" progId="Equation.3">
                    <p:embed/>
                    <p:pic>
                      <p:nvPicPr>
                        <p:cNvPr id="16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2815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45"/>
          <p:cNvGrpSpPr/>
          <p:nvPr/>
        </p:nvGrpSpPr>
        <p:grpSpPr bwMode="auto">
          <a:xfrm>
            <a:off x="3458443" y="5321813"/>
            <a:ext cx="4737100" cy="458787"/>
            <a:chOff x="1266" y="3175"/>
            <a:chExt cx="2984" cy="289"/>
          </a:xfrm>
        </p:grpSpPr>
        <p:sp>
          <p:nvSpPr>
            <p:cNvPr id="18" name="Rectangle 34"/>
            <p:cNvSpPr>
              <a:spLocks noChangeArrowheads="1"/>
            </p:cNvSpPr>
            <p:nvPr/>
          </p:nvSpPr>
          <p:spPr bwMode="auto">
            <a:xfrm>
              <a:off x="1266" y="3175"/>
              <a:ext cx="10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二阶极点   </a:t>
              </a:r>
            </a:p>
          </p:txBody>
        </p:sp>
        <p:sp>
          <p:nvSpPr>
            <p:cNvPr id="20" name="Rectangle 35"/>
            <p:cNvSpPr>
              <a:spLocks noChangeArrowheads="1"/>
            </p:cNvSpPr>
            <p:nvPr/>
          </p:nvSpPr>
          <p:spPr bwMode="auto">
            <a:xfrm>
              <a:off x="2784" y="3176"/>
              <a:ext cx="10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一阶极点   </a:t>
              </a:r>
            </a:p>
          </p:txBody>
        </p:sp>
        <p:graphicFrame>
          <p:nvGraphicFramePr>
            <p:cNvPr id="21" name="Object 36"/>
            <p:cNvGraphicFramePr/>
            <p:nvPr/>
          </p:nvGraphicFramePr>
          <p:xfrm>
            <a:off x="2170" y="3192"/>
            <a:ext cx="54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155700" imgH="495300" progId="Equation.3">
                    <p:embed/>
                  </p:oleObj>
                </mc:Choice>
                <mc:Fallback>
                  <p:oleObj name="公式" r:id="rId13" imgW="1155700" imgH="495300" progId="Equation.3">
                    <p:embed/>
                    <p:pic>
                      <p:nvPicPr>
                        <p:cNvPr id="21" name="Object 3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3192"/>
                          <a:ext cx="544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7"/>
            <p:cNvGraphicFramePr/>
            <p:nvPr/>
          </p:nvGraphicFramePr>
          <p:xfrm>
            <a:off x="3666" y="3190"/>
            <a:ext cx="58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231900" imgH="495300" progId="Equation.3">
                    <p:embed/>
                  </p:oleObj>
                </mc:Choice>
                <mc:Fallback>
                  <p:oleObj name="公式" r:id="rId15" imgW="1231900" imgH="495300" progId="Equation.3">
                    <p:embed/>
                    <p:pic>
                      <p:nvPicPr>
                        <p:cNvPr id="22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6" y="3190"/>
                          <a:ext cx="584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46"/>
          <p:cNvGrpSpPr/>
          <p:nvPr/>
        </p:nvGrpSpPr>
        <p:grpSpPr bwMode="auto">
          <a:xfrm>
            <a:off x="2999656" y="6002855"/>
            <a:ext cx="5903912" cy="461963"/>
            <a:chOff x="977" y="3604"/>
            <a:chExt cx="3719" cy="291"/>
          </a:xfrm>
        </p:grpSpPr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977" y="3604"/>
              <a:ext cx="37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注意：一阶极点                不在           内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   </a:t>
              </a:r>
            </a:p>
          </p:txBody>
        </p:sp>
        <p:graphicFrame>
          <p:nvGraphicFramePr>
            <p:cNvPr id="25" name="Object 39"/>
            <p:cNvGraphicFramePr/>
            <p:nvPr/>
          </p:nvGraphicFramePr>
          <p:xfrm>
            <a:off x="2582" y="3625"/>
            <a:ext cx="68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460500" imgH="508000" progId="Equation.3">
                    <p:embed/>
                  </p:oleObj>
                </mc:Choice>
                <mc:Fallback>
                  <p:oleObj name="公式" r:id="rId17" imgW="1460500" imgH="508000" progId="Equation.3">
                    <p:embed/>
                    <p:pic>
                      <p:nvPicPr>
                        <p:cNvPr id="25" name="Object 3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2" y="3625"/>
                          <a:ext cx="688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40"/>
            <p:cNvGraphicFramePr/>
            <p:nvPr/>
          </p:nvGraphicFramePr>
          <p:xfrm>
            <a:off x="3734" y="3653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028700" imgH="457200" progId="Equation.3">
                    <p:embed/>
                  </p:oleObj>
                </mc:Choice>
                <mc:Fallback>
                  <p:oleObj name="公式" r:id="rId11" imgW="1028700" imgH="457200" progId="Equation.3">
                    <p:embed/>
                    <p:pic>
                      <p:nvPicPr>
                        <p:cNvPr id="26" name="Object 4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4" y="3653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941364" y="939810"/>
          <a:ext cx="54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096000" imgH="4572000" progId="Equation.DSMT4">
                  <p:embed/>
                </p:oleObj>
              </mc:Choice>
              <mc:Fallback>
                <p:oleObj name="Equation" r:id="rId20" imgW="6096000" imgH="45720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364" y="939810"/>
                        <a:ext cx="54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711624" y="737900"/>
          <a:ext cx="65516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3761600" imgH="10363200" progId="Equation.DSMT4">
                  <p:embed/>
                </p:oleObj>
              </mc:Choice>
              <mc:Fallback>
                <p:oleObj name="Equation" r:id="rId22" imgW="73761600" imgH="10363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737900"/>
                        <a:ext cx="65516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313568" y="2204018"/>
            <a:ext cx="118203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     </a:t>
            </a:r>
          </a:p>
        </p:txBody>
      </p:sp>
      <p:graphicFrame>
        <p:nvGraphicFramePr>
          <p:cNvPr id="6" name="Object 29"/>
          <p:cNvGraphicFramePr/>
          <p:nvPr>
            <p:extLst>
              <p:ext uri="{D42A27DB-BD31-4B8C-83A1-F6EECF244321}">
                <p14:modId xmlns:p14="http://schemas.microsoft.com/office/powerpoint/2010/main" val="295804186"/>
              </p:ext>
            </p:extLst>
          </p:nvPr>
        </p:nvGraphicFramePr>
        <p:xfrm>
          <a:off x="3679787" y="4082080"/>
          <a:ext cx="1467233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444240" progId="Equation.DSMT4">
                  <p:embed/>
                </p:oleObj>
              </mc:Choice>
              <mc:Fallback>
                <p:oleObj name="Equation" r:id="rId3" imgW="723600" imgH="444240" progId="Equation.DSMT4">
                  <p:embed/>
                  <p:pic>
                    <p:nvPicPr>
                      <p:cNvPr id="6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787" y="4082080"/>
                        <a:ext cx="1467233" cy="925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1"/>
          <p:cNvGraphicFramePr/>
          <p:nvPr>
            <p:extLst>
              <p:ext uri="{D42A27DB-BD31-4B8C-83A1-F6EECF244321}">
                <p14:modId xmlns:p14="http://schemas.microsoft.com/office/powerpoint/2010/main" val="835166182"/>
              </p:ext>
            </p:extLst>
          </p:nvPr>
        </p:nvGraphicFramePr>
        <p:xfrm>
          <a:off x="3679787" y="3111733"/>
          <a:ext cx="621554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160" imgH="444240" progId="Equation.DSMT4">
                  <p:embed/>
                </p:oleObj>
              </mc:Choice>
              <mc:Fallback>
                <p:oleObj name="Equation" r:id="rId5" imgW="3251160" imgH="444240" progId="Equation.DSMT4">
                  <p:embed/>
                  <p:pic>
                    <p:nvPicPr>
                      <p:cNvPr id="7" name="Object 3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787" y="3111733"/>
                        <a:ext cx="6215548" cy="925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8"/>
          <p:cNvGrpSpPr/>
          <p:nvPr/>
        </p:nvGrpSpPr>
        <p:grpSpPr bwMode="auto">
          <a:xfrm>
            <a:off x="2010658" y="1994470"/>
            <a:ext cx="5849938" cy="1006476"/>
            <a:chOff x="662" y="1000"/>
            <a:chExt cx="3685" cy="634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62" y="1135"/>
              <a:ext cx="5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  </a:t>
              </a:r>
            </a:p>
          </p:txBody>
        </p:sp>
        <p:graphicFrame>
          <p:nvGraphicFramePr>
            <p:cNvPr id="10" name="Object 32"/>
            <p:cNvGraphicFramePr/>
            <p:nvPr>
              <p:extLst>
                <p:ext uri="{D42A27DB-BD31-4B8C-83A1-F6EECF244321}">
                  <p14:modId xmlns:p14="http://schemas.microsoft.com/office/powerpoint/2010/main" val="1489939835"/>
                </p:ext>
              </p:extLst>
            </p:nvPr>
          </p:nvGraphicFramePr>
          <p:xfrm>
            <a:off x="1001" y="1000"/>
            <a:ext cx="3346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705040" imgH="482400" progId="Equation.DSMT4">
                    <p:embed/>
                  </p:oleObj>
                </mc:Choice>
                <mc:Fallback>
                  <p:oleObj name="Equation" r:id="rId7" imgW="2705040" imgH="482400" progId="Equation.DSMT4">
                    <p:embed/>
                    <p:pic>
                      <p:nvPicPr>
                        <p:cNvPr id="10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1000"/>
                          <a:ext cx="3346" cy="6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282700" y="950913"/>
          <a:ext cx="54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6000" imgH="4572000" progId="Equation.DSMT4">
                  <p:embed/>
                </p:oleObj>
              </mc:Choice>
              <mc:Fallback>
                <p:oleObj name="Equation" r:id="rId9" imgW="6096000" imgH="45720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950913"/>
                        <a:ext cx="54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52960" y="749003"/>
          <a:ext cx="65516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761600" imgH="10363200" progId="Equation.DSMT4">
                  <p:embed/>
                </p:oleObj>
              </mc:Choice>
              <mc:Fallback>
                <p:oleObj name="Equation" r:id="rId11" imgW="73761600" imgH="103632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960" y="749003"/>
                        <a:ext cx="65516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6A976E-9F31-87D5-16C9-23ED27199FE1}"/>
              </a:ext>
            </a:extLst>
          </p:cNvPr>
          <p:cNvSpPr txBox="1"/>
          <p:nvPr/>
        </p:nvSpPr>
        <p:spPr>
          <a:xfrm>
            <a:off x="8076177" y="2262458"/>
            <a:ext cx="2307479" cy="5129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二阶极点 </a:t>
            </a:r>
            <a:r>
              <a:rPr lang="en-US" altLang="zh-CN" sz="2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 = </a:t>
            </a:r>
            <a:r>
              <a:rPr lang="en-US" altLang="zh-CN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400" b="1" kern="1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65548" y="2204763"/>
            <a:ext cx="110508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    </a:t>
            </a:r>
          </a:p>
        </p:txBody>
      </p:sp>
      <p:graphicFrame>
        <p:nvGraphicFramePr>
          <p:cNvPr id="6" name="Object 15"/>
          <p:cNvGraphicFramePr/>
          <p:nvPr>
            <p:extLst>
              <p:ext uri="{D42A27DB-BD31-4B8C-83A1-F6EECF244321}">
                <p14:modId xmlns:p14="http://schemas.microsoft.com/office/powerpoint/2010/main" val="2606510142"/>
              </p:ext>
            </p:extLst>
          </p:nvPr>
        </p:nvGraphicFramePr>
        <p:xfrm>
          <a:off x="7777887" y="1992039"/>
          <a:ext cx="2052530" cy="92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444240" progId="Equation.DSMT4">
                  <p:embed/>
                </p:oleObj>
              </mc:Choice>
              <mc:Fallback>
                <p:oleObj name="Equation" r:id="rId3" imgW="990360" imgH="444240" progId="Equation.DSMT4">
                  <p:embed/>
                  <p:pic>
                    <p:nvPicPr>
                      <p:cNvPr id="6" name="Object 1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7887" y="1992039"/>
                        <a:ext cx="2052530" cy="925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/>
          <p:cNvGrpSpPr/>
          <p:nvPr/>
        </p:nvGrpSpPr>
        <p:grpSpPr bwMode="auto">
          <a:xfrm>
            <a:off x="1841962" y="1992039"/>
            <a:ext cx="5897563" cy="993775"/>
            <a:chOff x="662" y="998"/>
            <a:chExt cx="3715" cy="626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662" y="1135"/>
              <a:ext cx="5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  </a:t>
              </a:r>
            </a:p>
          </p:txBody>
        </p:sp>
        <p:graphicFrame>
          <p:nvGraphicFramePr>
            <p:cNvPr id="9" name="Object 16"/>
            <p:cNvGraphicFramePr/>
            <p:nvPr>
              <p:extLst>
                <p:ext uri="{D42A27DB-BD31-4B8C-83A1-F6EECF244321}">
                  <p14:modId xmlns:p14="http://schemas.microsoft.com/office/powerpoint/2010/main" val="2536773996"/>
                </p:ext>
              </p:extLst>
            </p:nvPr>
          </p:nvGraphicFramePr>
          <p:xfrm>
            <a:off x="1001" y="998"/>
            <a:ext cx="3376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30240" imgH="482400" progId="Equation.DSMT4">
                    <p:embed/>
                  </p:oleObj>
                </mc:Choice>
                <mc:Fallback>
                  <p:oleObj name="Equation" r:id="rId5" imgW="2730240" imgH="482400" progId="Equation.DSMT4">
                    <p:embed/>
                    <p:pic>
                      <p:nvPicPr>
                        <p:cNvPr id="9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998"/>
                          <a:ext cx="3376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20"/>
          <p:cNvGraphicFramePr/>
          <p:nvPr>
            <p:extLst>
              <p:ext uri="{D42A27DB-BD31-4B8C-83A1-F6EECF244321}">
                <p14:modId xmlns:p14="http://schemas.microsoft.com/office/powerpoint/2010/main" val="2468205084"/>
              </p:ext>
            </p:extLst>
          </p:nvPr>
        </p:nvGraphicFramePr>
        <p:xfrm>
          <a:off x="2185987" y="4108667"/>
          <a:ext cx="3910013" cy="993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79560" imgH="482400" progId="Equation.DSMT4">
                  <p:embed/>
                </p:oleObj>
              </mc:Choice>
              <mc:Fallback>
                <p:oleObj name="Equation" r:id="rId7" imgW="1879560" imgH="482400" progId="Equation.DSMT4">
                  <p:embed/>
                  <p:pic>
                    <p:nvPicPr>
                      <p:cNvPr id="14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7" y="4108667"/>
                        <a:ext cx="3910013" cy="993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/>
          <p:nvPr>
            <p:extLst>
              <p:ext uri="{D42A27DB-BD31-4B8C-83A1-F6EECF244321}">
                <p14:modId xmlns:p14="http://schemas.microsoft.com/office/powerpoint/2010/main" val="3955113517"/>
              </p:ext>
            </p:extLst>
          </p:nvPr>
        </p:nvGraphicFramePr>
        <p:xfrm>
          <a:off x="6152382" y="4142803"/>
          <a:ext cx="1281837" cy="925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444240" progId="Equation.DSMT4">
                  <p:embed/>
                </p:oleObj>
              </mc:Choice>
              <mc:Fallback>
                <p:oleObj name="Equation" r:id="rId9" imgW="609480" imgH="444240" progId="Equation.DSMT4">
                  <p:embed/>
                  <p:pic>
                    <p:nvPicPr>
                      <p:cNvPr id="15" name="Object 2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2382" y="4142803"/>
                        <a:ext cx="1281837" cy="925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82700" y="950913"/>
          <a:ext cx="54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6000" imgH="4572000" progId="Equation.DSMT4">
                  <p:embed/>
                </p:oleObj>
              </mc:Choice>
              <mc:Fallback>
                <p:oleObj name="Equation" r:id="rId11" imgW="6096000" imgH="45720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950913"/>
                        <a:ext cx="54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52960" y="749003"/>
          <a:ext cx="65516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761600" imgH="10363200" progId="Equation.DSMT4">
                  <p:embed/>
                </p:oleObj>
              </mc:Choice>
              <mc:Fallback>
                <p:oleObj name="Equation" r:id="rId13" imgW="73761600" imgH="103632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960" y="749003"/>
                        <a:ext cx="65516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203134"/>
              </p:ext>
            </p:extLst>
          </p:nvPr>
        </p:nvGraphicFramePr>
        <p:xfrm>
          <a:off x="1944048" y="3429000"/>
          <a:ext cx="3800102" cy="61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54000" imgH="291960" progId="Equation.DSMT4">
                  <p:embed/>
                </p:oleObj>
              </mc:Choice>
              <mc:Fallback>
                <p:oleObj name="Equation" r:id="rId15" imgW="1854000" imgH="291960" progId="Equation.DSMT4">
                  <p:embed/>
                  <p:pic>
                    <p:nvPicPr>
                      <p:cNvPr id="2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048" y="3429000"/>
                        <a:ext cx="3800102" cy="611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8B0182C-67BD-9AA2-FF9C-9F8F9ADDCDA3}"/>
              </a:ext>
            </a:extLst>
          </p:cNvPr>
          <p:cNvSpPr txBox="1"/>
          <p:nvPr/>
        </p:nvSpPr>
        <p:spPr>
          <a:xfrm>
            <a:off x="9811875" y="2288446"/>
            <a:ext cx="1968387" cy="5129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单极点 </a:t>
            </a:r>
            <a:r>
              <a:rPr lang="en-US" altLang="zh-CN" sz="2400" b="1" i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 = p</a:t>
            </a:r>
            <a:endParaRPr lang="zh-CN" altLang="en-US" sz="2400" b="1" i="1" kern="1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31"/>
          <p:cNvGrpSpPr/>
          <p:nvPr/>
        </p:nvGrpSpPr>
        <p:grpSpPr bwMode="auto">
          <a:xfrm>
            <a:off x="2470374" y="3145559"/>
            <a:ext cx="1911351" cy="471488"/>
            <a:chOff x="660" y="1812"/>
            <a:chExt cx="1204" cy="297"/>
          </a:xfrm>
        </p:grpSpPr>
        <p:graphicFrame>
          <p:nvGraphicFramePr>
            <p:cNvPr id="6" name="Object 13"/>
            <p:cNvGraphicFramePr/>
            <p:nvPr>
              <p:extLst>
                <p:ext uri="{D42A27DB-BD31-4B8C-83A1-F6EECF244321}">
                  <p14:modId xmlns:p14="http://schemas.microsoft.com/office/powerpoint/2010/main" val="2214252107"/>
                </p:ext>
              </p:extLst>
            </p:nvPr>
          </p:nvGraphicFramePr>
          <p:xfrm>
            <a:off x="1301" y="1818"/>
            <a:ext cx="56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82400" imgH="228600" progId="Equation.DSMT4">
                    <p:embed/>
                  </p:oleObj>
                </mc:Choice>
                <mc:Fallback>
                  <p:oleObj name="Equation" r:id="rId3" imgW="482400" imgH="228600" progId="Equation.DSMT4">
                    <p:embed/>
                    <p:pic>
                      <p:nvPicPr>
                        <p:cNvPr id="6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" y="1818"/>
                          <a:ext cx="563" cy="2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660" y="1812"/>
              <a:ext cx="8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  </a:t>
              </a:r>
            </a:p>
          </p:txBody>
        </p:sp>
      </p:grpSp>
      <p:grpSp>
        <p:nvGrpSpPr>
          <p:cNvPr id="8" name="Group 32"/>
          <p:cNvGrpSpPr/>
          <p:nvPr/>
        </p:nvGrpSpPr>
        <p:grpSpPr bwMode="auto">
          <a:xfrm>
            <a:off x="4426173" y="2921720"/>
            <a:ext cx="3894138" cy="860425"/>
            <a:chOff x="1892" y="1671"/>
            <a:chExt cx="2453" cy="542"/>
          </a:xfrm>
        </p:grpSpPr>
        <p:graphicFrame>
          <p:nvGraphicFramePr>
            <p:cNvPr id="9" name="Object 15"/>
            <p:cNvGraphicFramePr/>
            <p:nvPr>
              <p:extLst>
                <p:ext uri="{D42A27DB-BD31-4B8C-83A1-F6EECF244321}">
                  <p14:modId xmlns:p14="http://schemas.microsoft.com/office/powerpoint/2010/main" val="4199738589"/>
                </p:ext>
              </p:extLst>
            </p:nvPr>
          </p:nvGraphicFramePr>
          <p:xfrm>
            <a:off x="2243" y="1714"/>
            <a:ext cx="75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09480" imgH="419040" progId="Equation.DSMT4">
                    <p:embed/>
                  </p:oleObj>
                </mc:Choice>
                <mc:Fallback>
                  <p:oleObj name="Equation" r:id="rId5" imgW="609480" imgH="419040" progId="Equation.DSMT4">
                    <p:embed/>
                    <p:pic>
                      <p:nvPicPr>
                        <p:cNvPr id="9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3" y="1714"/>
                          <a:ext cx="758" cy="4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6"/>
            <p:cNvGraphicFramePr/>
            <p:nvPr/>
          </p:nvGraphicFramePr>
          <p:xfrm>
            <a:off x="3068" y="1671"/>
            <a:ext cx="127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2000" imgH="774700" progId="Equation.3">
                    <p:embed/>
                  </p:oleObj>
                </mc:Choice>
                <mc:Fallback>
                  <p:oleObj name="公式" r:id="rId7" imgW="2032000" imgH="774700" progId="Equation.3">
                    <p:embed/>
                    <p:pic>
                      <p:nvPicPr>
                        <p:cNvPr id="10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8" y="1671"/>
                          <a:ext cx="1277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1892" y="1813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</a:t>
              </a:r>
            </a:p>
          </p:txBody>
        </p:sp>
      </p:grpSp>
      <p:grpSp>
        <p:nvGrpSpPr>
          <p:cNvPr id="12" name="Group 29"/>
          <p:cNvGrpSpPr/>
          <p:nvPr/>
        </p:nvGrpSpPr>
        <p:grpSpPr bwMode="auto">
          <a:xfrm>
            <a:off x="1775048" y="1916832"/>
            <a:ext cx="5049836" cy="785813"/>
            <a:chOff x="222" y="1038"/>
            <a:chExt cx="3181" cy="495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2" y="1132"/>
              <a:ext cx="69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解：    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62" y="1135"/>
              <a:ext cx="274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               为偶函数，      </a:t>
              </a:r>
            </a:p>
          </p:txBody>
        </p:sp>
        <p:graphicFrame>
          <p:nvGraphicFramePr>
            <p:cNvPr id="15" name="Object 21"/>
            <p:cNvGraphicFramePr/>
            <p:nvPr/>
          </p:nvGraphicFramePr>
          <p:xfrm>
            <a:off x="1147" y="1038"/>
            <a:ext cx="887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879600" imgH="1054100" progId="Equation.3">
                    <p:embed/>
                  </p:oleObj>
                </mc:Choice>
                <mc:Fallback>
                  <p:oleObj name="公式" r:id="rId9" imgW="1879600" imgH="1054100" progId="Equation.3">
                    <p:embed/>
                    <p:pic>
                      <p:nvPicPr>
                        <p:cNvPr id="15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1038"/>
                          <a:ext cx="887" cy="4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30"/>
          <p:cNvGrpSpPr/>
          <p:nvPr/>
        </p:nvGrpSpPr>
        <p:grpSpPr bwMode="auto">
          <a:xfrm>
            <a:off x="6120040" y="1916832"/>
            <a:ext cx="3641726" cy="811213"/>
            <a:chOff x="2959" y="1038"/>
            <a:chExt cx="2294" cy="511"/>
          </a:xfrm>
        </p:grpSpPr>
        <p:graphicFrame>
          <p:nvGraphicFramePr>
            <p:cNvPr id="17" name="Object 22"/>
            <p:cNvGraphicFramePr/>
            <p:nvPr>
              <p:extLst>
                <p:ext uri="{D42A27DB-BD31-4B8C-83A1-F6EECF244321}">
                  <p14:modId xmlns:p14="http://schemas.microsoft.com/office/powerpoint/2010/main" val="3419620931"/>
                </p:ext>
              </p:extLst>
            </p:nvPr>
          </p:nvGraphicFramePr>
          <p:xfrm>
            <a:off x="3273" y="1038"/>
            <a:ext cx="1980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65080" imgH="406080" progId="Equation.DSMT4">
                    <p:embed/>
                  </p:oleObj>
                </mc:Choice>
                <mc:Fallback>
                  <p:oleObj name="Equation" r:id="rId11" imgW="1765080" imgH="406080" progId="Equation.DSMT4">
                    <p:embed/>
                    <p:pic>
                      <p:nvPicPr>
                        <p:cNvPr id="17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" y="1038"/>
                          <a:ext cx="1980" cy="5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2959" y="1136"/>
              <a:ext cx="4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记   </a:t>
              </a:r>
            </a:p>
          </p:txBody>
        </p:sp>
      </p:grpSp>
      <p:graphicFrame>
        <p:nvGraphicFramePr>
          <p:cNvPr id="20" name="Object 24"/>
          <p:cNvGraphicFramePr/>
          <p:nvPr>
            <p:extLst>
              <p:ext uri="{D42A27DB-BD31-4B8C-83A1-F6EECF244321}">
                <p14:modId xmlns:p14="http://schemas.microsoft.com/office/powerpoint/2010/main" val="3167759736"/>
              </p:ext>
            </p:extLst>
          </p:nvPr>
        </p:nvGraphicFramePr>
        <p:xfrm>
          <a:off x="3338992" y="4083770"/>
          <a:ext cx="4279804" cy="1218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95200" imgH="622080" progId="Equation.DSMT4">
                  <p:embed/>
                </p:oleObj>
              </mc:Choice>
              <mc:Fallback>
                <p:oleObj name="Equation" r:id="rId13" imgW="2095200" imgH="622080" progId="Equation.DSMT4">
                  <p:embed/>
                  <p:pic>
                    <p:nvPicPr>
                      <p:cNvPr id="20" name="Object 2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992" y="4083770"/>
                        <a:ext cx="4279804" cy="12183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/>
          <p:nvPr>
            <p:extLst>
              <p:ext uri="{D42A27DB-BD31-4B8C-83A1-F6EECF244321}">
                <p14:modId xmlns:p14="http://schemas.microsoft.com/office/powerpoint/2010/main" val="1057766847"/>
              </p:ext>
            </p:extLst>
          </p:nvPr>
        </p:nvGraphicFramePr>
        <p:xfrm>
          <a:off x="3719512" y="5469806"/>
          <a:ext cx="3758880" cy="102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26920" imgH="482400" progId="Equation.DSMT4">
                  <p:embed/>
                </p:oleObj>
              </mc:Choice>
              <mc:Fallback>
                <p:oleObj name="Equation" r:id="rId15" imgW="1726920" imgH="482400" progId="Equation.DSMT4">
                  <p:embed/>
                  <p:pic>
                    <p:nvPicPr>
                      <p:cNvPr id="21" name="Object 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2" y="5469806"/>
                        <a:ext cx="3758880" cy="10237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6"/>
          <p:cNvGraphicFramePr/>
          <p:nvPr>
            <p:extLst>
              <p:ext uri="{D42A27DB-BD31-4B8C-83A1-F6EECF244321}">
                <p14:modId xmlns:p14="http://schemas.microsoft.com/office/powerpoint/2010/main" val="2120078258"/>
              </p:ext>
            </p:extLst>
          </p:nvPr>
        </p:nvGraphicFramePr>
        <p:xfrm>
          <a:off x="7532912" y="5706739"/>
          <a:ext cx="1763712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349500" imgH="1028700" progId="Equation.3">
                  <p:embed/>
                </p:oleObj>
              </mc:Choice>
              <mc:Fallback>
                <p:oleObj name="公式" r:id="rId17" imgW="2349500" imgH="1028700" progId="Equation.3">
                  <p:embed/>
                  <p:pic>
                    <p:nvPicPr>
                      <p:cNvPr id="22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912" y="5706739"/>
                        <a:ext cx="1763712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4470624" y="5536332"/>
            <a:ext cx="2581275" cy="88582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703512" y="959112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400800" imgH="4572000" progId="Equation.DSMT4">
                  <p:embed/>
                </p:oleObj>
              </mc:Choice>
              <mc:Fallback>
                <p:oleObj name="Equation" r:id="rId19" imgW="6400800" imgH="4572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959112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494309" y="753530"/>
          <a:ext cx="34369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8709600" imgH="9753600" progId="Equation.DSMT4">
                  <p:embed/>
                </p:oleObj>
              </mc:Choice>
              <mc:Fallback>
                <p:oleObj name="Equation" r:id="rId21" imgW="38709600" imgH="97536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309" y="753530"/>
                        <a:ext cx="343693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985141" y="1874747"/>
            <a:ext cx="110508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    </a:t>
            </a:r>
          </a:p>
        </p:txBody>
      </p:sp>
      <p:grpSp>
        <p:nvGrpSpPr>
          <p:cNvPr id="6" name="Group 38"/>
          <p:cNvGrpSpPr/>
          <p:nvPr/>
        </p:nvGrpSpPr>
        <p:grpSpPr bwMode="auto">
          <a:xfrm>
            <a:off x="1703512" y="1874747"/>
            <a:ext cx="5953125" cy="479424"/>
            <a:chOff x="662" y="1135"/>
            <a:chExt cx="3750" cy="302"/>
          </a:xfrm>
        </p:grpSpPr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2058" y="1146"/>
              <a:ext cx="23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有两个一阶极点：     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48" y="1146"/>
              <a:ext cx="14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内，     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662" y="1135"/>
              <a:ext cx="5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 </a:t>
              </a:r>
            </a:p>
          </p:txBody>
        </p:sp>
        <p:graphicFrame>
          <p:nvGraphicFramePr>
            <p:cNvPr id="10" name="Object 13"/>
            <p:cNvGraphicFramePr/>
            <p:nvPr/>
          </p:nvGraphicFramePr>
          <p:xfrm>
            <a:off x="2124" y="119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35000" imgH="342900" progId="Equation.3">
                    <p:embed/>
                  </p:oleObj>
                </mc:Choice>
                <mc:Fallback>
                  <p:oleObj name="公式" r:id="rId3" imgW="635000" imgH="342900" progId="Equation.3">
                    <p:embed/>
                    <p:pic>
                      <p:nvPicPr>
                        <p:cNvPr id="10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1195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4"/>
            <p:cNvGraphicFramePr/>
            <p:nvPr/>
          </p:nvGraphicFramePr>
          <p:xfrm>
            <a:off x="1234" y="1201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28700" imgH="457200" progId="Equation.3">
                    <p:embed/>
                  </p:oleObj>
                </mc:Choice>
                <mc:Fallback>
                  <p:oleObj name="公式" r:id="rId5" imgW="1028700" imgH="457200" progId="Equation.3">
                    <p:embed/>
                    <p:pic>
                      <p:nvPicPr>
                        <p:cNvPr id="11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1201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39"/>
          <p:cNvGrpSpPr/>
          <p:nvPr/>
        </p:nvGrpSpPr>
        <p:grpSpPr bwMode="auto">
          <a:xfrm>
            <a:off x="7126413" y="1728700"/>
            <a:ext cx="2251075" cy="784225"/>
            <a:chOff x="4078" y="1043"/>
            <a:chExt cx="1418" cy="494"/>
          </a:xfrm>
        </p:grpSpPr>
        <p:graphicFrame>
          <p:nvGraphicFramePr>
            <p:cNvPr id="13" name="Object 17"/>
            <p:cNvGraphicFramePr/>
            <p:nvPr/>
          </p:nvGraphicFramePr>
          <p:xfrm>
            <a:off x="4078" y="1164"/>
            <a:ext cx="54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155700" imgH="495300" progId="Equation.3">
                    <p:embed/>
                  </p:oleObj>
                </mc:Choice>
                <mc:Fallback>
                  <p:oleObj name="公式" r:id="rId7" imgW="1155700" imgH="495300" progId="Equation.3">
                    <p:embed/>
                    <p:pic>
                      <p:nvPicPr>
                        <p:cNvPr id="13" name="Object 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8" y="1164"/>
                          <a:ext cx="544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8"/>
            <p:cNvGraphicFramePr/>
            <p:nvPr/>
          </p:nvGraphicFramePr>
          <p:xfrm>
            <a:off x="4712" y="1043"/>
            <a:ext cx="784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63700" imgH="1054100" progId="Equation.3">
                    <p:embed/>
                  </p:oleObj>
                </mc:Choice>
                <mc:Fallback>
                  <p:oleObj name="公式" r:id="rId9" imgW="1663700" imgH="1054100" progId="Equation.3">
                    <p:embed/>
                    <p:pic>
                      <p:nvPicPr>
                        <p:cNvPr id="14" name="Object 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043"/>
                          <a:ext cx="784" cy="4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3"/>
          <p:cNvGraphicFramePr/>
          <p:nvPr>
            <p:extLst>
              <p:ext uri="{D42A27DB-BD31-4B8C-83A1-F6EECF244321}">
                <p14:modId xmlns:p14="http://schemas.microsoft.com/office/powerpoint/2010/main" val="2033400277"/>
              </p:ext>
            </p:extLst>
          </p:nvPr>
        </p:nvGraphicFramePr>
        <p:xfrm>
          <a:off x="2282803" y="2894075"/>
          <a:ext cx="2657412" cy="57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20480" imgH="279360" progId="Equation.DSMT4">
                  <p:embed/>
                </p:oleObj>
              </mc:Choice>
              <mc:Fallback>
                <p:oleObj name="Equation" r:id="rId11" imgW="1320480" imgH="279360" progId="Equation.DSMT4">
                  <p:embed/>
                  <p:pic>
                    <p:nvPicPr>
                      <p:cNvPr id="15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03" y="2894075"/>
                        <a:ext cx="2657412" cy="57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/>
          <p:cNvGraphicFramePr/>
          <p:nvPr>
            <p:extLst>
              <p:ext uri="{D42A27DB-BD31-4B8C-83A1-F6EECF244321}">
                <p14:modId xmlns:p14="http://schemas.microsoft.com/office/powerpoint/2010/main" val="4147400503"/>
              </p:ext>
            </p:extLst>
          </p:nvPr>
        </p:nvGraphicFramePr>
        <p:xfrm>
          <a:off x="5006578" y="2625162"/>
          <a:ext cx="2983435" cy="986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60160" imgH="495000" progId="Equation.DSMT4">
                  <p:embed/>
                </p:oleObj>
              </mc:Choice>
              <mc:Fallback>
                <p:oleObj name="Equation" r:id="rId13" imgW="1460160" imgH="495000" progId="Equation.DSMT4">
                  <p:embed/>
                  <p:pic>
                    <p:nvPicPr>
                      <p:cNvPr id="16" name="Object 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578" y="2625162"/>
                        <a:ext cx="2983435" cy="9863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/>
          <p:nvPr>
            <p:extLst>
              <p:ext uri="{D42A27DB-BD31-4B8C-83A1-F6EECF244321}">
                <p14:modId xmlns:p14="http://schemas.microsoft.com/office/powerpoint/2010/main" val="3396696339"/>
              </p:ext>
            </p:extLst>
          </p:nvPr>
        </p:nvGraphicFramePr>
        <p:xfrm>
          <a:off x="7990013" y="2711362"/>
          <a:ext cx="730719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280" imgH="406080" progId="Equation.DSMT4">
                  <p:embed/>
                </p:oleObj>
              </mc:Choice>
              <mc:Fallback>
                <p:oleObj name="Equation" r:id="rId15" imgW="368280" imgH="406080" progId="Equation.DSMT4">
                  <p:embed/>
                  <p:pic>
                    <p:nvPicPr>
                      <p:cNvPr id="17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0013" y="2711362"/>
                        <a:ext cx="730719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256624"/>
              </p:ext>
            </p:extLst>
          </p:nvPr>
        </p:nvGraphicFramePr>
        <p:xfrm>
          <a:off x="2282803" y="4084633"/>
          <a:ext cx="3850511" cy="828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79560" imgH="406080" progId="Equation.DSMT4">
                  <p:embed/>
                </p:oleObj>
              </mc:Choice>
              <mc:Fallback>
                <p:oleObj name="Equation" r:id="rId17" imgW="1879560" imgH="406080" progId="Equation.DSMT4">
                  <p:embed/>
                  <p:pic>
                    <p:nvPicPr>
                      <p:cNvPr id="18" name="Object 2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03" y="4084633"/>
                        <a:ext cx="3850511" cy="828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8"/>
          <p:cNvGraphicFramePr/>
          <p:nvPr>
            <p:extLst>
              <p:ext uri="{D42A27DB-BD31-4B8C-83A1-F6EECF244321}">
                <p14:modId xmlns:p14="http://schemas.microsoft.com/office/powerpoint/2010/main" val="3916916774"/>
              </p:ext>
            </p:extLst>
          </p:nvPr>
        </p:nvGraphicFramePr>
        <p:xfrm>
          <a:off x="6180147" y="3835312"/>
          <a:ext cx="2212879" cy="1169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66680" imgH="558720" progId="Equation.DSMT4">
                  <p:embed/>
                </p:oleObj>
              </mc:Choice>
              <mc:Fallback>
                <p:oleObj name="Equation" r:id="rId19" imgW="1066680" imgH="558720" progId="Equation.DSMT4">
                  <p:embed/>
                  <p:pic>
                    <p:nvPicPr>
                      <p:cNvPr id="20" name="Object 2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47" y="3835312"/>
                        <a:ext cx="2212879" cy="11698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/>
          <p:nvPr>
            <p:extLst>
              <p:ext uri="{D42A27DB-BD31-4B8C-83A1-F6EECF244321}">
                <p14:modId xmlns:p14="http://schemas.microsoft.com/office/powerpoint/2010/main" val="3695500997"/>
              </p:ext>
            </p:extLst>
          </p:nvPr>
        </p:nvGraphicFramePr>
        <p:xfrm>
          <a:off x="8340148" y="3956840"/>
          <a:ext cx="103734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45760" imgH="406080" progId="Equation.DSMT4">
                  <p:embed/>
                </p:oleObj>
              </mc:Choice>
              <mc:Fallback>
                <p:oleObj name="Equation" r:id="rId21" imgW="545760" imgH="406080" progId="Equation.DSMT4">
                  <p:embed/>
                  <p:pic>
                    <p:nvPicPr>
                      <p:cNvPr id="21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0148" y="3956840"/>
                        <a:ext cx="1037340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/>
          <p:cNvGraphicFramePr/>
          <p:nvPr>
            <p:extLst>
              <p:ext uri="{D42A27DB-BD31-4B8C-83A1-F6EECF244321}">
                <p14:modId xmlns:p14="http://schemas.microsoft.com/office/powerpoint/2010/main" val="3185312357"/>
              </p:ext>
            </p:extLst>
          </p:nvPr>
        </p:nvGraphicFramePr>
        <p:xfrm>
          <a:off x="3953374" y="5205433"/>
          <a:ext cx="3514187" cy="884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39880" imgH="444240" progId="Equation.DSMT4">
                  <p:embed/>
                </p:oleObj>
              </mc:Choice>
              <mc:Fallback>
                <p:oleObj name="Equation" r:id="rId23" imgW="1739880" imgH="444240" progId="Equation.DSMT4">
                  <p:embed/>
                  <p:pic>
                    <p:nvPicPr>
                      <p:cNvPr id="24" name="Object 3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374" y="5205433"/>
                        <a:ext cx="3514187" cy="884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/>
          <p:nvPr/>
        </p:nvGraphicFramePr>
        <p:xfrm>
          <a:off x="7543761" y="5254536"/>
          <a:ext cx="9271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231900" imgH="1054100" progId="Equation.3">
                  <p:embed/>
                </p:oleObj>
              </mc:Choice>
              <mc:Fallback>
                <p:oleObj name="公式" r:id="rId25" imgW="1231900" imgH="1054100" progId="Equation.3">
                  <p:embed/>
                  <p:pic>
                    <p:nvPicPr>
                      <p:cNvPr id="25" name="Object 3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761" y="5254536"/>
                        <a:ext cx="9271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04169" y="945117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400800" imgH="4572000" progId="Equation.DSMT4">
                  <p:embed/>
                </p:oleObj>
              </mc:Choice>
              <mc:Fallback>
                <p:oleObj name="Equation" r:id="rId27" imgW="6400800" imgH="45720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169" y="945117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794966" y="739535"/>
          <a:ext cx="34369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8709600" imgH="9753600" progId="Equation.DSMT4">
                  <p:embed/>
                </p:oleObj>
              </mc:Choice>
              <mc:Fallback>
                <p:oleObj name="Equation" r:id="rId29" imgW="38709600" imgH="97536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966" y="739535"/>
                        <a:ext cx="343693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5303912" y="1723843"/>
            <a:ext cx="46037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lnSpc>
                <a:spcPct val="85000"/>
              </a:lnSpc>
              <a:spcBef>
                <a:spcPct val="0"/>
              </a:spcBef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algn="l">
              <a:lnSpc>
                <a:spcPct val="85000"/>
              </a:lnSpc>
              <a:spcBef>
                <a:spcPct val="0"/>
              </a:spcBef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algn="l">
              <a:lnSpc>
                <a:spcPct val="85000"/>
              </a:lnSpc>
              <a:spcBef>
                <a:spcPct val="0"/>
              </a:spcBef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algn="l">
              <a:lnSpc>
                <a:spcPct val="85000"/>
              </a:lnSpc>
              <a:spcBef>
                <a:spcPct val="0"/>
              </a:spcBef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algn="l">
              <a:lnSpc>
                <a:spcPct val="85000"/>
              </a:lnSpc>
              <a:spcBef>
                <a:spcPct val="0"/>
              </a:spcBef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3122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其中，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为多项式；     </a:t>
            </a: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2797250" y="2530293"/>
            <a:ext cx="7662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分母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的次数比分子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的次数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至少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高二次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    </a:t>
            </a:r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802013" y="3255367"/>
            <a:ext cx="3741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分母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无实零点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</a:t>
            </a:r>
          </a:p>
        </p:txBody>
      </p:sp>
      <p:grpSp>
        <p:nvGrpSpPr>
          <p:cNvPr id="9" name="Group 45"/>
          <p:cNvGrpSpPr/>
          <p:nvPr/>
        </p:nvGrpSpPr>
        <p:grpSpPr bwMode="auto">
          <a:xfrm>
            <a:off x="2933015" y="4047529"/>
            <a:ext cx="4057650" cy="855664"/>
            <a:chOff x="935" y="2356"/>
            <a:chExt cx="2556" cy="539"/>
          </a:xfrm>
        </p:grpSpPr>
        <p:graphicFrame>
          <p:nvGraphicFramePr>
            <p:cNvPr id="10" name="Object 26"/>
            <p:cNvGraphicFramePr/>
            <p:nvPr>
              <p:extLst>
                <p:ext uri="{D42A27DB-BD31-4B8C-83A1-F6EECF244321}">
                  <p14:modId xmlns:p14="http://schemas.microsoft.com/office/powerpoint/2010/main" val="383216575"/>
                </p:ext>
              </p:extLst>
            </p:nvPr>
          </p:nvGraphicFramePr>
          <p:xfrm>
            <a:off x="935" y="2356"/>
            <a:ext cx="98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49160" imgH="330120" progId="Equation.DSMT4">
                    <p:embed/>
                  </p:oleObj>
                </mc:Choice>
                <mc:Fallback>
                  <p:oleObj name="Equation" r:id="rId3" imgW="749160" imgH="330120" progId="Equation.DSMT4">
                    <p:embed/>
                    <p:pic>
                      <p:nvPicPr>
                        <p:cNvPr id="10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356"/>
                          <a:ext cx="982" cy="43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7"/>
            <p:cNvGraphicFramePr/>
            <p:nvPr>
              <p:extLst>
                <p:ext uri="{D42A27DB-BD31-4B8C-83A1-F6EECF244321}">
                  <p14:modId xmlns:p14="http://schemas.microsoft.com/office/powerpoint/2010/main" val="1517057748"/>
                </p:ext>
              </p:extLst>
            </p:nvPr>
          </p:nvGraphicFramePr>
          <p:xfrm>
            <a:off x="1883" y="2432"/>
            <a:ext cx="1608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95280" imgH="368280" progId="Equation.DSMT4">
                    <p:embed/>
                  </p:oleObj>
                </mc:Choice>
                <mc:Fallback>
                  <p:oleObj name="Equation" r:id="rId5" imgW="1295280" imgH="368280" progId="Equation.DSMT4">
                    <p:embed/>
                    <p:pic>
                      <p:nvPicPr>
                        <p:cNvPr id="11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3" y="2432"/>
                          <a:ext cx="1608" cy="4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6"/>
          <p:cNvGrpSpPr/>
          <p:nvPr/>
        </p:nvGrpSpPr>
        <p:grpSpPr bwMode="auto">
          <a:xfrm>
            <a:off x="2805187" y="5046481"/>
            <a:ext cx="6762750" cy="512763"/>
            <a:chOff x="854" y="2970"/>
            <a:chExt cx="4260" cy="323"/>
          </a:xfrm>
          <a:noFill/>
        </p:grpSpPr>
        <p:sp>
          <p:nvSpPr>
            <p:cNvPr id="13" name="Rectangle 29"/>
            <p:cNvSpPr>
              <a:spLocks noChangeArrowheads="1"/>
            </p:cNvSpPr>
            <p:nvPr/>
          </p:nvSpPr>
          <p:spPr bwMode="auto">
            <a:xfrm>
              <a:off x="854" y="2970"/>
              <a:ext cx="42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1pPr>
              <a:lvl2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2pPr>
              <a:lvl3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3pPr>
              <a:lvl4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4pPr>
              <a:lvl5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5pPr>
              <a:lvl6pPr marL="4572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6pPr>
              <a:lvl7pPr marL="9144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7pPr>
              <a:lvl8pPr marL="13716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8pPr>
              <a:lvl9pPr marL="18288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     是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在上半平面内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的孤立奇点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14" name="Object 30"/>
            <p:cNvGraphicFramePr/>
            <p:nvPr/>
          </p:nvGraphicFramePr>
          <p:xfrm>
            <a:off x="1511" y="3018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92100" imgH="381000" progId="Equation.3">
                    <p:embed/>
                  </p:oleObj>
                </mc:Choice>
                <mc:Fallback>
                  <p:oleObj name="公式" r:id="rId7" imgW="292100" imgH="381000" progId="Equation.3">
                    <p:embed/>
                    <p:pic>
                      <p:nvPicPr>
                        <p:cNvPr id="14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1" y="3018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31"/>
            <p:cNvGraphicFramePr/>
            <p:nvPr/>
          </p:nvGraphicFramePr>
          <p:xfrm>
            <a:off x="1948" y="3049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22300" imgH="342900" progId="Equation.3">
                    <p:embed/>
                  </p:oleObj>
                </mc:Choice>
                <mc:Fallback>
                  <p:oleObj name="公式" r:id="rId9" imgW="622300" imgH="342900" progId="Equation.3">
                    <p:embed/>
                    <p:pic>
                      <p:nvPicPr>
                        <p:cNvPr id="15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" y="3049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1984450" y="1741306"/>
            <a:ext cx="11881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要求     </a:t>
            </a:r>
          </a:p>
        </p:txBody>
      </p:sp>
      <p:grpSp>
        <p:nvGrpSpPr>
          <p:cNvPr id="17" name="Group 44"/>
          <p:cNvGrpSpPr/>
          <p:nvPr/>
        </p:nvGrpSpPr>
        <p:grpSpPr bwMode="auto">
          <a:xfrm>
            <a:off x="2798838" y="1620655"/>
            <a:ext cx="2403475" cy="787400"/>
            <a:chOff x="850" y="812"/>
            <a:chExt cx="1514" cy="496"/>
          </a:xfrm>
        </p:grpSpPr>
        <p:graphicFrame>
          <p:nvGraphicFramePr>
            <p:cNvPr id="18" name="Object 19"/>
            <p:cNvGraphicFramePr/>
            <p:nvPr/>
          </p:nvGraphicFramePr>
          <p:xfrm>
            <a:off x="1190" y="812"/>
            <a:ext cx="117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489200" imgH="1054100" progId="Equation.3">
                    <p:embed/>
                  </p:oleObj>
                </mc:Choice>
                <mc:Fallback>
                  <p:oleObj name="公式" r:id="rId11" imgW="2489200" imgH="1054100" progId="Equation.3">
                    <p:embed/>
                    <p:pic>
                      <p:nvPicPr>
                        <p:cNvPr id="18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812"/>
                          <a:ext cx="1174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38"/>
            <p:cNvSpPr>
              <a:spLocks noChangeArrowheads="1"/>
            </p:cNvSpPr>
            <p:nvPr/>
          </p:nvSpPr>
          <p:spPr bwMode="auto">
            <a:xfrm>
              <a:off x="850" y="876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   </a:t>
              </a:r>
            </a:p>
          </p:txBody>
        </p:sp>
      </p:grpSp>
      <p:sp>
        <p:nvSpPr>
          <p:cNvPr id="21" name="Rectangle 39"/>
          <p:cNvSpPr>
            <a:spLocks noChangeArrowheads="1"/>
          </p:cNvSpPr>
          <p:nvPr/>
        </p:nvSpPr>
        <p:spPr bwMode="auto">
          <a:xfrm>
            <a:off x="1979687" y="4254319"/>
            <a:ext cx="11849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公式     </a:t>
            </a:r>
          </a:p>
        </p:txBody>
      </p:sp>
      <p:grpSp>
        <p:nvGrpSpPr>
          <p:cNvPr id="22" name="Group 48"/>
          <p:cNvGrpSpPr/>
          <p:nvPr/>
        </p:nvGrpSpPr>
        <p:grpSpPr bwMode="auto">
          <a:xfrm>
            <a:off x="1199456" y="850718"/>
            <a:ext cx="5192712" cy="546100"/>
            <a:chOff x="337" y="327"/>
            <a:chExt cx="3271" cy="344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337" y="333"/>
              <a:ext cx="32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二、形如                 的积分      </a:t>
              </a:r>
            </a:p>
          </p:txBody>
        </p:sp>
        <p:graphicFrame>
          <p:nvGraphicFramePr>
            <p:cNvPr id="24" name="Object 47"/>
            <p:cNvGraphicFramePr>
              <a:graphicFrameLocks noChangeAspect="1"/>
            </p:cNvGraphicFramePr>
            <p:nvPr/>
          </p:nvGraphicFramePr>
          <p:xfrm>
            <a:off x="1329" y="327"/>
            <a:ext cx="89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892300" imgH="723900" progId="Equation.3">
                    <p:embed/>
                  </p:oleObj>
                </mc:Choice>
                <mc:Fallback>
                  <p:oleObj name="公式" r:id="rId13" imgW="1892300" imgH="723900" progId="Equation.3">
                    <p:embed/>
                    <p:pic>
                      <p:nvPicPr>
                        <p:cNvPr id="24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" y="327"/>
                          <a:ext cx="89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6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31"/>
          <p:cNvGrpSpPr/>
          <p:nvPr/>
        </p:nvGrpSpPr>
        <p:grpSpPr bwMode="auto">
          <a:xfrm>
            <a:off x="1991346" y="1848034"/>
            <a:ext cx="4132263" cy="863600"/>
            <a:chOff x="295" y="954"/>
            <a:chExt cx="2603" cy="544"/>
          </a:xfrm>
        </p:grpSpPr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660" y="1073"/>
              <a:ext cx="7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令   </a:t>
              </a:r>
            </a:p>
          </p:txBody>
        </p:sp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295" y="1087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解：    </a:t>
              </a:r>
            </a:p>
          </p:txBody>
        </p:sp>
        <p:graphicFrame>
          <p:nvGraphicFramePr>
            <p:cNvPr id="8" name="Object 19"/>
            <p:cNvGraphicFramePr/>
            <p:nvPr/>
          </p:nvGraphicFramePr>
          <p:xfrm>
            <a:off x="1228" y="954"/>
            <a:ext cx="1670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43300" imgH="1155700" progId="Equation.3">
                    <p:embed/>
                  </p:oleObj>
                </mc:Choice>
                <mc:Fallback>
                  <p:oleObj name="公式" r:id="rId3" imgW="3543300" imgH="1155700" progId="Equation.3">
                    <p:embed/>
                    <p:pic>
                      <p:nvPicPr>
                        <p:cNvPr id="8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" y="954"/>
                          <a:ext cx="1670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20"/>
          <p:cNvGraphicFramePr/>
          <p:nvPr/>
        </p:nvGraphicFramePr>
        <p:xfrm>
          <a:off x="6228383" y="1854384"/>
          <a:ext cx="2295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060700" imgH="1155700" progId="Equation.3">
                  <p:embed/>
                </p:oleObj>
              </mc:Choice>
              <mc:Fallback>
                <p:oleObj name="公式" r:id="rId5" imgW="3060700" imgH="1155700" progId="Equation.3">
                  <p:embed/>
                  <p:pic>
                    <p:nvPicPr>
                      <p:cNvPr id="9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383" y="1854384"/>
                        <a:ext cx="229552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/>
          <p:nvPr>
            <p:extLst>
              <p:ext uri="{D42A27DB-BD31-4B8C-83A1-F6EECF244321}">
                <p14:modId xmlns:p14="http://schemas.microsoft.com/office/powerpoint/2010/main" val="1619971748"/>
              </p:ext>
            </p:extLst>
          </p:nvPr>
        </p:nvGraphicFramePr>
        <p:xfrm>
          <a:off x="3204034" y="4737195"/>
          <a:ext cx="3638624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760" imgH="495000" progId="Equation.DSMT4">
                  <p:embed/>
                </p:oleObj>
              </mc:Choice>
              <mc:Fallback>
                <p:oleObj name="Equation" r:id="rId7" imgW="1904760" imgH="495000" progId="Equation.DSMT4">
                  <p:embed/>
                  <p:pic>
                    <p:nvPicPr>
                      <p:cNvPr id="10" name="Object 2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034" y="4737195"/>
                        <a:ext cx="3638624" cy="998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/>
          <p:cNvGraphicFramePr/>
          <p:nvPr>
            <p:extLst>
              <p:ext uri="{D42A27DB-BD31-4B8C-83A1-F6EECF244321}">
                <p14:modId xmlns:p14="http://schemas.microsoft.com/office/powerpoint/2010/main" val="4079095681"/>
              </p:ext>
            </p:extLst>
          </p:nvPr>
        </p:nvGraphicFramePr>
        <p:xfrm>
          <a:off x="6645247" y="3738657"/>
          <a:ext cx="1145631" cy="747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406080" progId="Equation.DSMT4">
                  <p:embed/>
                </p:oleObj>
              </mc:Choice>
              <mc:Fallback>
                <p:oleObj name="Equation" r:id="rId9" imgW="609480" imgH="406080" progId="Equation.DSMT4">
                  <p:embed/>
                  <p:pic>
                    <p:nvPicPr>
                      <p:cNvPr id="11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47" y="3738657"/>
                        <a:ext cx="1145631" cy="7478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/>
          <p:cNvGraphicFramePr/>
          <p:nvPr>
            <p:extLst>
              <p:ext uri="{D42A27DB-BD31-4B8C-83A1-F6EECF244321}">
                <p14:modId xmlns:p14="http://schemas.microsoft.com/office/powerpoint/2010/main" val="3627148511"/>
              </p:ext>
            </p:extLst>
          </p:nvPr>
        </p:nvGraphicFramePr>
        <p:xfrm>
          <a:off x="6747495" y="4859431"/>
          <a:ext cx="1101278" cy="747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406080" progId="Equation.DSMT4">
                  <p:embed/>
                </p:oleObj>
              </mc:Choice>
              <mc:Fallback>
                <p:oleObj name="Equation" r:id="rId11" imgW="583920" imgH="406080" progId="Equation.DSMT4">
                  <p:embed/>
                  <p:pic>
                    <p:nvPicPr>
                      <p:cNvPr id="12" name="Object 2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7495" y="4859431"/>
                        <a:ext cx="1101278" cy="7478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6"/>
          <p:cNvGraphicFramePr/>
          <p:nvPr>
            <p:extLst>
              <p:ext uri="{D42A27DB-BD31-4B8C-83A1-F6EECF244321}">
                <p14:modId xmlns:p14="http://schemas.microsoft.com/office/powerpoint/2010/main" val="2916617635"/>
              </p:ext>
            </p:extLst>
          </p:nvPr>
        </p:nvGraphicFramePr>
        <p:xfrm>
          <a:off x="6251967" y="5912671"/>
          <a:ext cx="696177" cy="747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6080" imgH="406080" progId="Equation.DSMT4">
                  <p:embed/>
                </p:oleObj>
              </mc:Choice>
              <mc:Fallback>
                <p:oleObj name="Equation" r:id="rId13" imgW="406080" imgH="406080" progId="Equation.DSMT4">
                  <p:embed/>
                  <p:pic>
                    <p:nvPicPr>
                      <p:cNvPr id="13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967" y="5912671"/>
                        <a:ext cx="696177" cy="7478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55"/>
          <p:cNvGrpSpPr/>
          <p:nvPr/>
        </p:nvGrpSpPr>
        <p:grpSpPr bwMode="auto">
          <a:xfrm>
            <a:off x="2567608" y="3613336"/>
            <a:ext cx="4114801" cy="998538"/>
            <a:chOff x="658" y="2066"/>
            <a:chExt cx="2592" cy="629"/>
          </a:xfrm>
        </p:grpSpPr>
        <p:graphicFrame>
          <p:nvGraphicFramePr>
            <p:cNvPr id="15" name="Object 21"/>
            <p:cNvGraphicFramePr/>
            <p:nvPr>
              <p:extLst>
                <p:ext uri="{D42A27DB-BD31-4B8C-83A1-F6EECF244321}">
                  <p14:modId xmlns:p14="http://schemas.microsoft.com/office/powerpoint/2010/main" val="2585495113"/>
                </p:ext>
              </p:extLst>
            </p:nvPr>
          </p:nvGraphicFramePr>
          <p:xfrm>
            <a:off x="1026" y="2066"/>
            <a:ext cx="2224" cy="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854000" imgH="495000" progId="Equation.DSMT4">
                    <p:embed/>
                  </p:oleObj>
                </mc:Choice>
                <mc:Fallback>
                  <p:oleObj name="Equation" r:id="rId15" imgW="1854000" imgH="495000" progId="Equation.DSMT4">
                    <p:embed/>
                    <p:pic>
                      <p:nvPicPr>
                        <p:cNvPr id="15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6" y="2066"/>
                          <a:ext cx="2224" cy="6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658" y="2172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</a:t>
              </a:r>
            </a:p>
          </p:txBody>
        </p:sp>
      </p:grpSp>
      <p:grpSp>
        <p:nvGrpSpPr>
          <p:cNvPr id="17" name="Group 34"/>
          <p:cNvGrpSpPr/>
          <p:nvPr/>
        </p:nvGrpSpPr>
        <p:grpSpPr bwMode="auto">
          <a:xfrm>
            <a:off x="2567608" y="5892987"/>
            <a:ext cx="3665538" cy="846138"/>
            <a:chOff x="658" y="3502"/>
            <a:chExt cx="2309" cy="533"/>
          </a:xfrm>
        </p:grpSpPr>
        <p:graphicFrame>
          <p:nvGraphicFramePr>
            <p:cNvPr id="18" name="Object 25"/>
            <p:cNvGraphicFramePr/>
            <p:nvPr>
              <p:extLst>
                <p:ext uri="{D42A27DB-BD31-4B8C-83A1-F6EECF244321}">
                  <p14:modId xmlns:p14="http://schemas.microsoft.com/office/powerpoint/2010/main" val="4150114326"/>
                </p:ext>
              </p:extLst>
            </p:nvPr>
          </p:nvGraphicFramePr>
          <p:xfrm>
            <a:off x="1228" y="3502"/>
            <a:ext cx="1739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62040" imgH="444240" progId="Equation.DSMT4">
                    <p:embed/>
                  </p:oleObj>
                </mc:Choice>
                <mc:Fallback>
                  <p:oleObj name="Equation" r:id="rId17" imgW="1562040" imgH="444240" progId="Equation.DSMT4">
                    <p:embed/>
                    <p:pic>
                      <p:nvPicPr>
                        <p:cNvPr id="18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" y="3502"/>
                          <a:ext cx="1739" cy="5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658" y="3612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</a:t>
              </a:r>
            </a:p>
          </p:txBody>
        </p:sp>
      </p:grpSp>
      <p:grpSp>
        <p:nvGrpSpPr>
          <p:cNvPr id="21" name="Group 32"/>
          <p:cNvGrpSpPr/>
          <p:nvPr/>
        </p:nvGrpSpPr>
        <p:grpSpPr bwMode="auto">
          <a:xfrm>
            <a:off x="2999407" y="2924362"/>
            <a:ext cx="5884863" cy="461963"/>
            <a:chOff x="930" y="1632"/>
            <a:chExt cx="3707" cy="291"/>
          </a:xfrm>
        </p:grpSpPr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930" y="1632"/>
              <a:ext cx="37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  <a:sym typeface="Symbol" panose="05050102010706020507" pitchFamily="18" charset="2"/>
                </a:rPr>
                <a:t>在上半平面内，</a:t>
              </a:r>
              <a:r>
                <a:rPr kumimoji="1" lang="en-US" altLang="zh-CN" sz="2400" b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  <a:sym typeface="Symbol" panose="05050102010706020507" pitchFamily="18" charset="2"/>
                </a:rPr>
                <a:t>与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kumimoji="1" lang="en-US" altLang="zh-CN" sz="2400" b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为          的单极点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  <a:sym typeface="Symbol" panose="05050102010706020507" pitchFamily="18" charset="2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23" name="Object 29"/>
            <p:cNvGraphicFramePr/>
            <p:nvPr>
              <p:extLst>
                <p:ext uri="{D42A27DB-BD31-4B8C-83A1-F6EECF244321}">
                  <p14:modId xmlns:p14="http://schemas.microsoft.com/office/powerpoint/2010/main" val="2496715654"/>
                </p:ext>
              </p:extLst>
            </p:nvPr>
          </p:nvGraphicFramePr>
          <p:xfrm>
            <a:off x="3095" y="1686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25500" imgH="457200" progId="Equation.DSMT4">
                    <p:embed/>
                  </p:oleObj>
                </mc:Choice>
                <mc:Fallback>
                  <p:oleObj name="Equation" r:id="rId19" imgW="825500" imgH="457200" progId="Equation.DSMT4">
                    <p:embed/>
                    <p:pic>
                      <p:nvPicPr>
                        <p:cNvPr id="23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" y="1686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913956" y="1005960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400800" imgH="4572000" progId="Equation.DSMT4">
                  <p:embed/>
                </p:oleObj>
              </mc:Choice>
              <mc:Fallback>
                <p:oleObj name="Equation" r:id="rId21" imgW="6400800" imgH="4572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956" y="1005960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695135"/>
              </p:ext>
            </p:extLst>
          </p:nvPr>
        </p:nvGraphicFramePr>
        <p:xfrm>
          <a:off x="2595563" y="765175"/>
          <a:ext cx="400526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5110400" imgH="10058400" progId="Equation.DSMT4">
                  <p:embed/>
                </p:oleObj>
              </mc:Choice>
              <mc:Fallback>
                <p:oleObj name="Equation" r:id="rId23" imgW="45110400" imgH="100584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765175"/>
                        <a:ext cx="400526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592D0B70-437A-4888-2A94-95400BD76EC2}"/>
              </a:ext>
            </a:extLst>
          </p:cNvPr>
          <p:cNvGrpSpPr/>
          <p:nvPr/>
        </p:nvGrpSpPr>
        <p:grpSpPr bwMode="auto">
          <a:xfrm>
            <a:off x="7446962" y="322263"/>
            <a:ext cx="4019550" cy="855664"/>
            <a:chOff x="935" y="2356"/>
            <a:chExt cx="2532" cy="539"/>
          </a:xfrm>
        </p:grpSpPr>
        <p:graphicFrame>
          <p:nvGraphicFramePr>
            <p:cNvPr id="3" name="Object 26">
              <a:extLst>
                <a:ext uri="{FF2B5EF4-FFF2-40B4-BE49-F238E27FC236}">
                  <a16:creationId xmlns:a16="http://schemas.microsoft.com/office/drawing/2014/main" id="{1BC3317F-B8EC-5376-A1A0-AFD86FD6C19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66662116"/>
                </p:ext>
              </p:extLst>
            </p:nvPr>
          </p:nvGraphicFramePr>
          <p:xfrm>
            <a:off x="935" y="2356"/>
            <a:ext cx="98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749160" imgH="330120" progId="Equation.DSMT4">
                    <p:embed/>
                  </p:oleObj>
                </mc:Choice>
                <mc:Fallback>
                  <p:oleObj name="Equation" r:id="rId25" imgW="749160" imgH="330120" progId="Equation.DSMT4">
                    <p:embed/>
                    <p:pic>
                      <p:nvPicPr>
                        <p:cNvPr id="10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356"/>
                          <a:ext cx="982" cy="43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7">
              <a:extLst>
                <a:ext uri="{FF2B5EF4-FFF2-40B4-BE49-F238E27FC236}">
                  <a16:creationId xmlns:a16="http://schemas.microsoft.com/office/drawing/2014/main" id="{3FEAB06C-F4A5-77DE-1903-301739FB4C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44730188"/>
                </p:ext>
              </p:extLst>
            </p:nvPr>
          </p:nvGraphicFramePr>
          <p:xfrm>
            <a:off x="1906" y="2432"/>
            <a:ext cx="1561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257120" imgH="368280" progId="Equation.DSMT4">
                    <p:embed/>
                  </p:oleObj>
                </mc:Choice>
                <mc:Fallback>
                  <p:oleObj name="Equation" r:id="rId27" imgW="1257120" imgH="368280" progId="Equation.DSMT4">
                    <p:embed/>
                    <p:pic>
                      <p:nvPicPr>
                        <p:cNvPr id="11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2432"/>
                          <a:ext cx="1561" cy="4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2845222" y="2806918"/>
            <a:ext cx="4894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在上半平面内，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为单极点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</p:txBody>
      </p:sp>
      <p:grpSp>
        <p:nvGrpSpPr>
          <p:cNvPr id="6" name="Group 34"/>
          <p:cNvGrpSpPr/>
          <p:nvPr/>
        </p:nvGrpSpPr>
        <p:grpSpPr bwMode="auto">
          <a:xfrm>
            <a:off x="1775248" y="1797268"/>
            <a:ext cx="4908550" cy="863600"/>
            <a:chOff x="266" y="942"/>
            <a:chExt cx="3092" cy="544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58" y="1067"/>
              <a:ext cx="7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</a:t>
              </a:r>
            </a:p>
          </p:txBody>
        </p:sp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266" y="1063"/>
              <a:ext cx="6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解：   </a:t>
              </a:r>
            </a:p>
          </p:txBody>
        </p:sp>
        <p:graphicFrame>
          <p:nvGraphicFramePr>
            <p:cNvPr id="9" name="Object 24"/>
            <p:cNvGraphicFramePr/>
            <p:nvPr/>
          </p:nvGraphicFramePr>
          <p:xfrm>
            <a:off x="1224" y="942"/>
            <a:ext cx="213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4521200" imgH="1155700" progId="Equation.3">
                    <p:embed/>
                  </p:oleObj>
                </mc:Choice>
                <mc:Fallback>
                  <p:oleObj name="公式" r:id="rId3" imgW="4521200" imgH="1155700" progId="Equation.3">
                    <p:embed/>
                    <p:pic>
                      <p:nvPicPr>
                        <p:cNvPr id="9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942"/>
                          <a:ext cx="2134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5"/>
          <p:cNvGrpSpPr/>
          <p:nvPr/>
        </p:nvGrpSpPr>
        <p:grpSpPr bwMode="auto">
          <a:xfrm>
            <a:off x="2397548" y="3502243"/>
            <a:ext cx="3963988" cy="603250"/>
            <a:chOff x="658" y="2016"/>
            <a:chExt cx="2497" cy="380"/>
          </a:xfrm>
        </p:grpSpPr>
        <p:sp>
          <p:nvSpPr>
            <p:cNvPr id="11" name="Rectangle 25"/>
            <p:cNvSpPr>
              <a:spLocks noChangeArrowheads="1"/>
            </p:cNvSpPr>
            <p:nvPr/>
          </p:nvSpPr>
          <p:spPr bwMode="auto">
            <a:xfrm>
              <a:off x="658" y="2016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</a:t>
              </a:r>
            </a:p>
          </p:txBody>
        </p:sp>
        <p:graphicFrame>
          <p:nvGraphicFramePr>
            <p:cNvPr id="12" name="Object 26"/>
            <p:cNvGraphicFramePr/>
            <p:nvPr>
              <p:extLst>
                <p:ext uri="{D42A27DB-BD31-4B8C-83A1-F6EECF244321}">
                  <p14:modId xmlns:p14="http://schemas.microsoft.com/office/powerpoint/2010/main" val="1993413441"/>
                </p:ext>
              </p:extLst>
            </p:nvPr>
          </p:nvGraphicFramePr>
          <p:xfrm>
            <a:off x="1023" y="2042"/>
            <a:ext cx="213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14320" imgH="279360" progId="Equation.DSMT4">
                    <p:embed/>
                  </p:oleObj>
                </mc:Choice>
                <mc:Fallback>
                  <p:oleObj name="Equation" r:id="rId5" imgW="1714320" imgH="279360" progId="Equation.DSMT4">
                    <p:embed/>
                    <p:pic>
                      <p:nvPicPr>
                        <p:cNvPr id="12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3" y="2042"/>
                          <a:ext cx="2132" cy="35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7"/>
          <p:cNvGraphicFramePr/>
          <p:nvPr>
            <p:extLst>
              <p:ext uri="{D42A27DB-BD31-4B8C-83A1-F6EECF244321}">
                <p14:modId xmlns:p14="http://schemas.microsoft.com/office/powerpoint/2010/main" val="1856041839"/>
              </p:ext>
            </p:extLst>
          </p:nvPr>
        </p:nvGraphicFramePr>
        <p:xfrm>
          <a:off x="6361536" y="4225503"/>
          <a:ext cx="1799671" cy="843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440" imgH="431640" progId="Equation.DSMT4">
                  <p:embed/>
                </p:oleObj>
              </mc:Choice>
              <mc:Fallback>
                <p:oleObj name="Equation" r:id="rId7" imgW="901440" imgH="431640" progId="Equation.DSMT4">
                  <p:embed/>
                  <p:pic>
                    <p:nvPicPr>
                      <p:cNvPr id="13" name="Object 2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536" y="4225503"/>
                        <a:ext cx="1799671" cy="843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8"/>
          <p:cNvGraphicFramePr/>
          <p:nvPr>
            <p:extLst>
              <p:ext uri="{D42A27DB-BD31-4B8C-83A1-F6EECF244321}">
                <p14:modId xmlns:p14="http://schemas.microsoft.com/office/powerpoint/2010/main" val="1258247162"/>
              </p:ext>
            </p:extLst>
          </p:nvPr>
        </p:nvGraphicFramePr>
        <p:xfrm>
          <a:off x="2976986" y="4428425"/>
          <a:ext cx="3384551" cy="57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14320" imgH="279360" progId="Equation.DSMT4">
                  <p:embed/>
                </p:oleObj>
              </mc:Choice>
              <mc:Fallback>
                <p:oleObj name="Equation" r:id="rId9" imgW="1714320" imgH="279360" progId="Equation.DSMT4">
                  <p:embed/>
                  <p:pic>
                    <p:nvPicPr>
                      <p:cNvPr id="14" name="Object 2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986" y="4428425"/>
                        <a:ext cx="3384551" cy="572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9"/>
          <p:cNvGraphicFramePr/>
          <p:nvPr>
            <p:extLst>
              <p:ext uri="{D42A27DB-BD31-4B8C-83A1-F6EECF244321}">
                <p14:modId xmlns:p14="http://schemas.microsoft.com/office/powerpoint/2010/main" val="238344010"/>
              </p:ext>
            </p:extLst>
          </p:nvPr>
        </p:nvGraphicFramePr>
        <p:xfrm>
          <a:off x="3152028" y="5812206"/>
          <a:ext cx="4083391" cy="87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34880" imgH="469800" progId="Equation.DSMT4">
                  <p:embed/>
                </p:oleObj>
              </mc:Choice>
              <mc:Fallback>
                <p:oleObj name="Equation" r:id="rId11" imgW="2234880" imgH="469800" progId="Equation.DSMT4">
                  <p:embed/>
                  <p:pic>
                    <p:nvPicPr>
                      <p:cNvPr id="15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028" y="5812206"/>
                        <a:ext cx="4083391" cy="874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36"/>
          <p:cNvGrpSpPr/>
          <p:nvPr/>
        </p:nvGrpSpPr>
        <p:grpSpPr bwMode="auto">
          <a:xfrm>
            <a:off x="2400722" y="5051643"/>
            <a:ext cx="2681288" cy="796925"/>
            <a:chOff x="660" y="2992"/>
            <a:chExt cx="1689" cy="502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60" y="3062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</a:t>
              </a:r>
            </a:p>
          </p:txBody>
        </p:sp>
        <p:graphicFrame>
          <p:nvGraphicFramePr>
            <p:cNvPr id="18" name="Object 30"/>
            <p:cNvGraphicFramePr/>
            <p:nvPr>
              <p:extLst>
                <p:ext uri="{D42A27DB-BD31-4B8C-83A1-F6EECF244321}">
                  <p14:modId xmlns:p14="http://schemas.microsoft.com/office/powerpoint/2010/main" val="2415939300"/>
                </p:ext>
              </p:extLst>
            </p:nvPr>
          </p:nvGraphicFramePr>
          <p:xfrm>
            <a:off x="985" y="2992"/>
            <a:ext cx="1364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117440" imgH="406080" progId="Equation.DSMT4">
                    <p:embed/>
                  </p:oleObj>
                </mc:Choice>
                <mc:Fallback>
                  <p:oleObj name="Equation" r:id="rId13" imgW="1117440" imgH="406080" progId="Equation.DSMT4">
                    <p:embed/>
                    <p:pic>
                      <p:nvPicPr>
                        <p:cNvPr id="18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" y="2992"/>
                          <a:ext cx="1364" cy="50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31"/>
          <p:cNvGraphicFramePr/>
          <p:nvPr>
            <p:extLst>
              <p:ext uri="{D42A27DB-BD31-4B8C-83A1-F6EECF244321}">
                <p14:modId xmlns:p14="http://schemas.microsoft.com/office/powerpoint/2010/main" val="1931717249"/>
              </p:ext>
            </p:extLst>
          </p:nvPr>
        </p:nvGraphicFramePr>
        <p:xfrm>
          <a:off x="6361536" y="3344863"/>
          <a:ext cx="1726028" cy="843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01440" imgH="431640" progId="Equation.DSMT4">
                  <p:embed/>
                </p:oleObj>
              </mc:Choice>
              <mc:Fallback>
                <p:oleObj name="Equation" r:id="rId15" imgW="901440" imgH="431640" progId="Equation.DSMT4">
                  <p:embed/>
                  <p:pic>
                    <p:nvPicPr>
                      <p:cNvPr id="20" name="Object 3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536" y="3344863"/>
                        <a:ext cx="1726028" cy="843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050099"/>
              </p:ext>
            </p:extLst>
          </p:nvPr>
        </p:nvGraphicFramePr>
        <p:xfrm>
          <a:off x="7261371" y="5843162"/>
          <a:ext cx="1386952" cy="82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600" imgH="431640" progId="Equation.DSMT4">
                  <p:embed/>
                </p:oleObj>
              </mc:Choice>
              <mc:Fallback>
                <p:oleObj name="Equation" r:id="rId17" imgW="723600" imgH="431640" progId="Equation.DSMT4">
                  <p:embed/>
                  <p:pic>
                    <p:nvPicPr>
                      <p:cNvPr id="2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1371" y="5843162"/>
                        <a:ext cx="1386952" cy="827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703512" y="1005960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400800" imgH="4572000" progId="Equation.DSMT4">
                  <p:embed/>
                </p:oleObj>
              </mc:Choice>
              <mc:Fallback>
                <p:oleObj name="Equation" r:id="rId19" imgW="6400800" imgH="45720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005960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894364"/>
              </p:ext>
            </p:extLst>
          </p:nvPr>
        </p:nvGraphicFramePr>
        <p:xfrm>
          <a:off x="2429172" y="761205"/>
          <a:ext cx="71739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0772000" imgH="10668000" progId="Equation.DSMT4">
                  <p:embed/>
                </p:oleObj>
              </mc:Choice>
              <mc:Fallback>
                <p:oleObj name="Equation" r:id="rId21" imgW="80772000" imgH="106680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172" y="761205"/>
                        <a:ext cx="71739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317D08E-7AD3-18A1-4E49-F54152E4A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66359"/>
              </p:ext>
            </p:extLst>
          </p:nvPr>
        </p:nvGraphicFramePr>
        <p:xfrm>
          <a:off x="5292366" y="5267175"/>
          <a:ext cx="4456489" cy="349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425680" imgH="190440" progId="Equation.DSMT4">
                  <p:embed/>
                </p:oleObj>
              </mc:Choice>
              <mc:Fallback>
                <p:oleObj name="Equation" r:id="rId23" imgW="24256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92366" y="5267175"/>
                        <a:ext cx="4456489" cy="349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7AEBACD-B091-97FC-A59C-CFF2EF51D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635367"/>
              </p:ext>
            </p:extLst>
          </p:nvPr>
        </p:nvGraphicFramePr>
        <p:xfrm>
          <a:off x="6648054" y="1664213"/>
          <a:ext cx="3026306" cy="34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866600" imgH="215640" progId="Equation.DSMT4">
                  <p:embed/>
                </p:oleObj>
              </mc:Choice>
              <mc:Fallback>
                <p:oleObj name="Equation" r:id="rId25" imgW="1866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48054" y="1664213"/>
                        <a:ext cx="3026306" cy="349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5">
            <a:extLst>
              <a:ext uri="{FF2B5EF4-FFF2-40B4-BE49-F238E27FC236}">
                <a16:creationId xmlns:a16="http://schemas.microsoft.com/office/drawing/2014/main" id="{9AAAC4D0-156C-6F2E-AD05-B54E68DB0A01}"/>
              </a:ext>
            </a:extLst>
          </p:cNvPr>
          <p:cNvGrpSpPr/>
          <p:nvPr/>
        </p:nvGrpSpPr>
        <p:grpSpPr bwMode="auto">
          <a:xfrm>
            <a:off x="7954847" y="161875"/>
            <a:ext cx="4019550" cy="855664"/>
            <a:chOff x="935" y="2356"/>
            <a:chExt cx="2532" cy="539"/>
          </a:xfrm>
        </p:grpSpPr>
        <p:graphicFrame>
          <p:nvGraphicFramePr>
            <p:cNvPr id="22" name="Object 26">
              <a:extLst>
                <a:ext uri="{FF2B5EF4-FFF2-40B4-BE49-F238E27FC236}">
                  <a16:creationId xmlns:a16="http://schemas.microsoft.com/office/drawing/2014/main" id="{8F885FEA-8BAB-E737-45B1-F63305BADBF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748988"/>
                </p:ext>
              </p:extLst>
            </p:nvPr>
          </p:nvGraphicFramePr>
          <p:xfrm>
            <a:off x="935" y="2356"/>
            <a:ext cx="98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749160" imgH="330120" progId="Equation.DSMT4">
                    <p:embed/>
                  </p:oleObj>
                </mc:Choice>
                <mc:Fallback>
                  <p:oleObj name="Equation" r:id="rId27" imgW="749160" imgH="330120" progId="Equation.DSMT4">
                    <p:embed/>
                    <p:pic>
                      <p:nvPicPr>
                        <p:cNvPr id="3" name="Object 26">
                          <a:extLst>
                            <a:ext uri="{FF2B5EF4-FFF2-40B4-BE49-F238E27FC236}">
                              <a16:creationId xmlns:a16="http://schemas.microsoft.com/office/drawing/2014/main" id="{1BC3317F-B8EC-5376-A1A0-AFD86FD6C197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356"/>
                          <a:ext cx="982" cy="43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7">
              <a:extLst>
                <a:ext uri="{FF2B5EF4-FFF2-40B4-BE49-F238E27FC236}">
                  <a16:creationId xmlns:a16="http://schemas.microsoft.com/office/drawing/2014/main" id="{338C867B-1A70-9DFF-109B-B23E00F240A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42926736"/>
                </p:ext>
              </p:extLst>
            </p:nvPr>
          </p:nvGraphicFramePr>
          <p:xfrm>
            <a:off x="1906" y="2432"/>
            <a:ext cx="1561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257120" imgH="368280" progId="Equation.DSMT4">
                    <p:embed/>
                  </p:oleObj>
                </mc:Choice>
                <mc:Fallback>
                  <p:oleObj name="Equation" r:id="rId29" imgW="1257120" imgH="368280" progId="Equation.DSMT4">
                    <p:embed/>
                    <p:pic>
                      <p:nvPicPr>
                        <p:cNvPr id="4" name="Object 27">
                          <a:extLst>
                            <a:ext uri="{FF2B5EF4-FFF2-40B4-BE49-F238E27FC236}">
                              <a16:creationId xmlns:a16="http://schemas.microsoft.com/office/drawing/2014/main" id="{3FEAB06C-F4A5-77DE-1903-301739FB4C36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2432"/>
                          <a:ext cx="1561" cy="4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44"/>
          <p:cNvGrpSpPr/>
          <p:nvPr/>
        </p:nvGrpSpPr>
        <p:grpSpPr bwMode="auto">
          <a:xfrm>
            <a:off x="1775645" y="1719263"/>
            <a:ext cx="4818064" cy="863600"/>
            <a:chOff x="177" y="868"/>
            <a:chExt cx="3035" cy="544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658" y="983"/>
              <a:ext cx="5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记</a:t>
              </a: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177" y="1003"/>
              <a:ext cx="5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8" name="Object 25"/>
            <p:cNvGraphicFramePr/>
            <p:nvPr/>
          </p:nvGraphicFramePr>
          <p:xfrm>
            <a:off x="1240" y="868"/>
            <a:ext cx="197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4178300" imgH="1155700" progId="Equation.3">
                    <p:embed/>
                  </p:oleObj>
                </mc:Choice>
                <mc:Fallback>
                  <p:oleObj name="公式" r:id="rId3" imgW="4178300" imgH="1155700" progId="Equation.3">
                    <p:embed/>
                    <p:pic>
                      <p:nvPicPr>
                        <p:cNvPr id="8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868"/>
                          <a:ext cx="1972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6"/>
          <p:cNvGrpSpPr/>
          <p:nvPr/>
        </p:nvGrpSpPr>
        <p:grpSpPr bwMode="auto">
          <a:xfrm>
            <a:off x="2967857" y="2700340"/>
            <a:ext cx="6802438" cy="730250"/>
            <a:chOff x="928" y="1486"/>
            <a:chExt cx="4285" cy="460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928" y="1644"/>
              <a:ext cx="42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在上半平面内，                    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为两个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单极点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11" name="Object 27"/>
            <p:cNvGraphicFramePr/>
            <p:nvPr>
              <p:extLst>
                <p:ext uri="{D42A27DB-BD31-4B8C-83A1-F6EECF244321}">
                  <p14:modId xmlns:p14="http://schemas.microsoft.com/office/powerpoint/2010/main" val="2132455945"/>
                </p:ext>
              </p:extLst>
            </p:nvPr>
          </p:nvGraphicFramePr>
          <p:xfrm>
            <a:off x="2309" y="1491"/>
            <a:ext cx="682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45760" imgH="342720" progId="Equation.DSMT4">
                    <p:embed/>
                  </p:oleObj>
                </mc:Choice>
                <mc:Fallback>
                  <p:oleObj name="Equation" r:id="rId5" imgW="545760" imgH="342720" progId="Equation.DSMT4">
                    <p:embed/>
                    <p:pic>
                      <p:nvPicPr>
                        <p:cNvPr id="11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9" y="1491"/>
                          <a:ext cx="682" cy="45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8"/>
            <p:cNvGraphicFramePr/>
            <p:nvPr>
              <p:extLst>
                <p:ext uri="{D42A27DB-BD31-4B8C-83A1-F6EECF244321}">
                  <p14:modId xmlns:p14="http://schemas.microsoft.com/office/powerpoint/2010/main" val="2249870224"/>
                </p:ext>
              </p:extLst>
            </p:nvPr>
          </p:nvGraphicFramePr>
          <p:xfrm>
            <a:off x="3087" y="1486"/>
            <a:ext cx="670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45760" imgH="342720" progId="Equation.DSMT4">
                    <p:embed/>
                  </p:oleObj>
                </mc:Choice>
                <mc:Fallback>
                  <p:oleObj name="Equation" r:id="rId7" imgW="545760" imgH="342720" progId="Equation.DSMT4">
                    <p:embed/>
                    <p:pic>
                      <p:nvPicPr>
                        <p:cNvPr id="12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" y="1486"/>
                          <a:ext cx="670" cy="45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45"/>
          <p:cNvGrpSpPr/>
          <p:nvPr/>
        </p:nvGrpSpPr>
        <p:grpSpPr bwMode="auto">
          <a:xfrm>
            <a:off x="6692131" y="1712913"/>
            <a:ext cx="2292350" cy="863600"/>
            <a:chOff x="3274" y="864"/>
            <a:chExt cx="1444" cy="544"/>
          </a:xfrm>
        </p:grpSpPr>
        <p:graphicFrame>
          <p:nvGraphicFramePr>
            <p:cNvPr id="14" name="Object 12"/>
            <p:cNvGraphicFramePr/>
            <p:nvPr/>
          </p:nvGraphicFramePr>
          <p:xfrm>
            <a:off x="3535" y="864"/>
            <a:ext cx="118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01900" imgH="1155700" progId="Equation.3">
                    <p:embed/>
                  </p:oleObj>
                </mc:Choice>
                <mc:Fallback>
                  <p:oleObj name="公式" r:id="rId9" imgW="2501900" imgH="1155700" progId="Equation.3">
                    <p:embed/>
                    <p:pic>
                      <p:nvPicPr>
                        <p:cNvPr id="14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5" y="864"/>
                          <a:ext cx="1183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9"/>
            <p:cNvSpPr>
              <a:spLocks noChangeArrowheads="1"/>
            </p:cNvSpPr>
            <p:nvPr/>
          </p:nvSpPr>
          <p:spPr bwMode="auto">
            <a:xfrm>
              <a:off x="3274" y="978"/>
              <a:ext cx="3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</a:t>
              </a:r>
            </a:p>
          </p:txBody>
        </p:sp>
      </p:grpSp>
      <p:grpSp>
        <p:nvGrpSpPr>
          <p:cNvPr id="16" name="Group 47"/>
          <p:cNvGrpSpPr/>
          <p:nvPr/>
        </p:nvGrpSpPr>
        <p:grpSpPr bwMode="auto">
          <a:xfrm>
            <a:off x="2539231" y="3563941"/>
            <a:ext cx="3614738" cy="963613"/>
            <a:chOff x="658" y="2030"/>
            <a:chExt cx="2277" cy="607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658" y="2154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</a:t>
              </a:r>
            </a:p>
          </p:txBody>
        </p:sp>
        <p:graphicFrame>
          <p:nvGraphicFramePr>
            <p:cNvPr id="18" name="Object 31"/>
            <p:cNvGraphicFramePr/>
            <p:nvPr>
              <p:extLst>
                <p:ext uri="{D42A27DB-BD31-4B8C-83A1-F6EECF244321}">
                  <p14:modId xmlns:p14="http://schemas.microsoft.com/office/powerpoint/2010/main" val="3259893989"/>
                </p:ext>
              </p:extLst>
            </p:nvPr>
          </p:nvGraphicFramePr>
          <p:xfrm>
            <a:off x="1024" y="2030"/>
            <a:ext cx="1662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33440" imgH="482400" progId="Equation.DSMT4">
                    <p:embed/>
                  </p:oleObj>
                </mc:Choice>
                <mc:Fallback>
                  <p:oleObj name="Equation" r:id="rId11" imgW="1333440" imgH="482400" progId="Equation.DSMT4">
                    <p:embed/>
                    <p:pic>
                      <p:nvPicPr>
                        <p:cNvPr id="18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2030"/>
                          <a:ext cx="1662" cy="60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2"/>
            <p:cNvGraphicFramePr/>
            <p:nvPr>
              <p:extLst>
                <p:ext uri="{D42A27DB-BD31-4B8C-83A1-F6EECF244321}">
                  <p14:modId xmlns:p14="http://schemas.microsoft.com/office/powerpoint/2010/main" val="169878529"/>
                </p:ext>
              </p:extLst>
            </p:nvPr>
          </p:nvGraphicFramePr>
          <p:xfrm>
            <a:off x="2655" y="2334"/>
            <a:ext cx="28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96900" imgH="558800" progId="Equation.3">
                    <p:embed/>
                  </p:oleObj>
                </mc:Choice>
                <mc:Fallback>
                  <p:oleObj name="公式" r:id="rId13" imgW="596900" imgH="558800" progId="Equation.3">
                    <p:embed/>
                    <p:pic>
                      <p:nvPicPr>
                        <p:cNvPr id="20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5" y="2334"/>
                          <a:ext cx="280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48"/>
          <p:cNvGrpSpPr/>
          <p:nvPr/>
        </p:nvGrpSpPr>
        <p:grpSpPr bwMode="auto">
          <a:xfrm>
            <a:off x="6134920" y="3627440"/>
            <a:ext cx="1198563" cy="841375"/>
            <a:chOff x="2923" y="2070"/>
            <a:chExt cx="755" cy="530"/>
          </a:xfrm>
        </p:grpSpPr>
        <p:graphicFrame>
          <p:nvGraphicFramePr>
            <p:cNvPr id="22" name="Object 30"/>
            <p:cNvGraphicFramePr/>
            <p:nvPr>
              <p:extLst>
                <p:ext uri="{D42A27DB-BD31-4B8C-83A1-F6EECF244321}">
                  <p14:modId xmlns:p14="http://schemas.microsoft.com/office/powerpoint/2010/main" val="1515907009"/>
                </p:ext>
              </p:extLst>
            </p:nvPr>
          </p:nvGraphicFramePr>
          <p:xfrm>
            <a:off x="2923" y="2070"/>
            <a:ext cx="47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003300" imgH="1117600" progId="Equation.3">
                    <p:embed/>
                  </p:oleObj>
                </mc:Choice>
                <mc:Fallback>
                  <p:oleObj name="公式" r:id="rId15" imgW="1003300" imgH="1117600" progId="Equation.3">
                    <p:embed/>
                    <p:pic>
                      <p:nvPicPr>
                        <p:cNvPr id="22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3" y="2070"/>
                          <a:ext cx="471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3"/>
            <p:cNvGraphicFramePr/>
            <p:nvPr>
              <p:extLst>
                <p:ext uri="{D42A27DB-BD31-4B8C-83A1-F6EECF244321}">
                  <p14:modId xmlns:p14="http://schemas.microsoft.com/office/powerpoint/2010/main" val="3487937918"/>
                </p:ext>
              </p:extLst>
            </p:nvPr>
          </p:nvGraphicFramePr>
          <p:xfrm>
            <a:off x="3398" y="2336"/>
            <a:ext cx="28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596900" imgH="558800" progId="Equation.3">
                    <p:embed/>
                  </p:oleObj>
                </mc:Choice>
                <mc:Fallback>
                  <p:oleObj name="公式" r:id="rId17" imgW="596900" imgH="558800" progId="Equation.3">
                    <p:embed/>
                    <p:pic>
                      <p:nvPicPr>
                        <p:cNvPr id="23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" y="2336"/>
                          <a:ext cx="280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35"/>
          <p:cNvGraphicFramePr/>
          <p:nvPr>
            <p:extLst>
              <p:ext uri="{D42A27DB-BD31-4B8C-83A1-F6EECF244321}">
                <p14:modId xmlns:p14="http://schemas.microsoft.com/office/powerpoint/2010/main" val="767009333"/>
              </p:ext>
            </p:extLst>
          </p:nvPr>
        </p:nvGraphicFramePr>
        <p:xfrm>
          <a:off x="7284271" y="3591313"/>
          <a:ext cx="1130302" cy="831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71320" imgH="419040" progId="Equation.DSMT4">
                  <p:embed/>
                </p:oleObj>
              </mc:Choice>
              <mc:Fallback>
                <p:oleObj name="Equation" r:id="rId19" imgW="571320" imgH="419040" progId="Equation.DSMT4">
                  <p:embed/>
                  <p:pic>
                    <p:nvPicPr>
                      <p:cNvPr id="24" name="Object 3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4271" y="3591313"/>
                        <a:ext cx="1130302" cy="8310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49"/>
          <p:cNvGrpSpPr/>
          <p:nvPr/>
        </p:nvGrpSpPr>
        <p:grpSpPr bwMode="auto">
          <a:xfrm>
            <a:off x="3145658" y="4694242"/>
            <a:ext cx="2268539" cy="920751"/>
            <a:chOff x="1040" y="2742"/>
            <a:chExt cx="1429" cy="580"/>
          </a:xfrm>
        </p:grpSpPr>
        <p:graphicFrame>
          <p:nvGraphicFramePr>
            <p:cNvPr id="26" name="Object 36"/>
            <p:cNvGraphicFramePr/>
            <p:nvPr>
              <p:extLst>
                <p:ext uri="{D42A27DB-BD31-4B8C-83A1-F6EECF244321}">
                  <p14:modId xmlns:p14="http://schemas.microsoft.com/office/powerpoint/2010/main" val="4257943276"/>
                </p:ext>
              </p:extLst>
            </p:nvPr>
          </p:nvGraphicFramePr>
          <p:xfrm>
            <a:off x="1040" y="2742"/>
            <a:ext cx="1186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952200" imgH="444240" progId="Equation.DSMT4">
                    <p:embed/>
                  </p:oleObj>
                </mc:Choice>
                <mc:Fallback>
                  <p:oleObj name="Equation" r:id="rId21" imgW="952200" imgH="444240" progId="Equation.DSMT4">
                    <p:embed/>
                    <p:pic>
                      <p:nvPicPr>
                        <p:cNvPr id="26" name="Object 3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" y="2742"/>
                          <a:ext cx="1186" cy="58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7"/>
            <p:cNvGraphicFramePr/>
            <p:nvPr>
              <p:extLst>
                <p:ext uri="{D42A27DB-BD31-4B8C-83A1-F6EECF244321}">
                  <p14:modId xmlns:p14="http://schemas.microsoft.com/office/powerpoint/2010/main" val="1277731552"/>
                </p:ext>
              </p:extLst>
            </p:nvPr>
          </p:nvGraphicFramePr>
          <p:xfrm>
            <a:off x="2173" y="3030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22300" imgH="609600" progId="Equation.3">
                    <p:embed/>
                  </p:oleObj>
                </mc:Choice>
                <mc:Fallback>
                  <p:oleObj name="公式" r:id="rId23" imgW="622300" imgH="609600" progId="Equation.3">
                    <p:embed/>
                    <p:pic>
                      <p:nvPicPr>
                        <p:cNvPr id="27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3" y="3030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38"/>
          <p:cNvGraphicFramePr/>
          <p:nvPr>
            <p:extLst>
              <p:ext uri="{D42A27DB-BD31-4B8C-83A1-F6EECF244321}">
                <p14:modId xmlns:p14="http://schemas.microsoft.com/office/powerpoint/2010/main" val="2194340646"/>
              </p:ext>
            </p:extLst>
          </p:nvPr>
        </p:nvGraphicFramePr>
        <p:xfrm>
          <a:off x="5393259" y="4707543"/>
          <a:ext cx="1081385" cy="87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71320" imgH="419040" progId="Equation.DSMT4">
                  <p:embed/>
                </p:oleObj>
              </mc:Choice>
              <mc:Fallback>
                <p:oleObj name="Equation" r:id="rId25" imgW="571320" imgH="419040" progId="Equation.DSMT4">
                  <p:embed/>
                  <p:pic>
                    <p:nvPicPr>
                      <p:cNvPr id="28" name="Object 3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3259" y="4707543"/>
                        <a:ext cx="1081385" cy="871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9"/>
          <p:cNvGraphicFramePr/>
          <p:nvPr>
            <p:extLst>
              <p:ext uri="{D42A27DB-BD31-4B8C-83A1-F6EECF244321}">
                <p14:modId xmlns:p14="http://schemas.microsoft.com/office/powerpoint/2010/main" val="4002933155"/>
              </p:ext>
            </p:extLst>
          </p:nvPr>
        </p:nvGraphicFramePr>
        <p:xfrm>
          <a:off x="6395270" y="4715481"/>
          <a:ext cx="1220639" cy="87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09480" imgH="419040" progId="Equation.DSMT4">
                  <p:embed/>
                </p:oleObj>
              </mc:Choice>
              <mc:Fallback>
                <p:oleObj name="Equation" r:id="rId27" imgW="609480" imgH="419040" progId="Equation.DSMT4">
                  <p:embed/>
                  <p:pic>
                    <p:nvPicPr>
                      <p:cNvPr id="29" name="Object 3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5270" y="4715481"/>
                        <a:ext cx="1220639" cy="871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50"/>
          <p:cNvGrpSpPr/>
          <p:nvPr/>
        </p:nvGrpSpPr>
        <p:grpSpPr bwMode="auto">
          <a:xfrm>
            <a:off x="2542406" y="5911854"/>
            <a:ext cx="3592513" cy="871538"/>
            <a:chOff x="660" y="3509"/>
            <a:chExt cx="2263" cy="549"/>
          </a:xfrm>
        </p:grpSpPr>
        <p:sp>
          <p:nvSpPr>
            <p:cNvPr id="32" name="Rectangle 20"/>
            <p:cNvSpPr>
              <a:spLocks noChangeArrowheads="1"/>
            </p:cNvSpPr>
            <p:nvPr/>
          </p:nvSpPr>
          <p:spPr bwMode="auto">
            <a:xfrm>
              <a:off x="660" y="3626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</a:t>
              </a:r>
            </a:p>
          </p:txBody>
        </p:sp>
        <p:graphicFrame>
          <p:nvGraphicFramePr>
            <p:cNvPr id="33" name="Object 40"/>
            <p:cNvGraphicFramePr/>
            <p:nvPr>
              <p:extLst>
                <p:ext uri="{D42A27DB-BD31-4B8C-83A1-F6EECF244321}">
                  <p14:modId xmlns:p14="http://schemas.microsoft.com/office/powerpoint/2010/main" val="2375508394"/>
                </p:ext>
              </p:extLst>
            </p:nvPr>
          </p:nvGraphicFramePr>
          <p:xfrm>
            <a:off x="1142" y="3509"/>
            <a:ext cx="1781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447560" imgH="419040" progId="Equation.DSMT4">
                    <p:embed/>
                  </p:oleObj>
                </mc:Choice>
                <mc:Fallback>
                  <p:oleObj name="Equation" r:id="rId29" imgW="1447560" imgH="419040" progId="Equation.DSMT4">
                    <p:embed/>
                    <p:pic>
                      <p:nvPicPr>
                        <p:cNvPr id="33" name="Object 4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2" y="3509"/>
                          <a:ext cx="1781" cy="54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41"/>
          <p:cNvGraphicFramePr/>
          <p:nvPr>
            <p:extLst>
              <p:ext uri="{D42A27DB-BD31-4B8C-83A1-F6EECF244321}">
                <p14:modId xmlns:p14="http://schemas.microsoft.com/office/powerpoint/2010/main" val="1929320795"/>
              </p:ext>
            </p:extLst>
          </p:nvPr>
        </p:nvGraphicFramePr>
        <p:xfrm>
          <a:off x="6126980" y="5899203"/>
          <a:ext cx="1130301" cy="83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545760" imgH="431640" progId="Equation.DSMT4">
                  <p:embed/>
                </p:oleObj>
              </mc:Choice>
              <mc:Fallback>
                <p:oleObj name="Equation" r:id="rId31" imgW="545760" imgH="431640" progId="Equation.DSMT4">
                  <p:embed/>
                  <p:pic>
                    <p:nvPicPr>
                      <p:cNvPr id="34" name="Object 4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980" y="5899203"/>
                        <a:ext cx="1130301" cy="831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2"/>
          <p:cNvGraphicFramePr/>
          <p:nvPr>
            <p:extLst>
              <p:ext uri="{D42A27DB-BD31-4B8C-83A1-F6EECF244321}">
                <p14:modId xmlns:p14="http://schemas.microsoft.com/office/powerpoint/2010/main" val="1002378918"/>
              </p:ext>
            </p:extLst>
          </p:nvPr>
        </p:nvGraphicFramePr>
        <p:xfrm>
          <a:off x="7333483" y="5911854"/>
          <a:ext cx="1749148" cy="818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39600" imgH="431640" progId="Equation.DSMT4">
                  <p:embed/>
                </p:oleObj>
              </mc:Choice>
              <mc:Fallback>
                <p:oleObj name="Equation" r:id="rId33" imgW="939600" imgH="431640" progId="Equation.DSMT4">
                  <p:embed/>
                  <p:pic>
                    <p:nvPicPr>
                      <p:cNvPr id="35" name="Object 4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3483" y="5911854"/>
                        <a:ext cx="1749148" cy="818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703512" y="962819"/>
          <a:ext cx="5730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400800" imgH="4572000" progId="Equation.DSMT4">
                  <p:embed/>
                </p:oleObj>
              </mc:Choice>
              <mc:Fallback>
                <p:oleObj name="Equation" r:id="rId35" imgW="6400800" imgH="45720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962819"/>
                        <a:ext cx="5730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003716"/>
              </p:ext>
            </p:extLst>
          </p:nvPr>
        </p:nvGraphicFramePr>
        <p:xfrm>
          <a:off x="2395112" y="728028"/>
          <a:ext cx="30321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4137600" imgH="10058400" progId="Equation.DSMT4">
                  <p:embed/>
                </p:oleObj>
              </mc:Choice>
              <mc:Fallback>
                <p:oleObj name="Equation" r:id="rId37" imgW="34137600" imgH="100584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112" y="728028"/>
                        <a:ext cx="30321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323AAE1-4EEF-272B-025B-7C3FD7FD9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034891"/>
              </p:ext>
            </p:extLst>
          </p:nvPr>
        </p:nvGraphicFramePr>
        <p:xfrm>
          <a:off x="5508447" y="1232757"/>
          <a:ext cx="3026306" cy="34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866600" imgH="215640" progId="Equation.DSMT4">
                  <p:embed/>
                </p:oleObj>
              </mc:Choice>
              <mc:Fallback>
                <p:oleObj name="Equation" r:id="rId39" imgW="1866600" imgH="215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7AEBACD-B091-97FC-A59C-CFF2EF51D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08447" y="1232757"/>
                        <a:ext cx="3026306" cy="349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5">
            <a:extLst>
              <a:ext uri="{FF2B5EF4-FFF2-40B4-BE49-F238E27FC236}">
                <a16:creationId xmlns:a16="http://schemas.microsoft.com/office/drawing/2014/main" id="{DBF364A0-D189-8B3D-E9BB-9B688D3920B8}"/>
              </a:ext>
            </a:extLst>
          </p:cNvPr>
          <p:cNvGrpSpPr/>
          <p:nvPr/>
        </p:nvGrpSpPr>
        <p:grpSpPr bwMode="auto">
          <a:xfrm>
            <a:off x="7599363" y="261143"/>
            <a:ext cx="4019550" cy="855664"/>
            <a:chOff x="935" y="2356"/>
            <a:chExt cx="2532" cy="539"/>
          </a:xfrm>
        </p:grpSpPr>
        <p:graphicFrame>
          <p:nvGraphicFramePr>
            <p:cNvPr id="4" name="Object 26">
              <a:extLst>
                <a:ext uri="{FF2B5EF4-FFF2-40B4-BE49-F238E27FC236}">
                  <a16:creationId xmlns:a16="http://schemas.microsoft.com/office/drawing/2014/main" id="{30AEE5D3-F5A5-0DA0-7E28-E41CEE3A8D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748988"/>
                </p:ext>
              </p:extLst>
            </p:nvPr>
          </p:nvGraphicFramePr>
          <p:xfrm>
            <a:off x="935" y="2356"/>
            <a:ext cx="98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749160" imgH="330120" progId="Equation.DSMT4">
                    <p:embed/>
                  </p:oleObj>
                </mc:Choice>
                <mc:Fallback>
                  <p:oleObj name="Equation" r:id="rId41" imgW="749160" imgH="330120" progId="Equation.DSMT4">
                    <p:embed/>
                    <p:pic>
                      <p:nvPicPr>
                        <p:cNvPr id="3" name="Object 26">
                          <a:extLst>
                            <a:ext uri="{FF2B5EF4-FFF2-40B4-BE49-F238E27FC236}">
                              <a16:creationId xmlns:a16="http://schemas.microsoft.com/office/drawing/2014/main" id="{1BC3317F-B8EC-5376-A1A0-AFD86FD6C197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356"/>
                          <a:ext cx="982" cy="43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7">
              <a:extLst>
                <a:ext uri="{FF2B5EF4-FFF2-40B4-BE49-F238E27FC236}">
                  <a16:creationId xmlns:a16="http://schemas.microsoft.com/office/drawing/2014/main" id="{A6B7AA91-46E3-A2FD-E754-9908BBBAB1C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162530"/>
                </p:ext>
              </p:extLst>
            </p:nvPr>
          </p:nvGraphicFramePr>
          <p:xfrm>
            <a:off x="1906" y="2432"/>
            <a:ext cx="1561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257120" imgH="368280" progId="Equation.DSMT4">
                    <p:embed/>
                  </p:oleObj>
                </mc:Choice>
                <mc:Fallback>
                  <p:oleObj name="Equation" r:id="rId43" imgW="1257120" imgH="368280" progId="Equation.DSMT4">
                    <p:embed/>
                    <p:pic>
                      <p:nvPicPr>
                        <p:cNvPr id="4" name="Object 27">
                          <a:extLst>
                            <a:ext uri="{FF2B5EF4-FFF2-40B4-BE49-F238E27FC236}">
                              <a16:creationId xmlns:a16="http://schemas.microsoft.com/office/drawing/2014/main" id="{3FEAB06C-F4A5-77DE-1903-301739FB4C36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2432"/>
                          <a:ext cx="1561" cy="4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9"/>
          <p:cNvGrpSpPr/>
          <p:nvPr/>
        </p:nvGrpSpPr>
        <p:grpSpPr bwMode="auto">
          <a:xfrm>
            <a:off x="1127448" y="862784"/>
            <a:ext cx="6284913" cy="661988"/>
            <a:chOff x="336" y="288"/>
            <a:chExt cx="3959" cy="417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336" y="338"/>
              <a:ext cx="39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三、形如                                 的积分    </a:t>
              </a:r>
            </a:p>
          </p:txBody>
        </p:sp>
        <p:graphicFrame>
          <p:nvGraphicFramePr>
            <p:cNvPr id="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8573503"/>
                </p:ext>
              </p:extLst>
            </p:nvPr>
          </p:nvGraphicFramePr>
          <p:xfrm>
            <a:off x="1329" y="288"/>
            <a:ext cx="1819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47560" imgH="330120" progId="Equation.DSMT4">
                    <p:embed/>
                  </p:oleObj>
                </mc:Choice>
                <mc:Fallback>
                  <p:oleObj name="Equation" r:id="rId3" imgW="1447560" imgH="330120" progId="Equation.DSMT4">
                    <p:embed/>
                    <p:pic>
                      <p:nvPicPr>
                        <p:cNvPr id="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" y="288"/>
                          <a:ext cx="1819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49"/>
          <p:cNvSpPr>
            <a:spLocks noChangeArrowheads="1"/>
          </p:cNvSpPr>
          <p:nvPr/>
        </p:nvSpPr>
        <p:spPr bwMode="auto">
          <a:xfrm>
            <a:off x="2703687" y="2604271"/>
            <a:ext cx="7577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分母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的次数比分子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的次数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至少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高一次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 </a:t>
            </a:r>
          </a:p>
        </p:txBody>
      </p:sp>
      <p:sp>
        <p:nvSpPr>
          <p:cNvPr id="9" name="Rectangle 50"/>
          <p:cNvSpPr>
            <a:spLocks noChangeArrowheads="1"/>
          </p:cNvSpPr>
          <p:nvPr/>
        </p:nvSpPr>
        <p:spPr bwMode="auto">
          <a:xfrm>
            <a:off x="2708448" y="3229102"/>
            <a:ext cx="35108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分母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无实零点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pSp>
        <p:nvGrpSpPr>
          <p:cNvPr id="10" name="Group 68"/>
          <p:cNvGrpSpPr/>
          <p:nvPr/>
        </p:nvGrpSpPr>
        <p:grpSpPr bwMode="auto">
          <a:xfrm>
            <a:off x="2711624" y="4863284"/>
            <a:ext cx="6677025" cy="512763"/>
            <a:chOff x="854" y="2808"/>
            <a:chExt cx="4206" cy="323"/>
          </a:xfrm>
        </p:grpSpPr>
        <p:sp>
          <p:nvSpPr>
            <p:cNvPr id="11" name="Rectangle 55"/>
            <p:cNvSpPr>
              <a:spLocks noChangeArrowheads="1"/>
            </p:cNvSpPr>
            <p:nvPr/>
          </p:nvSpPr>
          <p:spPr bwMode="auto">
            <a:xfrm>
              <a:off x="854" y="2808"/>
              <a:ext cx="420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1pPr>
              <a:lvl2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2pPr>
              <a:lvl3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3pPr>
              <a:lvl4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4pPr>
              <a:lvl5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5pPr>
              <a:lvl6pPr marL="4572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6pPr>
              <a:lvl7pPr marL="9144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7pPr>
              <a:lvl8pPr marL="13716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8pPr>
              <a:lvl9pPr marL="18288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     是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在上半平面内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的孤立奇点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12" name="Object 56"/>
            <p:cNvGraphicFramePr/>
            <p:nvPr/>
          </p:nvGraphicFramePr>
          <p:xfrm>
            <a:off x="1511" y="2850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2100" imgH="381000" progId="Equation.3">
                    <p:embed/>
                  </p:oleObj>
                </mc:Choice>
                <mc:Fallback>
                  <p:oleObj name="公式" r:id="rId5" imgW="292100" imgH="381000" progId="Equation.3">
                    <p:embed/>
                    <p:pic>
                      <p:nvPicPr>
                        <p:cNvPr id="12" name="Object 5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1" y="2850"/>
                          <a:ext cx="18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57"/>
            <p:cNvGraphicFramePr/>
            <p:nvPr/>
          </p:nvGraphicFramePr>
          <p:xfrm>
            <a:off x="1948" y="2881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22300" imgH="342900" progId="Equation.3">
                    <p:embed/>
                  </p:oleObj>
                </mc:Choice>
                <mc:Fallback>
                  <p:oleObj name="公式" r:id="rId7" imgW="622300" imgH="342900" progId="Equation.3">
                    <p:embed/>
                    <p:pic>
                      <p:nvPicPr>
                        <p:cNvPr id="13" name="Object 5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" y="2881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66"/>
          <p:cNvGrpSpPr/>
          <p:nvPr/>
        </p:nvGrpSpPr>
        <p:grpSpPr bwMode="auto">
          <a:xfrm>
            <a:off x="1890886" y="1694633"/>
            <a:ext cx="7923212" cy="787400"/>
            <a:chOff x="337" y="812"/>
            <a:chExt cx="4991" cy="496"/>
          </a:xfrm>
        </p:grpSpPr>
        <p:sp>
          <p:nvSpPr>
            <p:cNvPr id="15" name="Rectangle 48"/>
            <p:cNvSpPr>
              <a:spLocks noChangeArrowheads="1"/>
            </p:cNvSpPr>
            <p:nvPr/>
          </p:nvSpPr>
          <p:spPr bwMode="auto">
            <a:xfrm>
              <a:off x="2428" y="877"/>
              <a:ext cx="2900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1pPr>
              <a:lvl2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2pPr>
              <a:lvl3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3pPr>
              <a:lvl4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4pPr>
              <a:lvl5pPr algn="l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5pPr>
              <a:lvl6pPr marL="4572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6pPr>
              <a:lvl7pPr marL="9144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7pPr>
              <a:lvl8pPr marL="13716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8pPr>
              <a:lvl9pPr marL="1828800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A31221"/>
                  </a:solidFill>
                  <a:latin typeface="华文细黑" panose="0201060004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P</a:t>
              </a:r>
              <a:r>
                <a:rPr kumimoji="0" lang="en-US" altLang="zh-CN" sz="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  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为多项式；     </a:t>
              </a:r>
            </a:p>
          </p:txBody>
        </p:sp>
        <p:graphicFrame>
          <p:nvGraphicFramePr>
            <p:cNvPr id="16" name="Object 51"/>
            <p:cNvGraphicFramePr/>
            <p:nvPr/>
          </p:nvGraphicFramePr>
          <p:xfrm>
            <a:off x="1190" y="812"/>
            <a:ext cx="117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89200" imgH="1054100" progId="Equation.3">
                    <p:embed/>
                  </p:oleObj>
                </mc:Choice>
                <mc:Fallback>
                  <p:oleObj name="公式" r:id="rId9" imgW="2489200" imgH="1054100" progId="Equation.3">
                    <p:embed/>
                    <p:pic>
                      <p:nvPicPr>
                        <p:cNvPr id="16" name="Object 5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812"/>
                          <a:ext cx="1174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58"/>
            <p:cNvSpPr>
              <a:spLocks noChangeArrowheads="1"/>
            </p:cNvSpPr>
            <p:nvPr/>
          </p:nvSpPr>
          <p:spPr bwMode="auto">
            <a:xfrm>
              <a:off x="337" y="888"/>
              <a:ext cx="7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要求     </a:t>
              </a:r>
            </a:p>
          </p:txBody>
        </p:sp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850" y="876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 </a:t>
              </a:r>
            </a:p>
          </p:txBody>
        </p:sp>
      </p:grpSp>
      <p:grpSp>
        <p:nvGrpSpPr>
          <p:cNvPr id="20" name="Group 67"/>
          <p:cNvGrpSpPr/>
          <p:nvPr/>
        </p:nvGrpSpPr>
        <p:grpSpPr bwMode="auto">
          <a:xfrm>
            <a:off x="1886124" y="3979047"/>
            <a:ext cx="5907088" cy="830263"/>
            <a:chOff x="334" y="2251"/>
            <a:chExt cx="3721" cy="523"/>
          </a:xfrm>
        </p:grpSpPr>
        <p:graphicFrame>
          <p:nvGraphicFramePr>
            <p:cNvPr id="21" name="Object 54"/>
            <p:cNvGraphicFramePr/>
            <p:nvPr>
              <p:extLst>
                <p:ext uri="{D42A27DB-BD31-4B8C-83A1-F6EECF244321}">
                  <p14:modId xmlns:p14="http://schemas.microsoft.com/office/powerpoint/2010/main" val="3529874569"/>
                </p:ext>
              </p:extLst>
            </p:nvPr>
          </p:nvGraphicFramePr>
          <p:xfrm>
            <a:off x="2163" y="2297"/>
            <a:ext cx="1892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11280" imgH="368280" progId="Equation.DSMT4">
                    <p:embed/>
                  </p:oleObj>
                </mc:Choice>
                <mc:Fallback>
                  <p:oleObj name="Equation" r:id="rId11" imgW="1511280" imgH="368280" progId="Equation.DSMT4">
                    <p:embed/>
                    <p:pic>
                      <p:nvPicPr>
                        <p:cNvPr id="21" name="Object 5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3" y="2297"/>
                          <a:ext cx="1892" cy="47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60"/>
            <p:cNvSpPr>
              <a:spLocks noChangeArrowheads="1"/>
            </p:cNvSpPr>
            <p:nvPr/>
          </p:nvSpPr>
          <p:spPr bwMode="auto">
            <a:xfrm>
              <a:off x="334" y="2327"/>
              <a:ext cx="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公式    </a:t>
              </a:r>
            </a:p>
          </p:txBody>
        </p:sp>
        <p:graphicFrame>
          <p:nvGraphicFramePr>
            <p:cNvPr id="23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3616922"/>
                </p:ext>
              </p:extLst>
            </p:nvPr>
          </p:nvGraphicFramePr>
          <p:xfrm>
            <a:off x="1008" y="2251"/>
            <a:ext cx="1176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939600" imgH="330120" progId="Equation.DSMT4">
                    <p:embed/>
                  </p:oleObj>
                </mc:Choice>
                <mc:Fallback>
                  <p:oleObj name="Equation" r:id="rId13" imgW="939600" imgH="330120" progId="Equation.DSMT4">
                    <p:embed/>
                    <p:pic>
                      <p:nvPicPr>
                        <p:cNvPr id="23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251"/>
                          <a:ext cx="1176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Object 26">
            <a:extLst>
              <a:ext uri="{FF2B5EF4-FFF2-40B4-BE49-F238E27FC236}">
                <a16:creationId xmlns:a16="http://schemas.microsoft.com/office/drawing/2014/main" id="{DE42502E-4C94-DE62-AEFC-A3D4BEB8A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746478"/>
              </p:ext>
            </p:extLst>
          </p:nvPr>
        </p:nvGraphicFramePr>
        <p:xfrm>
          <a:off x="7512223" y="5658632"/>
          <a:ext cx="4209280" cy="61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38280" imgH="330120" progId="Equation.DSMT4">
                  <p:embed/>
                </p:oleObj>
              </mc:Choice>
              <mc:Fallback>
                <p:oleObj name="Equation" r:id="rId15" imgW="2438280" imgH="330120" progId="Equation.DSMT4">
                  <p:embed/>
                  <p:pic>
                    <p:nvPicPr>
                      <p:cNvPr id="21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223" y="5658632"/>
                        <a:ext cx="4209280" cy="6175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4">
            <a:extLst>
              <a:ext uri="{FF2B5EF4-FFF2-40B4-BE49-F238E27FC236}">
                <a16:creationId xmlns:a16="http://schemas.microsoft.com/office/drawing/2014/main" id="{4BF487D8-18B2-862F-0723-DDD39B88F8EC}"/>
              </a:ext>
            </a:extLst>
          </p:cNvPr>
          <p:cNvGrpSpPr/>
          <p:nvPr/>
        </p:nvGrpSpPr>
        <p:grpSpPr bwMode="auto">
          <a:xfrm>
            <a:off x="1895098" y="5658626"/>
            <a:ext cx="5476875" cy="617538"/>
            <a:chOff x="336" y="2871"/>
            <a:chExt cx="3450" cy="389"/>
          </a:xfrm>
        </p:grpSpPr>
        <p:graphicFrame>
          <p:nvGraphicFramePr>
            <p:cNvPr id="4" name="Object 27">
              <a:extLst>
                <a:ext uri="{FF2B5EF4-FFF2-40B4-BE49-F238E27FC236}">
                  <a16:creationId xmlns:a16="http://schemas.microsoft.com/office/drawing/2014/main" id="{A1B3FAB6-61B2-173A-9B97-927C290D611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06456491"/>
                </p:ext>
              </p:extLst>
            </p:nvPr>
          </p:nvGraphicFramePr>
          <p:xfrm>
            <a:off x="935" y="2871"/>
            <a:ext cx="2851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50880" imgH="330120" progId="Equation.DSMT4">
                    <p:embed/>
                  </p:oleObj>
                </mc:Choice>
                <mc:Fallback>
                  <p:oleObj name="Equation" r:id="rId17" imgW="2450880" imgH="330120" progId="Equation.DSMT4">
                    <p:embed/>
                    <p:pic>
                      <p:nvPicPr>
                        <p:cNvPr id="23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871"/>
                          <a:ext cx="2851" cy="3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64E95385-8C4B-2AB5-5004-4DDFF6A8D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911"/>
              <a:ext cx="7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特别     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1606238" y="2976489"/>
            <a:ext cx="4676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在上半平面内，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+ 3i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为单极点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</p:txBody>
      </p:sp>
      <p:grpSp>
        <p:nvGrpSpPr>
          <p:cNvPr id="6" name="Group 28"/>
          <p:cNvGrpSpPr/>
          <p:nvPr/>
        </p:nvGrpSpPr>
        <p:grpSpPr bwMode="auto">
          <a:xfrm>
            <a:off x="1057078" y="1826347"/>
            <a:ext cx="4105276" cy="919163"/>
            <a:chOff x="336" y="1005"/>
            <a:chExt cx="2586" cy="579"/>
          </a:xfrm>
        </p:grpSpPr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657" y="1153"/>
              <a:ext cx="7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</a:t>
              </a:r>
            </a:p>
          </p:txBody>
        </p:sp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336" y="1165"/>
              <a:ext cx="5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9" name="Object 19"/>
            <p:cNvGraphicFramePr/>
            <p:nvPr>
              <p:extLst>
                <p:ext uri="{D42A27DB-BD31-4B8C-83A1-F6EECF244321}">
                  <p14:modId xmlns:p14="http://schemas.microsoft.com/office/powerpoint/2010/main" val="1352603749"/>
                </p:ext>
              </p:extLst>
            </p:nvPr>
          </p:nvGraphicFramePr>
          <p:xfrm>
            <a:off x="1218" y="1005"/>
            <a:ext cx="1704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31560" imgH="431640" progId="Equation.DSMT4">
                    <p:embed/>
                  </p:oleObj>
                </mc:Choice>
                <mc:Fallback>
                  <p:oleObj name="Equation" r:id="rId3" imgW="1231560" imgH="431640" progId="Equation.DSMT4">
                    <p:embed/>
                    <p:pic>
                      <p:nvPicPr>
                        <p:cNvPr id="9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8" y="1005"/>
                          <a:ext cx="1704" cy="57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20"/>
          <p:cNvGraphicFramePr/>
          <p:nvPr>
            <p:extLst>
              <p:ext uri="{D42A27DB-BD31-4B8C-83A1-F6EECF244321}">
                <p14:modId xmlns:p14="http://schemas.microsoft.com/office/powerpoint/2010/main" val="3600979749"/>
              </p:ext>
            </p:extLst>
          </p:nvPr>
        </p:nvGraphicFramePr>
        <p:xfrm>
          <a:off x="2119924" y="3667088"/>
          <a:ext cx="3042430" cy="100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495000" progId="Equation.DSMT4">
                  <p:embed/>
                </p:oleObj>
              </mc:Choice>
              <mc:Fallback>
                <p:oleObj name="Equation" r:id="rId5" imgW="1523880" imgH="495000" progId="Equation.DSMT4">
                  <p:embed/>
                  <p:pic>
                    <p:nvPicPr>
                      <p:cNvPr id="10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924" y="3667088"/>
                        <a:ext cx="3042430" cy="1009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/>
          <p:cNvGraphicFramePr/>
          <p:nvPr>
            <p:extLst>
              <p:ext uri="{D42A27DB-BD31-4B8C-83A1-F6EECF244321}">
                <p14:modId xmlns:p14="http://schemas.microsoft.com/office/powerpoint/2010/main" val="3017777222"/>
              </p:ext>
            </p:extLst>
          </p:nvPr>
        </p:nvGraphicFramePr>
        <p:xfrm>
          <a:off x="5162354" y="1832697"/>
          <a:ext cx="3154437" cy="919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480" imgH="444240" progId="Equation.DSMT4">
                  <p:embed/>
                </p:oleObj>
              </mc:Choice>
              <mc:Fallback>
                <p:oleObj name="Equation" r:id="rId7" imgW="1536480" imgH="444240" progId="Equation.DSMT4">
                  <p:embed/>
                  <p:pic>
                    <p:nvPicPr>
                      <p:cNvPr id="11" name="Object 2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354" y="1832697"/>
                        <a:ext cx="3154437" cy="919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/>
          <p:nvPr>
            <p:extLst>
              <p:ext uri="{D42A27DB-BD31-4B8C-83A1-F6EECF244321}">
                <p14:modId xmlns:p14="http://schemas.microsoft.com/office/powerpoint/2010/main" val="2597444296"/>
              </p:ext>
            </p:extLst>
          </p:nvPr>
        </p:nvGraphicFramePr>
        <p:xfrm>
          <a:off x="5048929" y="3777994"/>
          <a:ext cx="1690643" cy="78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06080" progId="Equation.DSMT4">
                  <p:embed/>
                </p:oleObj>
              </mc:Choice>
              <mc:Fallback>
                <p:oleObj name="Equation" r:id="rId9" imgW="838080" imgH="406080" progId="Equation.DSMT4">
                  <p:embed/>
                  <p:pic>
                    <p:nvPicPr>
                      <p:cNvPr id="12" name="Object 2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929" y="3777994"/>
                        <a:ext cx="1690643" cy="787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1606238" y="5053475"/>
            <a:ext cx="76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  </a:t>
            </a:r>
          </a:p>
        </p:txBody>
      </p:sp>
      <p:graphicFrame>
        <p:nvGraphicFramePr>
          <p:cNvPr id="15" name="Object 23"/>
          <p:cNvGraphicFramePr/>
          <p:nvPr>
            <p:extLst>
              <p:ext uri="{D42A27DB-BD31-4B8C-83A1-F6EECF244321}">
                <p14:modId xmlns:p14="http://schemas.microsoft.com/office/powerpoint/2010/main" val="2444519611"/>
              </p:ext>
            </p:extLst>
          </p:nvPr>
        </p:nvGraphicFramePr>
        <p:xfrm>
          <a:off x="2057710" y="4847037"/>
          <a:ext cx="48006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22280" imgH="419040" progId="Equation.DSMT4">
                  <p:embed/>
                </p:oleObj>
              </mc:Choice>
              <mc:Fallback>
                <p:oleObj name="Equation" r:id="rId11" imgW="2222280" imgH="419040" progId="Equation.DSMT4">
                  <p:embed/>
                  <p:pic>
                    <p:nvPicPr>
                      <p:cNvPr id="15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710" y="4847037"/>
                        <a:ext cx="4800600" cy="91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/>
          <p:nvPr>
            <p:extLst>
              <p:ext uri="{D42A27DB-BD31-4B8C-83A1-F6EECF244321}">
                <p14:modId xmlns:p14="http://schemas.microsoft.com/office/powerpoint/2010/main" val="3478243341"/>
              </p:ext>
            </p:extLst>
          </p:nvPr>
        </p:nvGraphicFramePr>
        <p:xfrm>
          <a:off x="6810973" y="4869619"/>
          <a:ext cx="2368709" cy="91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79280" imgH="406080" progId="Equation.DSMT4">
                  <p:embed/>
                </p:oleObj>
              </mc:Choice>
              <mc:Fallback>
                <p:oleObj name="Equation" r:id="rId13" imgW="1079280" imgH="406080" progId="Equation.DSMT4">
                  <p:embed/>
                  <p:pic>
                    <p:nvPicPr>
                      <p:cNvPr id="17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973" y="4869619"/>
                        <a:ext cx="2368709" cy="917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057078" y="1013471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400800" imgH="4572000" progId="Equation.DSMT4">
                  <p:embed/>
                </p:oleObj>
              </mc:Choice>
              <mc:Fallback>
                <p:oleObj name="Equation" r:id="rId15" imgW="6400800" imgH="45720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078" y="1013471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661579"/>
              </p:ext>
            </p:extLst>
          </p:nvPr>
        </p:nvGraphicFramePr>
        <p:xfrm>
          <a:off x="1786533" y="811154"/>
          <a:ext cx="38719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586400" imgH="9753600" progId="Equation.DSMT4">
                  <p:embed/>
                </p:oleObj>
              </mc:Choice>
              <mc:Fallback>
                <p:oleObj name="Equation" r:id="rId17" imgW="43586400" imgH="9753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533" y="811154"/>
                        <a:ext cx="387191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A8B4A53-7423-5FAA-443F-319D04E31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44107"/>
              </p:ext>
            </p:extLst>
          </p:nvPr>
        </p:nvGraphicFramePr>
        <p:xfrm>
          <a:off x="4695300" y="5787193"/>
          <a:ext cx="5925137" cy="87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623439" imgH="533046" progId="Equation.DSMT4">
                  <p:embed/>
                </p:oleObj>
              </mc:Choice>
              <mc:Fallback>
                <p:oleObj name="Equation" r:id="rId19" imgW="3623439" imgH="53304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95300" y="5787193"/>
                        <a:ext cx="5925137" cy="872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3"/>
          <p:cNvGrpSpPr/>
          <p:nvPr/>
        </p:nvGrpSpPr>
        <p:grpSpPr bwMode="auto">
          <a:xfrm>
            <a:off x="1343025" y="3232541"/>
            <a:ext cx="6207127" cy="841375"/>
            <a:chOff x="661" y="1743"/>
            <a:chExt cx="3910" cy="530"/>
          </a:xfrm>
        </p:grpSpPr>
        <p:graphicFrame>
          <p:nvGraphicFramePr>
            <p:cNvPr id="6" name="Object 30"/>
            <p:cNvGraphicFramePr/>
            <p:nvPr>
              <p:extLst>
                <p:ext uri="{D42A27DB-BD31-4B8C-83A1-F6EECF244321}">
                  <p14:modId xmlns:p14="http://schemas.microsoft.com/office/powerpoint/2010/main" val="3863593418"/>
                </p:ext>
              </p:extLst>
            </p:nvPr>
          </p:nvGraphicFramePr>
          <p:xfrm>
            <a:off x="1016" y="1743"/>
            <a:ext cx="3555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81000" imgH="419040" progId="Equation.DSMT4">
                    <p:embed/>
                  </p:oleObj>
                </mc:Choice>
                <mc:Fallback>
                  <p:oleObj name="Equation" r:id="rId3" imgW="2781000" imgH="419040" progId="Equation.DSMT4">
                    <p:embed/>
                    <p:pic>
                      <p:nvPicPr>
                        <p:cNvPr id="6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" y="1743"/>
                          <a:ext cx="3555" cy="53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32"/>
            <p:cNvSpPr>
              <a:spLocks noChangeArrowheads="1"/>
            </p:cNvSpPr>
            <p:nvPr/>
          </p:nvSpPr>
          <p:spPr bwMode="auto">
            <a:xfrm>
              <a:off x="661" y="1877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</a:t>
              </a:r>
            </a:p>
          </p:txBody>
        </p:sp>
      </p:grpSp>
      <p:graphicFrame>
        <p:nvGraphicFramePr>
          <p:cNvPr id="8" name="Object 33"/>
          <p:cNvGraphicFramePr/>
          <p:nvPr>
            <p:extLst>
              <p:ext uri="{D42A27DB-BD31-4B8C-83A1-F6EECF244321}">
                <p14:modId xmlns:p14="http://schemas.microsoft.com/office/powerpoint/2010/main" val="1861364851"/>
              </p:ext>
            </p:extLst>
          </p:nvPr>
        </p:nvGraphicFramePr>
        <p:xfrm>
          <a:off x="7550152" y="3232541"/>
          <a:ext cx="3106642" cy="84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406080" progId="Equation.DSMT4">
                  <p:embed/>
                </p:oleObj>
              </mc:Choice>
              <mc:Fallback>
                <p:oleObj name="Equation" r:id="rId5" imgW="1409400" imgH="406080" progId="Equation.DSMT4">
                  <p:embed/>
                  <p:pic>
                    <p:nvPicPr>
                      <p:cNvPr id="8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2" y="3232541"/>
                        <a:ext cx="3106642" cy="841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/>
          <p:cNvGraphicFramePr/>
          <p:nvPr>
            <p:extLst>
              <p:ext uri="{D42A27DB-BD31-4B8C-83A1-F6EECF244321}">
                <p14:modId xmlns:p14="http://schemas.microsoft.com/office/powerpoint/2010/main" val="2525607879"/>
              </p:ext>
            </p:extLst>
          </p:nvPr>
        </p:nvGraphicFramePr>
        <p:xfrm>
          <a:off x="3008035" y="4255169"/>
          <a:ext cx="2592666" cy="84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406080" progId="Equation.DSMT4">
                  <p:embed/>
                </p:oleObj>
              </mc:Choice>
              <mc:Fallback>
                <p:oleObj name="Equation" r:id="rId7" imgW="1231560" imgH="406080" progId="Equation.DSMT4">
                  <p:embed/>
                  <p:pic>
                    <p:nvPicPr>
                      <p:cNvPr id="9" name="Object 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035" y="4255169"/>
                        <a:ext cx="2592666" cy="841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5"/>
          <p:cNvGraphicFramePr/>
          <p:nvPr>
            <p:extLst>
              <p:ext uri="{D42A27DB-BD31-4B8C-83A1-F6EECF244321}">
                <p14:modId xmlns:p14="http://schemas.microsoft.com/office/powerpoint/2010/main" val="2357455311"/>
              </p:ext>
            </p:extLst>
          </p:nvPr>
        </p:nvGraphicFramePr>
        <p:xfrm>
          <a:off x="5600701" y="4255169"/>
          <a:ext cx="3106643" cy="84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09400" imgH="406080" progId="Equation.DSMT4">
                  <p:embed/>
                </p:oleObj>
              </mc:Choice>
              <mc:Fallback>
                <p:oleObj name="Equation" r:id="rId9" imgW="1409400" imgH="406080" progId="Equation.DSMT4">
                  <p:embed/>
                  <p:pic>
                    <p:nvPicPr>
                      <p:cNvPr id="10" name="Object 3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1" y="4255169"/>
                        <a:ext cx="3106643" cy="841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2"/>
          <p:cNvGrpSpPr/>
          <p:nvPr/>
        </p:nvGrpSpPr>
        <p:grpSpPr bwMode="auto">
          <a:xfrm>
            <a:off x="1343025" y="2045369"/>
            <a:ext cx="3235325" cy="873125"/>
            <a:chOff x="657" y="1013"/>
            <a:chExt cx="2038" cy="550"/>
          </a:xfrm>
        </p:grpSpPr>
        <p:sp>
          <p:nvSpPr>
            <p:cNvPr id="12" name="Rectangle 26"/>
            <p:cNvSpPr>
              <a:spLocks noChangeArrowheads="1"/>
            </p:cNvSpPr>
            <p:nvPr/>
          </p:nvSpPr>
          <p:spPr bwMode="auto">
            <a:xfrm>
              <a:off x="657" y="1153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</a:t>
              </a:r>
            </a:p>
          </p:txBody>
        </p:sp>
        <p:graphicFrame>
          <p:nvGraphicFramePr>
            <p:cNvPr id="13" name="Object 47"/>
            <p:cNvGraphicFramePr/>
            <p:nvPr>
              <p:extLst>
                <p:ext uri="{D42A27DB-BD31-4B8C-83A1-F6EECF244321}">
                  <p14:modId xmlns:p14="http://schemas.microsoft.com/office/powerpoint/2010/main" val="947370510"/>
                </p:ext>
              </p:extLst>
            </p:nvPr>
          </p:nvGraphicFramePr>
          <p:xfrm>
            <a:off x="992" y="1013"/>
            <a:ext cx="1703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31560" imgH="419040" progId="Equation.DSMT4">
                    <p:embed/>
                  </p:oleObj>
                </mc:Choice>
                <mc:Fallback>
                  <p:oleObj name="Equation" r:id="rId11" imgW="1231560" imgH="419040" progId="Equation.DSMT4">
                    <p:embed/>
                    <p:pic>
                      <p:nvPicPr>
                        <p:cNvPr id="13" name="Object 4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2" y="1013"/>
                          <a:ext cx="1703" cy="5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982169" y="1014476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00800" imgH="4572000" progId="Equation.DSMT4">
                  <p:embed/>
                </p:oleObj>
              </mc:Choice>
              <mc:Fallback>
                <p:oleObj name="Equation" r:id="rId13" imgW="6400800" imgH="45720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169" y="1014476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983467"/>
              </p:ext>
            </p:extLst>
          </p:nvPr>
        </p:nvGraphicFramePr>
        <p:xfrm>
          <a:off x="2711624" y="812159"/>
          <a:ext cx="38719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3586400" imgH="9753600" progId="Equation.DSMT4">
                  <p:embed/>
                </p:oleObj>
              </mc:Choice>
              <mc:Fallback>
                <p:oleObj name="Equation" r:id="rId15" imgW="43586400" imgH="9753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812159"/>
                        <a:ext cx="387191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0533491-2436-B4EE-C159-F95F0FE74D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689624"/>
              </p:ext>
            </p:extLst>
          </p:nvPr>
        </p:nvGraphicFramePr>
        <p:xfrm>
          <a:off x="4506631" y="2066006"/>
          <a:ext cx="59245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925322" imgH="873391" progId="Equation.DSMT4">
                  <p:embed/>
                </p:oleObj>
              </mc:Choice>
              <mc:Fallback>
                <p:oleObj name="Equation" r:id="rId17" imgW="5925322" imgH="8733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06631" y="2066006"/>
                        <a:ext cx="5924550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91297" y="1994466"/>
            <a:ext cx="42963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在上半平面内，</a:t>
            </a:r>
            <a:r>
              <a:rPr kumimoji="1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为单极点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   </a:t>
            </a:r>
          </a:p>
        </p:txBody>
      </p:sp>
      <p:grpSp>
        <p:nvGrpSpPr>
          <p:cNvPr id="6" name="Group 28"/>
          <p:cNvGrpSpPr/>
          <p:nvPr/>
        </p:nvGrpSpPr>
        <p:grpSpPr bwMode="auto">
          <a:xfrm>
            <a:off x="741659" y="1767454"/>
            <a:ext cx="3573464" cy="941388"/>
            <a:chOff x="270" y="960"/>
            <a:chExt cx="2251" cy="593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657" y="1111"/>
              <a:ext cx="7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70" y="1117"/>
              <a:ext cx="5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9" name="Object 9"/>
            <p:cNvGraphicFramePr/>
            <p:nvPr>
              <p:extLst>
                <p:ext uri="{D42A27DB-BD31-4B8C-83A1-F6EECF244321}">
                  <p14:modId xmlns:p14="http://schemas.microsoft.com/office/powerpoint/2010/main" val="162219907"/>
                </p:ext>
              </p:extLst>
            </p:nvPr>
          </p:nvGraphicFramePr>
          <p:xfrm>
            <a:off x="1196" y="960"/>
            <a:ext cx="1325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431640" progId="Equation.DSMT4">
                    <p:embed/>
                  </p:oleObj>
                </mc:Choice>
                <mc:Fallback>
                  <p:oleObj name="Equation" r:id="rId3" imgW="914400" imgH="431640" progId="Equation.DSMT4">
                    <p:embed/>
                    <p:pic>
                      <p:nvPicPr>
                        <p:cNvPr id="9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960"/>
                          <a:ext cx="1325" cy="59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0"/>
          <p:cNvGraphicFramePr/>
          <p:nvPr>
            <p:extLst>
              <p:ext uri="{D42A27DB-BD31-4B8C-83A1-F6EECF244321}">
                <p14:modId xmlns:p14="http://schemas.microsoft.com/office/powerpoint/2010/main" val="4087829585"/>
              </p:ext>
            </p:extLst>
          </p:nvPr>
        </p:nvGraphicFramePr>
        <p:xfrm>
          <a:off x="8013997" y="1704425"/>
          <a:ext cx="264001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507960" progId="Equation.DSMT4">
                  <p:embed/>
                </p:oleObj>
              </mc:Choice>
              <mc:Fallback>
                <p:oleObj name="Equation" r:id="rId5" imgW="1231560" imgH="507960" progId="Equation.DSMT4">
                  <p:embed/>
                  <p:pic>
                    <p:nvPicPr>
                      <p:cNvPr id="10" name="Object 1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3997" y="1704425"/>
                        <a:ext cx="2640013" cy="1171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/>
          <p:nvPr>
            <p:extLst>
              <p:ext uri="{D42A27DB-BD31-4B8C-83A1-F6EECF244321}">
                <p14:modId xmlns:p14="http://schemas.microsoft.com/office/powerpoint/2010/main" val="3898933888"/>
              </p:ext>
            </p:extLst>
          </p:nvPr>
        </p:nvGraphicFramePr>
        <p:xfrm>
          <a:off x="10549682" y="1721666"/>
          <a:ext cx="1035050" cy="950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419040" progId="Equation.DSMT4">
                  <p:embed/>
                </p:oleObj>
              </mc:Choice>
              <mc:Fallback>
                <p:oleObj name="Equation" r:id="rId7" imgW="444240" imgH="419040" progId="Equation.DSMT4">
                  <p:embed/>
                  <p:pic>
                    <p:nvPicPr>
                      <p:cNvPr id="11" name="Object 1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9682" y="1721666"/>
                        <a:ext cx="1035050" cy="9504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343025" y="2983009"/>
            <a:ext cx="5445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14" name="Object 17"/>
          <p:cNvGraphicFramePr/>
          <p:nvPr>
            <p:extLst>
              <p:ext uri="{D42A27DB-BD31-4B8C-83A1-F6EECF244321}">
                <p14:modId xmlns:p14="http://schemas.microsoft.com/office/powerpoint/2010/main" val="3292144911"/>
              </p:ext>
            </p:extLst>
          </p:nvPr>
        </p:nvGraphicFramePr>
        <p:xfrm>
          <a:off x="1919967" y="2822838"/>
          <a:ext cx="1774825" cy="85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419040" progId="Equation.DSMT4">
                  <p:embed/>
                </p:oleObj>
              </mc:Choice>
              <mc:Fallback>
                <p:oleObj name="Equation" r:id="rId9" imgW="838080" imgH="419040" progId="Equation.DSMT4">
                  <p:embed/>
                  <p:pic>
                    <p:nvPicPr>
                      <p:cNvPr id="14" name="Object 1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967" y="2822838"/>
                        <a:ext cx="1774825" cy="850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/>
          <p:nvPr>
            <p:extLst>
              <p:ext uri="{D42A27DB-BD31-4B8C-83A1-F6EECF244321}">
                <p14:modId xmlns:p14="http://schemas.microsoft.com/office/powerpoint/2010/main" val="3776058176"/>
              </p:ext>
            </p:extLst>
          </p:nvPr>
        </p:nvGraphicFramePr>
        <p:xfrm>
          <a:off x="3724140" y="2799250"/>
          <a:ext cx="1374002" cy="88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419040" progId="Equation.DSMT4">
                  <p:embed/>
                </p:oleObj>
              </mc:Choice>
              <mc:Fallback>
                <p:oleObj name="Equation" r:id="rId11" imgW="672840" imgH="419040" progId="Equation.DSMT4">
                  <p:embed/>
                  <p:pic>
                    <p:nvPicPr>
                      <p:cNvPr id="15" name="Object 1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140" y="2799250"/>
                        <a:ext cx="1374002" cy="887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/>
          <p:nvPr>
            <p:extLst>
              <p:ext uri="{D42A27DB-BD31-4B8C-83A1-F6EECF244321}">
                <p14:modId xmlns:p14="http://schemas.microsoft.com/office/powerpoint/2010/main" val="1626411421"/>
              </p:ext>
            </p:extLst>
          </p:nvPr>
        </p:nvGraphicFramePr>
        <p:xfrm>
          <a:off x="5098141" y="3011956"/>
          <a:ext cx="1035050" cy="46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228600" progId="Equation.DSMT4">
                  <p:embed/>
                </p:oleObj>
              </mc:Choice>
              <mc:Fallback>
                <p:oleObj name="Equation" r:id="rId13" imgW="495000" imgH="228600" progId="Equation.DSMT4">
                  <p:embed/>
                  <p:pic>
                    <p:nvPicPr>
                      <p:cNvPr id="16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8141" y="3011956"/>
                        <a:ext cx="1035050" cy="4616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/>
          <p:cNvGraphicFramePr/>
          <p:nvPr>
            <p:extLst>
              <p:ext uri="{D42A27DB-BD31-4B8C-83A1-F6EECF244321}">
                <p14:modId xmlns:p14="http://schemas.microsoft.com/office/powerpoint/2010/main" val="402526604"/>
              </p:ext>
            </p:extLst>
          </p:nvPr>
        </p:nvGraphicFramePr>
        <p:xfrm>
          <a:off x="1887538" y="3823998"/>
          <a:ext cx="6702426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13000" imgH="419040" progId="Equation.DSMT4">
                  <p:embed/>
                </p:oleObj>
              </mc:Choice>
              <mc:Fallback>
                <p:oleObj name="Equation" r:id="rId15" imgW="3213000" imgH="419040" progId="Equation.DSMT4">
                  <p:embed/>
                  <p:pic>
                    <p:nvPicPr>
                      <p:cNvPr id="17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3823998"/>
                        <a:ext cx="6702426" cy="877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1"/>
          <p:cNvGraphicFramePr/>
          <p:nvPr>
            <p:extLst>
              <p:ext uri="{D42A27DB-BD31-4B8C-83A1-F6EECF244321}">
                <p14:modId xmlns:p14="http://schemas.microsoft.com/office/powerpoint/2010/main" val="971671793"/>
              </p:ext>
            </p:extLst>
          </p:nvPr>
        </p:nvGraphicFramePr>
        <p:xfrm>
          <a:off x="8589964" y="3849479"/>
          <a:ext cx="1171978" cy="81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3160" imgH="419040" progId="Equation.DSMT4">
                  <p:embed/>
                </p:oleObj>
              </mc:Choice>
              <mc:Fallback>
                <p:oleObj name="Equation" r:id="rId17" imgW="533160" imgH="419040" progId="Equation.DSMT4">
                  <p:embed/>
                  <p:pic>
                    <p:nvPicPr>
                      <p:cNvPr id="18" name="Object 2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9964" y="3849479"/>
                        <a:ext cx="1171978" cy="819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30"/>
          <p:cNvGrpSpPr/>
          <p:nvPr/>
        </p:nvGrpSpPr>
        <p:grpSpPr bwMode="auto">
          <a:xfrm>
            <a:off x="1887538" y="4908207"/>
            <a:ext cx="3911600" cy="863600"/>
            <a:chOff x="3110" y="2948"/>
            <a:chExt cx="2464" cy="544"/>
          </a:xfrm>
        </p:grpSpPr>
        <p:graphicFrame>
          <p:nvGraphicFramePr>
            <p:cNvPr id="21" name="Object 22"/>
            <p:cNvGraphicFramePr/>
            <p:nvPr/>
          </p:nvGraphicFramePr>
          <p:xfrm>
            <a:off x="4872" y="2948"/>
            <a:ext cx="70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485900" imgH="1028700" progId="Equation.3">
                    <p:embed/>
                  </p:oleObj>
                </mc:Choice>
                <mc:Fallback>
                  <p:oleObj name="公式" r:id="rId19" imgW="1485900" imgH="1028700" progId="Equation.3">
                    <p:embed/>
                    <p:pic>
                      <p:nvPicPr>
                        <p:cNvPr id="21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2948"/>
                          <a:ext cx="702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3"/>
            <p:cNvGraphicFramePr/>
            <p:nvPr>
              <p:extLst>
                <p:ext uri="{D42A27DB-BD31-4B8C-83A1-F6EECF244321}">
                  <p14:modId xmlns:p14="http://schemas.microsoft.com/office/powerpoint/2010/main" val="3478699952"/>
                </p:ext>
              </p:extLst>
            </p:nvPr>
          </p:nvGraphicFramePr>
          <p:xfrm>
            <a:off x="3627" y="2988"/>
            <a:ext cx="120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552700" imgH="1066800" progId="Equation.3">
                    <p:embed/>
                  </p:oleObj>
                </mc:Choice>
                <mc:Fallback>
                  <p:oleObj name="公式" r:id="rId21" imgW="2552700" imgH="1066800" progId="Equation.3">
                    <p:embed/>
                    <p:pic>
                      <p:nvPicPr>
                        <p:cNvPr id="22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7" y="2988"/>
                          <a:ext cx="1206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3110" y="3085"/>
              <a:ext cx="6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同理   </a:t>
              </a:r>
            </a:p>
          </p:txBody>
        </p:sp>
      </p:grpSp>
      <p:grpSp>
        <p:nvGrpSpPr>
          <p:cNvPr id="24" name="Group 31"/>
          <p:cNvGrpSpPr/>
          <p:nvPr/>
        </p:nvGrpSpPr>
        <p:grpSpPr bwMode="auto">
          <a:xfrm>
            <a:off x="1390948" y="5840016"/>
            <a:ext cx="2924175" cy="711200"/>
            <a:chOff x="658" y="3634"/>
            <a:chExt cx="1842" cy="448"/>
          </a:xfrm>
        </p:grpSpPr>
        <p:graphicFrame>
          <p:nvGraphicFramePr>
            <p:cNvPr id="25" name="Object 25"/>
            <p:cNvGraphicFramePr/>
            <p:nvPr/>
          </p:nvGraphicFramePr>
          <p:xfrm>
            <a:off x="1016" y="3634"/>
            <a:ext cx="1484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3149600" imgH="952500" progId="Equation.3">
                    <p:embed/>
                  </p:oleObj>
                </mc:Choice>
                <mc:Fallback>
                  <p:oleObj name="公式" r:id="rId23" imgW="3149600" imgH="952500" progId="Equation.3">
                    <p:embed/>
                    <p:pic>
                      <p:nvPicPr>
                        <p:cNvPr id="25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" y="3634"/>
                          <a:ext cx="1484" cy="4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658" y="3695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  </a:t>
              </a:r>
            </a:p>
          </p:txBody>
        </p:sp>
      </p:grp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410791" y="975371"/>
          <a:ext cx="573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400800" imgH="4572000" progId="Equation.DSMT4">
                  <p:embed/>
                </p:oleObj>
              </mc:Choice>
              <mc:Fallback>
                <p:oleObj name="Equation" r:id="rId25" imgW="6400800" imgH="45720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791" y="975371"/>
                        <a:ext cx="5730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413484"/>
              </p:ext>
            </p:extLst>
          </p:nvPr>
        </p:nvGraphicFramePr>
        <p:xfrm>
          <a:off x="2084685" y="755571"/>
          <a:ext cx="592931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6751200" imgH="9753600" progId="Equation.DSMT4">
                  <p:embed/>
                </p:oleObj>
              </mc:Choice>
              <mc:Fallback>
                <p:oleObj name="Equation" r:id="rId27" imgW="66751200" imgH="97536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685" y="755571"/>
                        <a:ext cx="592931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内容占位符 3"/>
          <p:cNvSpPr txBox="1"/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用留数定理计算实积分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教材第六章习题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 (1)(2)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 (1)(3).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642</Words>
  <Application>Microsoft Office PowerPoint</Application>
  <PresentationFormat>宽屏</PresentationFormat>
  <Paragraphs>118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47</cp:revision>
  <dcterms:created xsi:type="dcterms:W3CDTF">2025-08-05T06:46:32Z</dcterms:created>
  <dcterms:modified xsi:type="dcterms:W3CDTF">2025-10-27T13:11:17Z</dcterms:modified>
</cp:coreProperties>
</file>