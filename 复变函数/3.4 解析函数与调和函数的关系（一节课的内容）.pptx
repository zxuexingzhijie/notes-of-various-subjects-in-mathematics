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17"/>
  </p:notesMasterIdLst>
  <p:sldIdLst>
    <p:sldId id="795" r:id="rId4"/>
    <p:sldId id="774" r:id="rId5"/>
    <p:sldId id="775" r:id="rId6"/>
    <p:sldId id="776" r:id="rId7"/>
    <p:sldId id="777" r:id="rId8"/>
    <p:sldId id="778" r:id="rId9"/>
    <p:sldId id="779" r:id="rId10"/>
    <p:sldId id="780" r:id="rId11"/>
    <p:sldId id="781" r:id="rId12"/>
    <p:sldId id="782" r:id="rId13"/>
    <p:sldId id="783" r:id="rId14"/>
    <p:sldId id="784" r:id="rId15"/>
    <p:sldId id="68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CF721-2A44-4E7F-A25F-6689FA60FEA7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701F4-0BB0-424D-95BB-3B31D8714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36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44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323C7-49DD-EE12-B367-AADC4515F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D80380-6716-F0B2-E4D5-620A5DF43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75B12-1EA0-E0FD-5BEC-87F11CDB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4A4F0-6DB8-BEE3-667C-F33100EA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191E71-E350-0EFC-7122-40A6E345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57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54A6A-3775-5BA9-C930-117CD7EC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60755-2105-B4CD-DEBF-718BEA4EA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530FD-FA71-9118-A674-76F9A614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51682-3407-79EE-FC82-B4993D7A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AD2032-BAAC-54C1-1CC5-318ED039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12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A1B2C-91DA-F2C3-43AC-AACC3313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EE4BD9-9A31-F9F1-8356-CCC52FE85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EE6950-57B5-D304-77BB-A0EC461F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9C552-6B05-F12C-1D98-05DD10EB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B4D35-6745-A6DC-2BD0-A0C04E97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A070F-BF1B-7587-BA2E-808E8860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CCE6D1-36D8-7E5D-8663-11F28527A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6D6DC6-10E7-17A6-EC14-110ED50CA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E31F9C-3408-831F-7D55-D5101EFD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E44F1A-8DD3-A829-E266-0C168E4D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53989-F47F-18AE-B749-ED450D39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81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6BB86-1272-E7F6-8C79-E1FE4F8B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A3D677-E731-731E-FFCA-5884EC962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47E805-320D-D1CA-6C3D-048B68D52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519BCF-D024-7A7F-7D04-1BF9FB5A0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A10ABA-B010-27FD-6506-4FD5CFB61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27A77D-4D1D-E088-2F8A-C2B5EBCA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63145B-27BE-2D1F-F3AB-F2B4ECA9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7AD311-37D6-1B4E-FD74-54E940DD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0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D9C11-E760-8A99-88EE-D80E5092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BE5D31-A9BA-11D2-2576-BFAD840A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19BEDB-BD53-09B0-ABF0-AD454DB0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692549-B448-A576-3C68-7966AE05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78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81FB70-F90A-0627-4D93-8579A332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A4D865-0662-8D0C-19C1-77AD6792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CBDA6-76AB-6128-3888-5BDB7C56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2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C249F-D0B2-FC59-27BE-C68D1BFE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A27DE-2DCE-8DDE-17BC-AF595BE17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90122F-0405-4CFB-D146-9D847A10D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003479-B0B8-EC93-E59D-3516B3B4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1DDCC-DADE-AA34-EE24-3C317856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7F806-2D5E-AB66-CB50-B7697543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13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DD179-435C-4CAC-BDCE-85A806AE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3279B0-4BC3-785E-8511-BD9E348F7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238E50-BBD8-8465-6EE7-F9F7C1CC0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D7E049-6AA9-F93A-A2F3-4DE7AA11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03AAAE-44C8-7D5D-2FD8-12DF0839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D6B4D7-243C-5117-C716-57A59C00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65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110DC-8853-FED2-EC73-6B17BAAB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1F3A42-466A-95F9-EBDA-B86A773F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16241-78F7-437F-001D-97469F66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551DB-B4E7-7B07-9CCA-060F86EE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5DE87-316A-5E95-6895-6CCE1348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37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A9D094-4578-659B-FF31-B41CAFFBA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F3920C-C5BE-5E11-CB34-355C60AAD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735F2A-008F-3E78-6D99-37F55CD5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126EC7-C4D2-F086-2752-0F879FCC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73EF09-92DA-F055-F814-269AED9C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17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95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100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504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459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405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21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561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56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49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03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03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504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2ABA-E16D-4BC3-9035-4A1703C7A2E1}" type="datetimeFigureOut">
              <a:rPr lang="zh-CN" altLang="en-US" smtClean="0"/>
              <a:pPr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97610-629F-44E8-B821-1586B67757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089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7869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61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8690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30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95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6159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7786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1559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3453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0084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1334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7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6DC86A-536D-B6A7-47D8-6491FE09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8DC6BD-4B4B-339A-8E38-3EDD66352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E491D-BE0A-6176-F680-4805D52CB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75F46-0791-4670-84A3-9D2C21AB69F9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5854A-AC74-2129-21C2-700483E0F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CC9D0-1C8B-A297-FC21-EF97BA1C5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3C621-271A-4C9D-A3EE-73D8416CA4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2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0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17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0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9.emf"/><Relationship Id="rId20" Type="http://schemas.openxmlformats.org/officeDocument/2006/relationships/image" Target="../media/image21.emf"/><Relationship Id="rId1" Type="http://schemas.openxmlformats.org/officeDocument/2006/relationships/tags" Target="../tags/tag3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9.wmf"/><Relationship Id="rId26" Type="http://schemas.openxmlformats.org/officeDocument/2006/relationships/image" Target="../media/image33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29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tags" Target="../tags/tag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wmf"/><Relationship Id="rId18" Type="http://schemas.openxmlformats.org/officeDocument/2006/relationships/oleObject" Target="../embeddings/oleObject33.bin"/><Relationship Id="rId26" Type="http://schemas.openxmlformats.org/officeDocument/2006/relationships/oleObject" Target="../embeddings/oleObject37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38.wmf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33" Type="http://schemas.openxmlformats.org/officeDocument/2006/relationships/image" Target="../media/image44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29" Type="http://schemas.openxmlformats.org/officeDocument/2006/relationships/image" Target="../media/image42.wmf"/><Relationship Id="rId1" Type="http://schemas.openxmlformats.org/officeDocument/2006/relationships/tags" Target="../tags/tag5.xml"/><Relationship Id="rId6" Type="http://schemas.openxmlformats.org/officeDocument/2006/relationships/image" Target="../media/image26.wmf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36.bin"/><Relationship Id="rId32" Type="http://schemas.openxmlformats.org/officeDocument/2006/relationships/oleObject" Target="../embeddings/oleObject40.bin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38.bin"/><Relationship Id="rId10" Type="http://schemas.openxmlformats.org/officeDocument/2006/relationships/image" Target="../media/image28.wmf"/><Relationship Id="rId19" Type="http://schemas.openxmlformats.org/officeDocument/2006/relationships/image" Target="../media/image37.wmf"/><Relationship Id="rId31" Type="http://schemas.openxmlformats.org/officeDocument/2006/relationships/image" Target="../media/image43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4.bin"/><Relationship Id="rId14" Type="http://schemas.openxmlformats.org/officeDocument/2006/relationships/oleObject" Target="../embeddings/oleObject31.bin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39.bin"/><Relationship Id="rId8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.bin"/><Relationship Id="rId18" Type="http://schemas.openxmlformats.org/officeDocument/2006/relationships/image" Target="../media/image51.wmf"/><Relationship Id="rId26" Type="http://schemas.openxmlformats.org/officeDocument/2006/relationships/image" Target="../media/image55.wmf"/><Relationship Id="rId21" Type="http://schemas.openxmlformats.org/officeDocument/2006/relationships/oleObject" Target="../embeddings/oleObject49.bin"/><Relationship Id="rId34" Type="http://schemas.openxmlformats.org/officeDocument/2006/relationships/image" Target="../media/image59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33" Type="http://schemas.openxmlformats.org/officeDocument/2006/relationships/oleObject" Target="../embeddings/oleObject55.bin"/><Relationship Id="rId38" Type="http://schemas.openxmlformats.org/officeDocument/2006/relationships/image" Target="../media/image61.wmf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29" Type="http://schemas.openxmlformats.org/officeDocument/2006/relationships/oleObject" Target="../embeddings/oleObject53.bin"/><Relationship Id="rId1" Type="http://schemas.openxmlformats.org/officeDocument/2006/relationships/tags" Target="../tags/tag6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4.wmf"/><Relationship Id="rId32" Type="http://schemas.openxmlformats.org/officeDocument/2006/relationships/image" Target="../media/image58.wmf"/><Relationship Id="rId37" Type="http://schemas.openxmlformats.org/officeDocument/2006/relationships/oleObject" Target="../embeddings/oleObject57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image" Target="../media/image56.wmf"/><Relationship Id="rId36" Type="http://schemas.openxmlformats.org/officeDocument/2006/relationships/image" Target="../media/image60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48.bin"/><Relationship Id="rId31" Type="http://schemas.openxmlformats.org/officeDocument/2006/relationships/oleObject" Target="../embeddings/oleObject54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9.wmf"/><Relationship Id="rId22" Type="http://schemas.openxmlformats.org/officeDocument/2006/relationships/image" Target="../media/image53.wmf"/><Relationship Id="rId27" Type="http://schemas.openxmlformats.org/officeDocument/2006/relationships/oleObject" Target="../embeddings/oleObject52.bin"/><Relationship Id="rId30" Type="http://schemas.openxmlformats.org/officeDocument/2006/relationships/image" Target="../media/image57.wmf"/><Relationship Id="rId35" Type="http://schemas.openxmlformats.org/officeDocument/2006/relationships/oleObject" Target="../embeddings/oleObject56.bin"/><Relationship Id="rId8" Type="http://schemas.openxmlformats.org/officeDocument/2006/relationships/image" Target="../media/image27.wmf"/><Relationship Id="rId3" Type="http://schemas.openxmlformats.org/officeDocument/2006/relationships/oleObject" Target="../embeddings/oleObject41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34" Type="http://schemas.openxmlformats.org/officeDocument/2006/relationships/image" Target="../media/image77.wmf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5.bin"/><Relationship Id="rId25" Type="http://schemas.openxmlformats.org/officeDocument/2006/relationships/oleObject" Target="../embeddings/oleObject69.bin"/><Relationship Id="rId33" Type="http://schemas.openxmlformats.org/officeDocument/2006/relationships/oleObject" Target="../embeddings/oleObject73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71.bin"/><Relationship Id="rId1" Type="http://schemas.openxmlformats.org/officeDocument/2006/relationships/tags" Target="../tags/tag7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72.wmf"/><Relationship Id="rId32" Type="http://schemas.openxmlformats.org/officeDocument/2006/relationships/image" Target="../media/image76.wmf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28" Type="http://schemas.openxmlformats.org/officeDocument/2006/relationships/image" Target="../media/image74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66.bin"/><Relationship Id="rId31" Type="http://schemas.openxmlformats.org/officeDocument/2006/relationships/oleObject" Target="../embeddings/oleObject72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70.bin"/><Relationship Id="rId30" Type="http://schemas.openxmlformats.org/officeDocument/2006/relationships/image" Target="../media/image75.wmf"/><Relationship Id="rId8" Type="http://schemas.openxmlformats.org/officeDocument/2006/relationships/image" Target="../media/image64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2.bin"/><Relationship Id="rId34" Type="http://schemas.openxmlformats.org/officeDocument/2006/relationships/image" Target="../media/image92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33" Type="http://schemas.openxmlformats.org/officeDocument/2006/relationships/oleObject" Target="../embeddings/oleObject88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29" Type="http://schemas.openxmlformats.org/officeDocument/2006/relationships/oleObject" Target="../embeddings/oleObject86.bin"/><Relationship Id="rId1" Type="http://schemas.openxmlformats.org/officeDocument/2006/relationships/tags" Target="../tags/tag8.x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87.wmf"/><Relationship Id="rId32" Type="http://schemas.openxmlformats.org/officeDocument/2006/relationships/image" Target="../media/image91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89.wmf"/><Relationship Id="rId36" Type="http://schemas.openxmlformats.org/officeDocument/2006/relationships/image" Target="../media/image93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1.bin"/><Relationship Id="rId31" Type="http://schemas.openxmlformats.org/officeDocument/2006/relationships/oleObject" Target="../embeddings/oleObject87.bin"/><Relationship Id="rId4" Type="http://schemas.openxmlformats.org/officeDocument/2006/relationships/image" Target="../media/image78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85.bin"/><Relationship Id="rId30" Type="http://schemas.openxmlformats.org/officeDocument/2006/relationships/image" Target="../media/image90.wmf"/><Relationship Id="rId35" Type="http://schemas.openxmlformats.org/officeDocument/2006/relationships/oleObject" Target="../embeddings/oleObject89.bin"/><Relationship Id="rId8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00.wmf"/><Relationship Id="rId26" Type="http://schemas.openxmlformats.org/officeDocument/2006/relationships/image" Target="../media/image104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tags" Target="../tags/tag9.x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03.w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1.wmf"/><Relationship Id="rId26" Type="http://schemas.openxmlformats.org/officeDocument/2006/relationships/image" Target="../media/image115.w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29" Type="http://schemas.openxmlformats.org/officeDocument/2006/relationships/oleObject" Target="../embeddings/oleObject113.bin"/><Relationship Id="rId1" Type="http://schemas.openxmlformats.org/officeDocument/2006/relationships/tags" Target="../tags/tag10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14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16.wmf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1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24.wmf"/><Relationship Id="rId26" Type="http://schemas.openxmlformats.org/officeDocument/2006/relationships/image" Target="../media/image128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4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tags" Target="../tags/tag11.x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27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28" Type="http://schemas.openxmlformats.org/officeDocument/2006/relationships/image" Target="../media/image129.wmf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22.wmf"/><Relationship Id="rId22" Type="http://schemas.openxmlformats.org/officeDocument/2006/relationships/image" Target="../media/image126.wmf"/><Relationship Id="rId27" Type="http://schemas.openxmlformats.org/officeDocument/2006/relationships/oleObject" Target="../embeddings/oleObject125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28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第三章 复变函数的积分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8CC3B8-72F0-716F-320C-886F99ABC03F}"/>
              </a:ext>
            </a:extLst>
          </p:cNvPr>
          <p:cNvSpPr txBox="1"/>
          <p:nvPr/>
        </p:nvSpPr>
        <p:spPr>
          <a:xfrm>
            <a:off x="3903077" y="3869981"/>
            <a:ext cx="4541315" cy="46881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3.4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解析函数与调和函数的关系</a:t>
            </a:r>
          </a:p>
        </p:txBody>
      </p:sp>
    </p:spTree>
    <p:extLst>
      <p:ext uri="{BB962C8B-B14F-4D97-AF65-F5344CB8AC3E}">
        <p14:creationId xmlns:p14="http://schemas.microsoft.com/office/powerpoint/2010/main" val="18264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21506" y="853676"/>
          <a:ext cx="2900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137600" imgH="4572000" progId="Equation.DSMT4">
                  <p:embed/>
                </p:oleObj>
              </mc:Choice>
              <mc:Fallback>
                <p:oleObj name="Equation" r:id="rId3" imgW="341376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06" y="853676"/>
                        <a:ext cx="2900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116164"/>
              </p:ext>
            </p:extLst>
          </p:nvPr>
        </p:nvGraphicFramePr>
        <p:xfrm>
          <a:off x="1977496" y="1477928"/>
          <a:ext cx="8682321" cy="1377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27400" imgH="660240" progId="Equation.DSMT4">
                  <p:embed/>
                </p:oleObj>
              </mc:Choice>
              <mc:Fallback>
                <p:oleObj name="Equation" r:id="rId5" imgW="4127400" imgH="6602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496" y="1477928"/>
                        <a:ext cx="8682321" cy="1377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957262" y="1477928"/>
          <a:ext cx="771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29600" imgH="4572000" progId="Equation.DSMT4">
                  <p:embed/>
                </p:oleObj>
              </mc:Choice>
              <mc:Fallback>
                <p:oleObj name="Equation" r:id="rId7" imgW="8229600" imgH="45720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2" y="1477928"/>
                        <a:ext cx="7715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33938"/>
              </p:ext>
            </p:extLst>
          </p:nvPr>
        </p:nvGraphicFramePr>
        <p:xfrm>
          <a:off x="3117656" y="2986069"/>
          <a:ext cx="5956687" cy="98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54280" imgH="444240" progId="Equation.DSMT4">
                  <p:embed/>
                </p:oleObj>
              </mc:Choice>
              <mc:Fallback>
                <p:oleObj name="Equation" r:id="rId9" imgW="2654280" imgH="44424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656" y="2986069"/>
                        <a:ext cx="5956687" cy="984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99158" y="863688"/>
          <a:ext cx="4454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425600" imgH="4876800" progId="Equation.DSMT4">
                  <p:embed/>
                </p:oleObj>
              </mc:Choice>
              <mc:Fallback>
                <p:oleObj name="Equation" r:id="rId3" imgW="52425600" imgH="48768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158" y="863688"/>
                        <a:ext cx="44545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697368"/>
              </p:ext>
            </p:extLst>
          </p:nvPr>
        </p:nvGraphicFramePr>
        <p:xfrm>
          <a:off x="2017097" y="1938347"/>
          <a:ext cx="9626015" cy="44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43400" imgH="203040" progId="Equation.DSMT4">
                  <p:embed/>
                </p:oleObj>
              </mc:Choice>
              <mc:Fallback>
                <p:oleObj name="Equation" r:id="rId5" imgW="434340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097" y="1938347"/>
                        <a:ext cx="9626015" cy="443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79366" y="1369748"/>
          <a:ext cx="20002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6000" imgH="4876800" progId="Equation.DSMT4">
                  <p:embed/>
                </p:oleObj>
              </mc:Choice>
              <mc:Fallback>
                <p:oleObj name="Equation" r:id="rId7" imgW="21336000" imgH="48768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366" y="1369748"/>
                        <a:ext cx="20002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68668" y="1924162"/>
          <a:ext cx="771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29600" imgH="4572000" progId="Equation.DSMT4">
                  <p:embed/>
                </p:oleObj>
              </mc:Choice>
              <mc:Fallback>
                <p:oleObj name="Equation" r:id="rId9" imgW="8229600" imgH="4572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68" y="1924162"/>
                        <a:ext cx="7715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653892"/>
              </p:ext>
            </p:extLst>
          </p:nvPr>
        </p:nvGraphicFramePr>
        <p:xfrm>
          <a:off x="1977495" y="1628542"/>
          <a:ext cx="8209779" cy="140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660240" progId="Equation.DSMT4">
                  <p:embed/>
                </p:oleObj>
              </mc:Choice>
              <mc:Fallback>
                <p:oleObj name="Equation" r:id="rId3" imgW="3835080" imgH="6602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495" y="1628542"/>
                        <a:ext cx="8209779" cy="1403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95462" y="983899"/>
          <a:ext cx="34575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80800" imgH="4572000" progId="Equation.DSMT4">
                  <p:embed/>
                </p:oleObj>
              </mc:Choice>
              <mc:Fallback>
                <p:oleObj name="Equation" r:id="rId5" imgW="36880800" imgH="45720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62" y="983899"/>
                        <a:ext cx="34575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23297" y="1785829"/>
          <a:ext cx="771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29600" imgH="4572000" progId="Equation.DSMT4">
                  <p:embed/>
                </p:oleObj>
              </mc:Choice>
              <mc:Fallback>
                <p:oleObj name="Equation" r:id="rId7" imgW="8229600" imgH="4572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297" y="1785829"/>
                        <a:ext cx="7715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305589"/>
              </p:ext>
            </p:extLst>
          </p:nvPr>
        </p:nvGraphicFramePr>
        <p:xfrm>
          <a:off x="1957831" y="5013133"/>
          <a:ext cx="8991724" cy="971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38480" imgH="431640" progId="Equation.DSMT4">
                  <p:embed/>
                </p:oleObj>
              </mc:Choice>
              <mc:Fallback>
                <p:oleObj name="Equation" r:id="rId9" imgW="4038480" imgH="431640" progId="Equation.DSMT4">
                  <p:embed/>
                  <p:pic>
                    <p:nvPicPr>
                      <p:cNvPr id="1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831" y="5013133"/>
                        <a:ext cx="8991724" cy="971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608017"/>
              </p:ext>
            </p:extLst>
          </p:nvPr>
        </p:nvGraphicFramePr>
        <p:xfrm>
          <a:off x="823297" y="5013133"/>
          <a:ext cx="771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229600" imgH="4572000" progId="Equation.DSMT4">
                  <p:embed/>
                </p:oleObj>
              </mc:Choice>
              <mc:Fallback>
                <p:oleObj name="Equation" r:id="rId11" imgW="8229600" imgH="45720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297" y="5013133"/>
                        <a:ext cx="7715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19170A3-58BD-AA12-BA52-DA0FFDD21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082307"/>
              </p:ext>
            </p:extLst>
          </p:nvPr>
        </p:nvGraphicFramePr>
        <p:xfrm>
          <a:off x="823297" y="3292454"/>
          <a:ext cx="604889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2188" imgH="232971" progId="Equation.DSMT4">
                  <p:embed/>
                </p:oleObj>
              </mc:Choice>
              <mc:Fallback>
                <p:oleObj name="Equation" r:id="rId13" imgW="332188" imgH="2329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3297" y="3292454"/>
                        <a:ext cx="604889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70EFD5C-8332-921C-5539-A91C27174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923432"/>
              </p:ext>
            </p:extLst>
          </p:nvPr>
        </p:nvGraphicFramePr>
        <p:xfrm>
          <a:off x="1594822" y="3292454"/>
          <a:ext cx="601961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73277" imgH="266523" progId="Equation.DSMT4">
                  <p:embed/>
                </p:oleObj>
              </mc:Choice>
              <mc:Fallback>
                <p:oleObj name="Equation" r:id="rId15" imgW="3773277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4822" y="3292454"/>
                        <a:ext cx="6019610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0D313A3-388C-E2C7-A72C-664E6B83C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773477"/>
              </p:ext>
            </p:extLst>
          </p:nvPr>
        </p:nvGraphicFramePr>
        <p:xfrm>
          <a:off x="1594822" y="3810105"/>
          <a:ext cx="795439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986587" imgH="266523" progId="Equation.DSMT4">
                  <p:embed/>
                </p:oleObj>
              </mc:Choice>
              <mc:Fallback>
                <p:oleObj name="Equation" r:id="rId17" imgW="4986587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94822" y="3810105"/>
                        <a:ext cx="795439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E91A391-30A7-8EA0-4727-100308B72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97811"/>
              </p:ext>
            </p:extLst>
          </p:nvPr>
        </p:nvGraphicFramePr>
        <p:xfrm>
          <a:off x="7725230" y="3296900"/>
          <a:ext cx="1198175" cy="436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1284" imgH="266523" progId="Equation.DSMT4">
                  <p:embed/>
                </p:oleObj>
              </mc:Choice>
              <mc:Fallback>
                <p:oleObj name="Equation" r:id="rId19" imgW="731284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25230" y="3296900"/>
                        <a:ext cx="1198175" cy="436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783037"/>
              </p:ext>
            </p:extLst>
          </p:nvPr>
        </p:nvGraphicFramePr>
        <p:xfrm>
          <a:off x="2115793" y="1515633"/>
          <a:ext cx="8164630" cy="1417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08360" imgH="647640" progId="Equation.DSMT4">
                  <p:embed/>
                </p:oleObj>
              </mc:Choice>
              <mc:Fallback>
                <p:oleObj name="Equation" r:id="rId3" imgW="3708360" imgH="647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793" y="1515633"/>
                        <a:ext cx="8164630" cy="1417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045369" y="866684"/>
          <a:ext cx="1743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92800" imgH="4572000" progId="Equation.DSMT4">
                  <p:embed/>
                </p:oleObj>
              </mc:Choice>
              <mc:Fallback>
                <p:oleObj name="Equation" r:id="rId5" imgW="18592800" imgH="45720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866684"/>
                        <a:ext cx="1743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785516"/>
              </p:ext>
            </p:extLst>
          </p:nvPr>
        </p:nvGraphicFramePr>
        <p:xfrm>
          <a:off x="1189474" y="1569693"/>
          <a:ext cx="81225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320" imgH="190440" progId="Equation.DSMT4">
                  <p:embed/>
                </p:oleObj>
              </mc:Choice>
              <mc:Fallback>
                <p:oleObj name="Equation" r:id="rId7" imgW="35532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474" y="1569693"/>
                        <a:ext cx="812258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182688" y="3183745"/>
          <a:ext cx="571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6000" imgH="4572000" progId="Equation.DSMT4">
                  <p:embed/>
                </p:oleObj>
              </mc:Choice>
              <mc:Fallback>
                <p:oleObj name="Equation" r:id="rId9" imgW="60960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3183745"/>
                        <a:ext cx="571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17701" y="3112192"/>
          <a:ext cx="95869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108000" imgH="10668000" progId="Equation.DSMT4">
                  <p:embed/>
                </p:oleObj>
              </mc:Choice>
              <mc:Fallback>
                <p:oleObj name="Equation" r:id="rId11" imgW="102108000" imgH="10668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1" y="3112192"/>
                        <a:ext cx="958691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182688" y="4308534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6000" imgH="4876800" progId="Equation.DSMT4">
                  <p:embed/>
                </p:oleObj>
              </mc:Choice>
              <mc:Fallback>
                <p:oleObj name="Equation" r:id="rId13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308534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2002430" y="4183129"/>
          <a:ext cx="2778751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956000" imgH="9753600" progId="Equation.DSMT4">
                  <p:embed/>
                </p:oleObj>
              </mc:Choice>
              <mc:Fallback>
                <p:oleObj name="Equation" r:id="rId15" imgW="28956000" imgH="9753600" progId="Equation.DSMT4">
                  <p:embed/>
                  <p:pic>
                    <p:nvPicPr>
                      <p:cNvPr id="1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430" y="4183129"/>
                        <a:ext cx="2778751" cy="9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4930281" y="4211291"/>
          <a:ext cx="1714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14500" imgH="889000" progId="Equation.3">
                  <p:embed/>
                </p:oleObj>
              </mc:Choice>
              <mc:Fallback>
                <p:oleObj name="Equation" r:id="rId17" imgW="1714500" imgH="889000" progId="Equation.3">
                  <p:embed/>
                  <p:pic>
                    <p:nvPicPr>
                      <p:cNvPr id="1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281" y="4211291"/>
                        <a:ext cx="1714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6793881" y="4227716"/>
          <a:ext cx="240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400300" imgH="914400" progId="Equation.3">
                  <p:embed/>
                </p:oleObj>
              </mc:Choice>
              <mc:Fallback>
                <p:oleObj name="Equation" r:id="rId19" imgW="2400300" imgH="914400" progId="Equation.3">
                  <p:embed/>
                  <p:pic>
                    <p:nvPicPr>
                      <p:cNvPr id="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3881" y="4227716"/>
                        <a:ext cx="2400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9343282" y="4183129"/>
          <a:ext cx="151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11300" imgH="965200" progId="Equation.3">
                  <p:embed/>
                </p:oleObj>
              </mc:Choice>
              <mc:Fallback>
                <p:oleObj name="Equation" r:id="rId21" imgW="1511300" imgH="9652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282" y="4183129"/>
                        <a:ext cx="1511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2001732" y="5342628"/>
          <a:ext cx="3138172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4442400" imgH="10668000" progId="Equation.DSMT4">
                  <p:embed/>
                </p:oleObj>
              </mc:Choice>
              <mc:Fallback>
                <p:oleObj name="Equation" r:id="rId23" imgW="34442400" imgH="10668000" progId="Equation.DSMT4">
                  <p:embed/>
                  <p:pic>
                    <p:nvPicPr>
                      <p:cNvPr id="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732" y="5342628"/>
                        <a:ext cx="3138172" cy="9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5462384" y="5594628"/>
          <a:ext cx="346870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8404800" imgH="5181600" progId="Equation.DSMT4">
                  <p:embed/>
                </p:oleObj>
              </mc:Choice>
              <mc:Fallback>
                <p:oleObj name="Equation" r:id="rId25" imgW="38404800" imgH="5181600" progId="Equation.DSMT4">
                  <p:embed/>
                  <p:pic>
                    <p:nvPicPr>
                      <p:cNvPr id="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384" y="5594628"/>
                        <a:ext cx="3468706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26228" y="885467"/>
          <a:ext cx="571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0" imgH="4572000" progId="Equation.DSMT4">
                  <p:embed/>
                </p:oleObj>
              </mc:Choice>
              <mc:Fallback>
                <p:oleObj name="Equation" r:id="rId3" imgW="60960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228" y="885467"/>
                        <a:ext cx="571500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61241" y="813914"/>
          <a:ext cx="95869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108000" imgH="10668000" progId="Equation.DSMT4">
                  <p:embed/>
                </p:oleObj>
              </mc:Choice>
              <mc:Fallback>
                <p:oleObj name="Equation" r:id="rId5" imgW="102108000" imgH="106680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241" y="813914"/>
                        <a:ext cx="958691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44478" y="2003364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478" y="2003364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1781118" y="1874574"/>
          <a:ext cx="2778751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6000" imgH="9753600" progId="Equation.DSMT4">
                  <p:embed/>
                </p:oleObj>
              </mc:Choice>
              <mc:Fallback>
                <p:oleObj name="Equation" r:id="rId9" imgW="28956000" imgH="9753600" progId="Equation.DSMT4">
                  <p:embed/>
                  <p:pic>
                    <p:nvPicPr>
                      <p:cNvPr id="1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18" y="1874574"/>
                        <a:ext cx="2778751" cy="9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4791368" y="1932153"/>
          <a:ext cx="240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300" imgH="914400" progId="Equation.3">
                  <p:embed/>
                </p:oleObj>
              </mc:Choice>
              <mc:Fallback>
                <p:oleObj name="Equation" r:id="rId7" imgW="2400300" imgH="914400" progId="Equation.3">
                  <p:embed/>
                  <p:pic>
                    <p:nvPicPr>
                      <p:cNvPr id="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368" y="1932153"/>
                        <a:ext cx="2400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7498602" y="1889756"/>
          <a:ext cx="3459177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80800" imgH="10363200" progId="Equation.DSMT4">
                  <p:embed/>
                </p:oleObj>
              </mc:Choice>
              <mc:Fallback>
                <p:oleObj name="Equation" r:id="rId12" imgW="36880800" imgH="10363200" progId="Equation.DSMT4">
                  <p:embed/>
                  <p:pic>
                    <p:nvPicPr>
                      <p:cNvPr id="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602" y="1889756"/>
                        <a:ext cx="3459177" cy="9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1824317" y="3081917"/>
          <a:ext cx="1917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17700" imgH="596900" progId="Equation.3">
                  <p:embed/>
                </p:oleObj>
              </mc:Choice>
              <mc:Fallback>
                <p:oleObj name="Equation" r:id="rId14" imgW="1917700" imgH="596900" progId="Equation.3">
                  <p:embed/>
                  <p:pic>
                    <p:nvPicPr>
                      <p:cNvPr id="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317" y="3081917"/>
                        <a:ext cx="1917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509802"/>
              </p:ext>
            </p:extLst>
          </p:nvPr>
        </p:nvGraphicFramePr>
        <p:xfrm>
          <a:off x="3760485" y="3113787"/>
          <a:ext cx="2335515" cy="512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228600" progId="Equation.DSMT4">
                  <p:embed/>
                </p:oleObj>
              </mc:Choice>
              <mc:Fallback>
                <p:oleObj name="Equation" r:id="rId16" imgW="1041120" imgH="228600" progId="Equation.DSMT4">
                  <p:embed/>
                  <p:pic>
                    <p:nvPicPr>
                      <p:cNvPr id="2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485" y="3113787"/>
                        <a:ext cx="2335515" cy="512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1824317" y="3849345"/>
          <a:ext cx="2916000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089600" imgH="10363200" progId="Equation.DSMT4">
                  <p:embed/>
                </p:oleObj>
              </mc:Choice>
              <mc:Fallback>
                <p:oleObj name="Equation" r:id="rId18" imgW="31089600" imgH="10363200" progId="Equation.DSMT4">
                  <p:embed/>
                  <p:pic>
                    <p:nvPicPr>
                      <p:cNvPr id="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317" y="3849345"/>
                        <a:ext cx="2916000" cy="9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/>
          <p:cNvGraphicFramePr>
            <a:graphicFrameLocks noChangeAspect="1"/>
          </p:cNvGraphicFramePr>
          <p:nvPr/>
        </p:nvGraphicFramePr>
        <p:xfrm>
          <a:off x="4872860" y="4045602"/>
          <a:ext cx="204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44700" imgH="469900" progId="Equation.3">
                  <p:embed/>
                </p:oleObj>
              </mc:Choice>
              <mc:Fallback>
                <p:oleObj name="Equation" r:id="rId20" imgW="2044700" imgH="469900" progId="Equation.3">
                  <p:embed/>
                  <p:pic>
                    <p:nvPicPr>
                      <p:cNvPr id="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860" y="4045602"/>
                        <a:ext cx="204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8"/>
          <p:cNvGraphicFramePr>
            <a:graphicFrameLocks noChangeAspect="1"/>
          </p:cNvGraphicFramePr>
          <p:nvPr/>
        </p:nvGraphicFramePr>
        <p:xfrm>
          <a:off x="7035951" y="3935817"/>
          <a:ext cx="2986434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2308800" imgH="7010400" progId="Equation.DSMT4">
                  <p:embed/>
                </p:oleObj>
              </mc:Choice>
              <mc:Fallback>
                <p:oleObj name="Equation" r:id="rId22" imgW="32308800" imgH="7010400" progId="Equation.DSMT4">
                  <p:embed/>
                  <p:pic>
                    <p:nvPicPr>
                      <p:cNvPr id="2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951" y="3935817"/>
                        <a:ext cx="2986434" cy="6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771145"/>
              </p:ext>
            </p:extLst>
          </p:nvPr>
        </p:nvGraphicFramePr>
        <p:xfrm>
          <a:off x="9965327" y="3996245"/>
          <a:ext cx="1382826" cy="507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22080" imgH="228600" progId="Equation.DSMT4">
                  <p:embed/>
                </p:oleObj>
              </mc:Choice>
              <mc:Fallback>
                <p:oleObj name="Equation" r:id="rId24" imgW="622080" imgH="228600" progId="Equation.DSMT4">
                  <p:embed/>
                  <p:pic>
                    <p:nvPicPr>
                      <p:cNvPr id="3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5327" y="3996245"/>
                        <a:ext cx="1382826" cy="507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565995"/>
              </p:ext>
            </p:extLst>
          </p:nvPr>
        </p:nvGraphicFramePr>
        <p:xfrm>
          <a:off x="2033103" y="5099898"/>
          <a:ext cx="3417827" cy="512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23880" imgH="228600" progId="Equation.DSMT4">
                  <p:embed/>
                </p:oleObj>
              </mc:Choice>
              <mc:Fallback>
                <p:oleObj name="Equation" r:id="rId26" imgW="1523880" imgH="228600" progId="Equation.DSMT4">
                  <p:embed/>
                  <p:pic>
                    <p:nvPicPr>
                      <p:cNvPr id="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103" y="5099898"/>
                        <a:ext cx="3417827" cy="512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426000"/>
              </p:ext>
            </p:extLst>
          </p:nvPr>
        </p:nvGraphicFramePr>
        <p:xfrm>
          <a:off x="5450930" y="5088502"/>
          <a:ext cx="5135244" cy="52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98600" imgH="228600" progId="Equation.DSMT4">
                  <p:embed/>
                </p:oleObj>
              </mc:Choice>
              <mc:Fallback>
                <p:oleObj name="Equation" r:id="rId28" imgW="2298600" imgH="228600" progId="Equation.DSMT4">
                  <p:embed/>
                  <p:pic>
                    <p:nvPicPr>
                      <p:cNvPr id="3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0930" y="5088502"/>
                        <a:ext cx="5135244" cy="527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07789"/>
              </p:ext>
            </p:extLst>
          </p:nvPr>
        </p:nvGraphicFramePr>
        <p:xfrm>
          <a:off x="2017668" y="5864772"/>
          <a:ext cx="5908046" cy="512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603160" imgH="228600" progId="Equation.DSMT4">
                  <p:embed/>
                </p:oleObj>
              </mc:Choice>
              <mc:Fallback>
                <p:oleObj name="Equation" r:id="rId30" imgW="2603160" imgH="228600" progId="Equation.DSMT4">
                  <p:embed/>
                  <p:pic>
                    <p:nvPicPr>
                      <p:cNvPr id="3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668" y="5864772"/>
                        <a:ext cx="5908046" cy="512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箭头: 右 1">
            <a:extLst>
              <a:ext uri="{FF2B5EF4-FFF2-40B4-BE49-F238E27FC236}">
                <a16:creationId xmlns:a16="http://schemas.microsoft.com/office/drawing/2014/main" id="{E4E99B5E-4132-3618-0AAA-9D34A5D2DAE2}"/>
              </a:ext>
            </a:extLst>
          </p:cNvPr>
          <p:cNvSpPr/>
          <p:nvPr/>
        </p:nvSpPr>
        <p:spPr>
          <a:xfrm rot="10800000">
            <a:off x="7925714" y="5971216"/>
            <a:ext cx="542441" cy="300709"/>
          </a:xfrm>
          <a:prstGeom prst="rightArrow">
            <a:avLst/>
          </a:prstGeom>
          <a:solidFill>
            <a:srgbClr val="00B050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C499F44-4744-56CD-A740-2B330734F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695124"/>
              </p:ext>
            </p:extLst>
          </p:nvPr>
        </p:nvGraphicFramePr>
        <p:xfrm>
          <a:off x="8530904" y="5586871"/>
          <a:ext cx="2184145" cy="120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94541" imgH="1100115" progId="Equation.DSMT4">
                  <p:embed/>
                </p:oleObj>
              </mc:Choice>
              <mc:Fallback>
                <p:oleObj name="Equation" r:id="rId32" imgW="1994541" imgH="11001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530904" y="5586871"/>
                        <a:ext cx="2184145" cy="120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60026" y="865731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26" y="865731"/>
                        <a:ext cx="600075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302277"/>
              </p:ext>
            </p:extLst>
          </p:nvPr>
        </p:nvGraphicFramePr>
        <p:xfrm>
          <a:off x="1474898" y="854613"/>
          <a:ext cx="8560234" cy="959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5880" imgH="457200" progId="Equation.DSMT4">
                  <p:embed/>
                </p:oleObj>
              </mc:Choice>
              <mc:Fallback>
                <p:oleObj name="Equation" r:id="rId5" imgW="4025880" imgH="457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898" y="854613"/>
                        <a:ext cx="8560234" cy="959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95173" y="213334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73" y="213334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486960"/>
              </p:ext>
            </p:extLst>
          </p:nvPr>
        </p:nvGraphicFramePr>
        <p:xfrm>
          <a:off x="1218545" y="1943969"/>
          <a:ext cx="4632517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0" imgH="406080" progId="Equation.DSMT4">
                  <p:embed/>
                </p:oleObj>
              </mc:Choice>
              <mc:Fallback>
                <p:oleObj name="Equation" r:id="rId9" imgW="2286000" imgH="406080" progId="Equation.DSMT4">
                  <p:embed/>
                  <p:pic>
                    <p:nvPicPr>
                      <p:cNvPr id="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545" y="1943969"/>
                        <a:ext cx="4632517" cy="8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778588"/>
              </p:ext>
            </p:extLst>
          </p:nvPr>
        </p:nvGraphicFramePr>
        <p:xfrm>
          <a:off x="6150103" y="1945939"/>
          <a:ext cx="4601444" cy="869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86000" imgH="431640" progId="Equation.DSMT4">
                  <p:embed/>
                </p:oleObj>
              </mc:Choice>
              <mc:Fallback>
                <p:oleObj name="Equation" r:id="rId11" imgW="2286000" imgH="431640" progId="Equation.DSMT4">
                  <p:embed/>
                  <p:pic>
                    <p:nvPicPr>
                      <p:cNvPr id="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0103" y="1945939"/>
                        <a:ext cx="4601444" cy="869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5"/>
          <p:cNvGraphicFramePr>
            <a:graphicFrameLocks noChangeAspect="1"/>
          </p:cNvGraphicFramePr>
          <p:nvPr/>
        </p:nvGraphicFramePr>
        <p:xfrm>
          <a:off x="1147331" y="2819122"/>
          <a:ext cx="165600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726400" imgH="10363200" progId="Equation.DSMT4">
                  <p:embed/>
                </p:oleObj>
              </mc:Choice>
              <mc:Fallback>
                <p:oleObj name="Equation" r:id="rId13" imgW="20726400" imgH="10363200" progId="Equation.DSMT4">
                  <p:embed/>
                  <p:pic>
                    <p:nvPicPr>
                      <p:cNvPr id="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331" y="2819122"/>
                        <a:ext cx="1656000" cy="8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472765"/>
              </p:ext>
            </p:extLst>
          </p:nvPr>
        </p:nvGraphicFramePr>
        <p:xfrm>
          <a:off x="2803331" y="2982044"/>
          <a:ext cx="4170207" cy="456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82600" imgH="228600" progId="Equation.DSMT4">
                  <p:embed/>
                </p:oleObj>
              </mc:Choice>
              <mc:Fallback>
                <p:oleObj name="Equation" r:id="rId15" imgW="2082600" imgH="228600" progId="Equation.DSMT4">
                  <p:embed/>
                  <p:pic>
                    <p:nvPicPr>
                      <p:cNvPr id="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331" y="2982044"/>
                        <a:ext cx="4170207" cy="456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887074"/>
              </p:ext>
            </p:extLst>
          </p:nvPr>
        </p:nvGraphicFramePr>
        <p:xfrm>
          <a:off x="1389613" y="3767232"/>
          <a:ext cx="5458806" cy="57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05040" imgH="291960" progId="Equation.DSMT4">
                  <p:embed/>
                </p:oleObj>
              </mc:Choice>
              <mc:Fallback>
                <p:oleObj name="Equation" r:id="rId17" imgW="2705040" imgH="291960" progId="Equation.DSMT4">
                  <p:embed/>
                  <p:pic>
                    <p:nvPicPr>
                      <p:cNvPr id="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613" y="3767232"/>
                        <a:ext cx="5458806" cy="57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958337"/>
              </p:ext>
            </p:extLst>
          </p:nvPr>
        </p:nvGraphicFramePr>
        <p:xfrm>
          <a:off x="6796566" y="3809401"/>
          <a:ext cx="4176052" cy="466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095200" imgH="228600" progId="Equation.DSMT4">
                  <p:embed/>
                </p:oleObj>
              </mc:Choice>
              <mc:Fallback>
                <p:oleObj name="Equation" r:id="rId19" imgW="2095200" imgH="228600" progId="Equation.DSMT4">
                  <p:embed/>
                  <p:pic>
                    <p:nvPicPr>
                      <p:cNvPr id="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566" y="3809401"/>
                        <a:ext cx="4176052" cy="466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/>
          <p:cNvGraphicFramePr>
            <a:graphicFrameLocks noChangeAspect="1"/>
          </p:cNvGraphicFramePr>
          <p:nvPr/>
        </p:nvGraphicFramePr>
        <p:xfrm>
          <a:off x="1134054" y="4421230"/>
          <a:ext cx="248400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1089600" imgH="10363200" progId="Equation.DSMT4">
                  <p:embed/>
                </p:oleObj>
              </mc:Choice>
              <mc:Fallback>
                <p:oleObj name="Equation" r:id="rId21" imgW="31089600" imgH="10363200" progId="Equation.DSMT4">
                  <p:embed/>
                  <p:pic>
                    <p:nvPicPr>
                      <p:cNvPr id="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054" y="4421230"/>
                        <a:ext cx="2484000" cy="8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112058"/>
              </p:ext>
            </p:extLst>
          </p:nvPr>
        </p:nvGraphicFramePr>
        <p:xfrm>
          <a:off x="3702908" y="4551594"/>
          <a:ext cx="3746674" cy="452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04760" imgH="228600" progId="Equation.DSMT4">
                  <p:embed/>
                </p:oleObj>
              </mc:Choice>
              <mc:Fallback>
                <p:oleObj name="Equation" r:id="rId23" imgW="1904760" imgH="228600" progId="Equation.DSMT4">
                  <p:embed/>
                  <p:pic>
                    <p:nvPicPr>
                      <p:cNvPr id="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908" y="4551594"/>
                        <a:ext cx="3746674" cy="452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486793"/>
              </p:ext>
            </p:extLst>
          </p:nvPr>
        </p:nvGraphicFramePr>
        <p:xfrm>
          <a:off x="7449582" y="4547010"/>
          <a:ext cx="4595298" cy="45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336760" imgH="228600" progId="Equation.DSMT4">
                  <p:embed/>
                </p:oleObj>
              </mc:Choice>
              <mc:Fallback>
                <p:oleObj name="Equation" r:id="rId25" imgW="2336760" imgH="228600" progId="Equation.DSMT4">
                  <p:embed/>
                  <p:pic>
                    <p:nvPicPr>
                      <p:cNvPr id="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9582" y="4547010"/>
                        <a:ext cx="4595298" cy="452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00340"/>
              </p:ext>
            </p:extLst>
          </p:nvPr>
        </p:nvGraphicFramePr>
        <p:xfrm>
          <a:off x="984722" y="5385825"/>
          <a:ext cx="2580340" cy="399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9720" imgH="203040" progId="Equation.DSMT4">
                  <p:embed/>
                </p:oleObj>
              </mc:Choice>
              <mc:Fallback>
                <p:oleObj name="Equation" r:id="rId27" imgW="1269720" imgH="203040" progId="Equation.DSMT4">
                  <p:embed/>
                  <p:pic>
                    <p:nvPicPr>
                      <p:cNvPr id="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722" y="5385825"/>
                        <a:ext cx="2580340" cy="399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953082"/>
              </p:ext>
            </p:extLst>
          </p:nvPr>
        </p:nvGraphicFramePr>
        <p:xfrm>
          <a:off x="3636353" y="5337342"/>
          <a:ext cx="4990587" cy="43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41320" imgH="228600" progId="Equation.DSMT4">
                  <p:embed/>
                </p:oleObj>
              </mc:Choice>
              <mc:Fallback>
                <p:oleObj name="Equation" r:id="rId29" imgW="2641320" imgH="228600" progId="Equation.DSMT4">
                  <p:embed/>
                  <p:pic>
                    <p:nvPicPr>
                      <p:cNvPr id="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353" y="5337342"/>
                        <a:ext cx="4990587" cy="432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035212"/>
              </p:ext>
            </p:extLst>
          </p:nvPr>
        </p:nvGraphicFramePr>
        <p:xfrm>
          <a:off x="3006725" y="6019800"/>
          <a:ext cx="23129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18960" imgH="228600" progId="Equation.DSMT4">
                  <p:embed/>
                </p:oleObj>
              </mc:Choice>
              <mc:Fallback>
                <p:oleObj name="Equation" r:id="rId31" imgW="1218960" imgH="228600" progId="Equation.DSMT4">
                  <p:embed/>
                  <p:pic>
                    <p:nvPicPr>
                      <p:cNvPr id="4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725" y="6019800"/>
                        <a:ext cx="231298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723501"/>
              </p:ext>
            </p:extLst>
          </p:nvPr>
        </p:nvGraphicFramePr>
        <p:xfrm>
          <a:off x="1005658" y="6042892"/>
          <a:ext cx="1987635" cy="43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65160" imgH="203040" progId="Equation.DSMT4">
                  <p:embed/>
                </p:oleObj>
              </mc:Choice>
              <mc:Fallback>
                <p:oleObj name="Equation" r:id="rId33" imgW="965160" imgH="203040" progId="Equation.DSMT4">
                  <p:embed/>
                  <p:pic>
                    <p:nvPicPr>
                      <p:cNvPr id="4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658" y="6042892"/>
                        <a:ext cx="1987635" cy="435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53823"/>
              </p:ext>
            </p:extLst>
          </p:nvPr>
        </p:nvGraphicFramePr>
        <p:xfrm>
          <a:off x="5346372" y="6047496"/>
          <a:ext cx="2665250" cy="42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84200" imgH="215640" progId="Equation.DSMT4">
                  <p:embed/>
                </p:oleObj>
              </mc:Choice>
              <mc:Fallback>
                <p:oleObj name="Equation" r:id="rId35" imgW="1384200" imgH="215640" progId="Equation.DSMT4">
                  <p:embed/>
                  <p:pic>
                    <p:nvPicPr>
                      <p:cNvPr id="4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372" y="6047496"/>
                        <a:ext cx="2665250" cy="426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253037"/>
              </p:ext>
            </p:extLst>
          </p:nvPr>
        </p:nvGraphicFramePr>
        <p:xfrm>
          <a:off x="8114551" y="5993301"/>
          <a:ext cx="3071791" cy="4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485720" imgH="228600" progId="Equation.DSMT4">
                  <p:embed/>
                </p:oleObj>
              </mc:Choice>
              <mc:Fallback>
                <p:oleObj name="Equation" r:id="rId37" imgW="1485720" imgH="228600" progId="Equation.DSMT4">
                  <p:embed/>
                  <p:pic>
                    <p:nvPicPr>
                      <p:cNvPr id="4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551" y="5993301"/>
                        <a:ext cx="3071791" cy="486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135900" y="1448950"/>
          <a:ext cx="88217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659200" imgH="10363200" progId="Equation.DSMT4">
                  <p:embed/>
                </p:oleObj>
              </mc:Choice>
              <mc:Fallback>
                <p:oleObj name="Equation" r:id="rId3" imgW="92659200" imgH="103632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900" y="1448950"/>
                        <a:ext cx="882173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958744" y="835721"/>
          <a:ext cx="20859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50400" imgH="4572000" progId="Equation.DSMT4">
                  <p:embed/>
                </p:oleObj>
              </mc:Choice>
              <mc:Fallback>
                <p:oleObj name="Equation" r:id="rId5" imgW="22250400" imgH="45720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744" y="835721"/>
                        <a:ext cx="20859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44692"/>
              </p:ext>
            </p:extLst>
          </p:nvPr>
        </p:nvGraphicFramePr>
        <p:xfrm>
          <a:off x="1093777" y="1476497"/>
          <a:ext cx="8122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320" imgH="190440" progId="Equation.DSMT4">
                  <p:embed/>
                </p:oleObj>
              </mc:Choice>
              <mc:Fallback>
                <p:oleObj name="Equation" r:id="rId7" imgW="35532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77" y="1476497"/>
                        <a:ext cx="812212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01978" y="2597379"/>
          <a:ext cx="3714751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624000" imgH="4572000" progId="Equation.DSMT4">
                  <p:embed/>
                </p:oleObj>
              </mc:Choice>
              <mc:Fallback>
                <p:oleObj name="Equation" r:id="rId9" imgW="396240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978" y="2597379"/>
                        <a:ext cx="3714751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126197"/>
              </p:ext>
            </p:extLst>
          </p:nvPr>
        </p:nvGraphicFramePr>
        <p:xfrm>
          <a:off x="1059688" y="3195639"/>
          <a:ext cx="7222013" cy="466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14520" imgH="215640" progId="Equation.DSMT4">
                  <p:embed/>
                </p:oleObj>
              </mc:Choice>
              <mc:Fallback>
                <p:oleObj name="Equation" r:id="rId11" imgW="331452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688" y="3195639"/>
                        <a:ext cx="7222013" cy="466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37393"/>
              </p:ext>
            </p:extLst>
          </p:nvPr>
        </p:nvGraphicFramePr>
        <p:xfrm>
          <a:off x="849256" y="3841897"/>
          <a:ext cx="2658015" cy="516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68200" imgH="228600" progId="Equation.DSMT4">
                  <p:embed/>
                </p:oleObj>
              </mc:Choice>
              <mc:Fallback>
                <p:oleObj name="Equation" r:id="rId13" imgW="1168200" imgH="2286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256" y="3841897"/>
                        <a:ext cx="2658015" cy="516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424354"/>
              </p:ext>
            </p:extLst>
          </p:nvPr>
        </p:nvGraphicFramePr>
        <p:xfrm>
          <a:off x="3454539" y="3850058"/>
          <a:ext cx="1361804" cy="517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4680" imgH="241200" progId="Equation.DSMT4">
                  <p:embed/>
                </p:oleObj>
              </mc:Choice>
              <mc:Fallback>
                <p:oleObj name="Equation" r:id="rId15" imgW="634680" imgH="241200" progId="Equation.DSMT4">
                  <p:embed/>
                  <p:pic>
                    <p:nvPicPr>
                      <p:cNvPr id="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539" y="3850058"/>
                        <a:ext cx="1361804" cy="517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552862"/>
              </p:ext>
            </p:extLst>
          </p:nvPr>
        </p:nvGraphicFramePr>
        <p:xfrm>
          <a:off x="4816343" y="3841897"/>
          <a:ext cx="13919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41200" progId="Equation.DSMT4">
                  <p:embed/>
                </p:oleObj>
              </mc:Choice>
              <mc:Fallback>
                <p:oleObj name="Equation" r:id="rId17" imgW="622080" imgH="241200" progId="Equation.DSMT4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343" y="3841897"/>
                        <a:ext cx="139198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275271"/>
              </p:ext>
            </p:extLst>
          </p:nvPr>
        </p:nvGraphicFramePr>
        <p:xfrm>
          <a:off x="6480176" y="3915268"/>
          <a:ext cx="4567744" cy="51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09680" imgH="241200" progId="Equation.DSMT4">
                  <p:embed/>
                </p:oleObj>
              </mc:Choice>
              <mc:Fallback>
                <p:oleObj name="Equation" r:id="rId19" imgW="2209680" imgH="2412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176" y="3915268"/>
                        <a:ext cx="4567744" cy="512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650477"/>
              </p:ext>
            </p:extLst>
          </p:nvPr>
        </p:nvGraphicFramePr>
        <p:xfrm>
          <a:off x="1725959" y="4601230"/>
          <a:ext cx="3211152" cy="51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11280" imgH="241200" progId="Equation.DSMT4">
                  <p:embed/>
                </p:oleObj>
              </mc:Choice>
              <mc:Fallback>
                <p:oleObj name="Equation" r:id="rId21" imgW="1511280" imgH="241200" progId="Equation.DSMT4">
                  <p:embed/>
                  <p:pic>
                    <p:nvPicPr>
                      <p:cNvPr id="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959" y="4601230"/>
                        <a:ext cx="3211152" cy="512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321633"/>
              </p:ext>
            </p:extLst>
          </p:nvPr>
        </p:nvGraphicFramePr>
        <p:xfrm>
          <a:off x="5116643" y="4597858"/>
          <a:ext cx="3308243" cy="537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85720" imgH="241200" progId="Equation.DSMT4">
                  <p:embed/>
                </p:oleObj>
              </mc:Choice>
              <mc:Fallback>
                <p:oleObj name="Equation" r:id="rId23" imgW="1485720" imgH="241200" progId="Equation.DSMT4">
                  <p:embed/>
                  <p:pic>
                    <p:nvPicPr>
                      <p:cNvPr id="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643" y="4597858"/>
                        <a:ext cx="3308243" cy="537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45369" y="5274552"/>
          <a:ext cx="2657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8346400" imgH="5181600" progId="Equation.DSMT4">
                  <p:embed/>
                </p:oleObj>
              </mc:Choice>
              <mc:Fallback>
                <p:oleObj name="Equation" r:id="rId25" imgW="28346400" imgH="51816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5274552"/>
                        <a:ext cx="26574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474508"/>
              </p:ext>
            </p:extLst>
          </p:nvPr>
        </p:nvGraphicFramePr>
        <p:xfrm>
          <a:off x="3922035" y="5239140"/>
          <a:ext cx="313082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33440" imgH="291960" progId="Equation.DSMT4">
                  <p:embed/>
                </p:oleObj>
              </mc:Choice>
              <mc:Fallback>
                <p:oleObj name="Equation" r:id="rId27" imgW="1333440" imgH="291960" progId="Equation.DSMT4">
                  <p:embed/>
                  <p:pic>
                    <p:nvPicPr>
                      <p:cNvPr id="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035" y="5239140"/>
                        <a:ext cx="3130826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84380"/>
              </p:ext>
            </p:extLst>
          </p:nvPr>
        </p:nvGraphicFramePr>
        <p:xfrm>
          <a:off x="7243697" y="5239140"/>
          <a:ext cx="3040702" cy="67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20480" imgH="291960" progId="Equation.DSMT4">
                  <p:embed/>
                </p:oleObj>
              </mc:Choice>
              <mc:Fallback>
                <p:oleObj name="Equation" r:id="rId29" imgW="1320480" imgH="291960" progId="Equation.DSMT4">
                  <p:embed/>
                  <p:pic>
                    <p:nvPicPr>
                      <p:cNvPr id="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3697" y="5239140"/>
                        <a:ext cx="3040702" cy="67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3"/>
          <p:cNvGraphicFramePr>
            <a:graphicFrameLocks noChangeAspect="1"/>
          </p:cNvGraphicFramePr>
          <p:nvPr/>
        </p:nvGraphicFramePr>
        <p:xfrm>
          <a:off x="2158291" y="6293163"/>
          <a:ext cx="2958352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8709600" imgH="5181600" progId="Equation.DSMT4">
                  <p:embed/>
                </p:oleObj>
              </mc:Choice>
              <mc:Fallback>
                <p:oleObj name="Equation" r:id="rId31" imgW="38709600" imgH="5181600" progId="Equation.DSMT4">
                  <p:embed/>
                  <p:pic>
                    <p:nvPicPr>
                      <p:cNvPr id="3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291" y="6293163"/>
                        <a:ext cx="2958352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6"/>
          <p:cNvGrpSpPr/>
          <p:nvPr/>
        </p:nvGrpSpPr>
        <p:grpSpPr bwMode="auto">
          <a:xfrm>
            <a:off x="3887248" y="5239895"/>
            <a:ext cx="3200400" cy="1052513"/>
            <a:chOff x="672" y="1008"/>
            <a:chExt cx="2016" cy="663"/>
          </a:xfrm>
        </p:grpSpPr>
        <p:sp>
          <p:nvSpPr>
            <p:cNvPr id="34" name="Rectangle 24"/>
            <p:cNvSpPr>
              <a:spLocks noChangeArrowheads="1"/>
            </p:cNvSpPr>
            <p:nvPr/>
          </p:nvSpPr>
          <p:spPr bwMode="auto">
            <a:xfrm>
              <a:off x="672" y="1008"/>
              <a:ext cx="2016" cy="432"/>
            </a:xfrm>
            <a:prstGeom prst="rect">
              <a:avLst/>
            </a:prstGeom>
            <a:noFill/>
            <a:ln w="38100" cmpd="dbl">
              <a:solidFill>
                <a:schemeClr val="accent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>
              <a:off x="1041" y="1440"/>
              <a:ext cx="617" cy="231"/>
            </a:xfrm>
            <a:prstGeom prst="line">
              <a:avLst/>
            </a:prstGeom>
            <a:noFill/>
            <a:ln w="38100" cmpd="dbl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" name="Group 31"/>
          <p:cNvGrpSpPr/>
          <p:nvPr/>
        </p:nvGrpSpPr>
        <p:grpSpPr bwMode="auto">
          <a:xfrm>
            <a:off x="7163848" y="5239895"/>
            <a:ext cx="3200400" cy="1058863"/>
            <a:chOff x="2736" y="1008"/>
            <a:chExt cx="2016" cy="667"/>
          </a:xfrm>
        </p:grpSpPr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2736" y="1008"/>
              <a:ext cx="2016" cy="432"/>
            </a:xfrm>
            <a:prstGeom prst="rect">
              <a:avLst/>
            </a:prstGeom>
            <a:noFill/>
            <a:ln w="38100" cmpd="dbl">
              <a:solidFill>
                <a:srgbClr val="CC0066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auto">
            <a:xfrm flipH="1">
              <a:off x="3311" y="1440"/>
              <a:ext cx="411" cy="235"/>
            </a:xfrm>
            <a:prstGeom prst="line">
              <a:avLst/>
            </a:prstGeom>
            <a:noFill/>
            <a:ln w="38100" cmpd="dbl">
              <a:solidFill>
                <a:srgbClr val="CC00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39" name="Object 30"/>
          <p:cNvGraphicFramePr>
            <a:graphicFrameLocks noChangeAspect="1"/>
          </p:cNvGraphicFramePr>
          <p:nvPr/>
        </p:nvGraphicFramePr>
        <p:xfrm>
          <a:off x="6810018" y="6299114"/>
          <a:ext cx="3424235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4805600" imgH="5181600" progId="Equation.DSMT4">
                  <p:embed/>
                </p:oleObj>
              </mc:Choice>
              <mc:Fallback>
                <p:oleObj name="Equation" r:id="rId33" imgW="44805600" imgH="5181600" progId="Equation.DSMT4">
                  <p:embed/>
                  <p:pic>
                    <p:nvPicPr>
                      <p:cNvPr id="3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018" y="6299114"/>
                        <a:ext cx="3424235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85664" y="929574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664" y="929574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107625"/>
              </p:ext>
            </p:extLst>
          </p:nvPr>
        </p:nvGraphicFramePr>
        <p:xfrm>
          <a:off x="1707775" y="931472"/>
          <a:ext cx="8990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760" imgH="457200" progId="Equation.DSMT4">
                  <p:embed/>
                </p:oleObj>
              </mc:Choice>
              <mc:Fallback>
                <p:oleObj name="Equation" r:id="rId5" imgW="4190760" imgH="457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775" y="931472"/>
                        <a:ext cx="8990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27072" y="2194408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072" y="2194408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5"/>
          <p:cNvGraphicFramePr>
            <a:graphicFrameLocks noChangeAspect="1"/>
          </p:cNvGraphicFramePr>
          <p:nvPr/>
        </p:nvGraphicFramePr>
        <p:xfrm>
          <a:off x="5557659" y="3169114"/>
          <a:ext cx="1054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100" imgH="368300" progId="Equation.3">
                  <p:embed/>
                </p:oleObj>
              </mc:Choice>
              <mc:Fallback>
                <p:oleObj name="Equation" r:id="rId9" imgW="1054100" imgH="368300" progId="Equation.3">
                  <p:embed/>
                  <p:pic>
                    <p:nvPicPr>
                      <p:cNvPr id="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659" y="3169114"/>
                        <a:ext cx="1054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6"/>
          <p:cNvGraphicFramePr>
            <a:graphicFrameLocks noChangeAspect="1"/>
          </p:cNvGraphicFramePr>
          <p:nvPr/>
        </p:nvGraphicFramePr>
        <p:xfrm>
          <a:off x="1707775" y="2017720"/>
          <a:ext cx="237172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298400" imgH="9753600" progId="Equation.DSMT4">
                  <p:embed/>
                </p:oleObj>
              </mc:Choice>
              <mc:Fallback>
                <p:oleObj name="Equation" r:id="rId11" imgW="25298400" imgH="9753600" progId="Equation.DSMT4">
                  <p:embed/>
                  <p:pic>
                    <p:nvPicPr>
                      <p:cNvPr id="2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775" y="2017720"/>
                        <a:ext cx="2371726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/>
        </p:nvGraphicFramePr>
        <p:xfrm>
          <a:off x="4291313" y="1976920"/>
          <a:ext cx="129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400" imgH="889000" progId="Equation.3">
                  <p:embed/>
                </p:oleObj>
              </mc:Choice>
              <mc:Fallback>
                <p:oleObj name="Equation" r:id="rId13" imgW="1295400" imgH="889000" progId="Equation.3">
                  <p:embed/>
                  <p:pic>
                    <p:nvPicPr>
                      <p:cNvPr id="2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313" y="1976920"/>
                        <a:ext cx="1295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8"/>
          <p:cNvGraphicFramePr>
            <a:graphicFrameLocks noChangeAspect="1"/>
          </p:cNvGraphicFramePr>
          <p:nvPr/>
        </p:nvGraphicFramePr>
        <p:xfrm>
          <a:off x="5798525" y="2005219"/>
          <a:ext cx="1511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11300" imgH="914400" progId="Equation.3">
                  <p:embed/>
                </p:oleObj>
              </mc:Choice>
              <mc:Fallback>
                <p:oleObj name="Equation" r:id="rId15" imgW="1511300" imgH="914400" progId="Equation.3">
                  <p:embed/>
                  <p:pic>
                    <p:nvPicPr>
                      <p:cNvPr id="2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8525" y="2005219"/>
                        <a:ext cx="1511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9"/>
          <p:cNvGraphicFramePr>
            <a:graphicFrameLocks noChangeAspect="1"/>
          </p:cNvGraphicFramePr>
          <p:nvPr/>
        </p:nvGraphicFramePr>
        <p:xfrm>
          <a:off x="7521636" y="1952981"/>
          <a:ext cx="151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11300" imgH="965200" progId="Equation.3">
                  <p:embed/>
                </p:oleObj>
              </mc:Choice>
              <mc:Fallback>
                <p:oleObj name="Equation" r:id="rId17" imgW="1511300" imgH="965200" progId="Equation.3">
                  <p:embed/>
                  <p:pic>
                    <p:nvPicPr>
                      <p:cNvPr id="2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636" y="1952981"/>
                        <a:ext cx="1511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526842"/>
              </p:ext>
            </p:extLst>
          </p:nvPr>
        </p:nvGraphicFramePr>
        <p:xfrm>
          <a:off x="2205548" y="3837148"/>
          <a:ext cx="3641540" cy="51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39880" imgH="241200" progId="Equation.DSMT4">
                  <p:embed/>
                </p:oleObj>
              </mc:Choice>
              <mc:Fallback>
                <p:oleObj name="Equation" r:id="rId19" imgW="1739880" imgH="241200" progId="Equation.DSMT4">
                  <p:embed/>
                  <p:pic>
                    <p:nvPicPr>
                      <p:cNvPr id="2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548" y="3837148"/>
                        <a:ext cx="3641540" cy="513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944283"/>
              </p:ext>
            </p:extLst>
          </p:nvPr>
        </p:nvGraphicFramePr>
        <p:xfrm>
          <a:off x="5861941" y="3888703"/>
          <a:ext cx="1574286" cy="42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49160" imgH="203040" progId="Equation.DSMT4">
                  <p:embed/>
                </p:oleObj>
              </mc:Choice>
              <mc:Fallback>
                <p:oleObj name="Equation" r:id="rId21" imgW="749160" imgH="203040" progId="Equation.DSMT4">
                  <p:embed/>
                  <p:pic>
                    <p:nvPicPr>
                      <p:cNvPr id="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941" y="3888703"/>
                        <a:ext cx="1574286" cy="42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220093"/>
              </p:ext>
            </p:extLst>
          </p:nvPr>
        </p:nvGraphicFramePr>
        <p:xfrm>
          <a:off x="7451080" y="3885098"/>
          <a:ext cx="1467551" cy="426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98400" imgH="203040" progId="Equation.DSMT4">
                  <p:embed/>
                </p:oleObj>
              </mc:Choice>
              <mc:Fallback>
                <p:oleObj name="Equation" r:id="rId23" imgW="698400" imgH="203040" progId="Equation.DSMT4">
                  <p:embed/>
                  <p:pic>
                    <p:nvPicPr>
                      <p:cNvPr id="3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080" y="3885098"/>
                        <a:ext cx="1467551" cy="426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636013"/>
              </p:ext>
            </p:extLst>
          </p:nvPr>
        </p:nvGraphicFramePr>
        <p:xfrm>
          <a:off x="8918631" y="3888703"/>
          <a:ext cx="76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61365" imgH="368300" progId="Equation.3">
                  <p:embed/>
                </p:oleObj>
              </mc:Choice>
              <mc:Fallback>
                <p:oleObj name="Equation" r:id="rId25" imgW="761365" imgH="368300" progId="Equation.3">
                  <p:embed/>
                  <p:pic>
                    <p:nvPicPr>
                      <p:cNvPr id="3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8631" y="3888703"/>
                        <a:ext cx="762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1"/>
          <p:cNvGraphicFramePr>
            <a:graphicFrameLocks noChangeAspect="1"/>
          </p:cNvGraphicFramePr>
          <p:nvPr/>
        </p:nvGraphicFramePr>
        <p:xfrm>
          <a:off x="1602581" y="4497746"/>
          <a:ext cx="4847474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9682400" imgH="7010400" progId="Equation.DSMT4">
                  <p:embed/>
                </p:oleObj>
              </mc:Choice>
              <mc:Fallback>
                <p:oleObj name="Equation" r:id="rId27" imgW="49682400" imgH="7010400" progId="Equation.DSMT4">
                  <p:embed/>
                  <p:pic>
                    <p:nvPicPr>
                      <p:cNvPr id="3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581" y="4497746"/>
                        <a:ext cx="4847474" cy="6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08961"/>
              </p:ext>
            </p:extLst>
          </p:nvPr>
        </p:nvGraphicFramePr>
        <p:xfrm>
          <a:off x="6432159" y="4532723"/>
          <a:ext cx="1406285" cy="538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96880" imgH="228600" progId="Equation.DSMT4">
                  <p:embed/>
                </p:oleObj>
              </mc:Choice>
              <mc:Fallback>
                <p:oleObj name="Equation" r:id="rId29" imgW="596880" imgH="228600" progId="Equation.DSMT4">
                  <p:embed/>
                  <p:pic>
                    <p:nvPicPr>
                      <p:cNvPr id="3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159" y="4532723"/>
                        <a:ext cx="1406285" cy="538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054861"/>
              </p:ext>
            </p:extLst>
          </p:nvPr>
        </p:nvGraphicFramePr>
        <p:xfrm>
          <a:off x="7960426" y="4560345"/>
          <a:ext cx="3270112" cy="510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84200" imgH="215640" progId="Equation.DSMT4">
                  <p:embed/>
                </p:oleObj>
              </mc:Choice>
              <mc:Fallback>
                <p:oleObj name="Equation" r:id="rId31" imgW="1384200" imgH="215640" progId="Equation.DSMT4">
                  <p:embed/>
                  <p:pic>
                    <p:nvPicPr>
                      <p:cNvPr id="3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0426" y="4560345"/>
                        <a:ext cx="3270112" cy="510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1594741" y="5499431"/>
            <a:ext cx="42672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所求解析函数为</a:t>
            </a:r>
          </a:p>
        </p:txBody>
      </p:sp>
      <p:graphicFrame>
        <p:nvGraphicFramePr>
          <p:cNvPr id="40" name="Object 26"/>
          <p:cNvGraphicFramePr>
            <a:graphicFrameLocks noChangeAspect="1"/>
          </p:cNvGraphicFramePr>
          <p:nvPr/>
        </p:nvGraphicFramePr>
        <p:xfrm>
          <a:off x="4357120" y="5475255"/>
          <a:ext cx="1590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6154400" imgH="5486400" progId="Equation.DSMT4">
                  <p:embed/>
                </p:oleObj>
              </mc:Choice>
              <mc:Fallback>
                <p:oleObj name="Equation" r:id="rId33" imgW="16154400" imgH="5486400" progId="Equation.DSMT4">
                  <p:embed/>
                  <p:pic>
                    <p:nvPicPr>
                      <p:cNvPr id="4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120" y="5475255"/>
                        <a:ext cx="1590000" cy="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6"/>
          <p:cNvGraphicFramePr>
            <a:graphicFrameLocks noChangeAspect="1"/>
          </p:cNvGraphicFramePr>
          <p:nvPr/>
        </p:nvGraphicFramePr>
        <p:xfrm>
          <a:off x="1613788" y="3107850"/>
          <a:ext cx="3914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1757600" imgH="4876800" progId="Equation.DSMT4">
                  <p:embed/>
                </p:oleObj>
              </mc:Choice>
              <mc:Fallback>
                <p:oleObj name="Equation" r:id="rId35" imgW="41757600" imgH="4876800" progId="Equation.DSMT4">
                  <p:embed/>
                  <p:pic>
                    <p:nvPicPr>
                      <p:cNvPr id="4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788" y="3107850"/>
                        <a:ext cx="39147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85664" y="929574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664" y="929574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585739" y="920533"/>
          <a:ext cx="621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141600" imgH="5181600" progId="Equation.DSMT4">
                  <p:embed/>
                </p:oleObj>
              </mc:Choice>
              <mc:Fallback>
                <p:oleObj name="Equation" r:id="rId5" imgW="66141600" imgH="5181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739" y="920533"/>
                        <a:ext cx="6210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42975" y="164695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64695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779304" y="891958"/>
          <a:ext cx="42354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110400" imgH="5486400" progId="Equation.DSMT4">
                  <p:embed/>
                </p:oleObj>
              </mc:Choice>
              <mc:Fallback>
                <p:oleObj name="Equation" r:id="rId9" imgW="45110400" imgH="54864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9304" y="891958"/>
                        <a:ext cx="42354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308926"/>
              </p:ext>
            </p:extLst>
          </p:nvPr>
        </p:nvGraphicFramePr>
        <p:xfrm>
          <a:off x="1912814" y="1700697"/>
          <a:ext cx="3395829" cy="5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0160" imgH="241200" progId="Equation.DSMT4">
                  <p:embed/>
                </p:oleObj>
              </mc:Choice>
              <mc:Fallback>
                <p:oleObj name="Equation" r:id="rId11" imgW="1460160" imgH="241200" progId="Equation.DSMT4">
                  <p:embed/>
                  <p:pic>
                    <p:nvPicPr>
                      <p:cNvPr id="3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814" y="1700697"/>
                        <a:ext cx="3395829" cy="5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49923"/>
              </p:ext>
            </p:extLst>
          </p:nvPr>
        </p:nvGraphicFramePr>
        <p:xfrm>
          <a:off x="5308643" y="1676125"/>
          <a:ext cx="2777270" cy="49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82680" imgH="228600" progId="Equation.DSMT4">
                  <p:embed/>
                </p:oleObj>
              </mc:Choice>
              <mc:Fallback>
                <p:oleObj name="Equation" r:id="rId13" imgW="1282680" imgH="228600" progId="Equation.DSMT4">
                  <p:embed/>
                  <p:pic>
                    <p:nvPicPr>
                      <p:cNvPr id="3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43" y="1676125"/>
                        <a:ext cx="2777270" cy="494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325276"/>
              </p:ext>
            </p:extLst>
          </p:nvPr>
        </p:nvGraphicFramePr>
        <p:xfrm>
          <a:off x="8080463" y="1676125"/>
          <a:ext cx="1022348" cy="51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57200" imgH="228600" progId="Equation.DSMT4">
                  <p:embed/>
                </p:oleObj>
              </mc:Choice>
              <mc:Fallback>
                <p:oleObj name="Equation" r:id="rId15" imgW="457200" imgH="228600" progId="Equation.DSMT4">
                  <p:embed/>
                  <p:pic>
                    <p:nvPicPr>
                      <p:cNvPr id="4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463" y="1676125"/>
                        <a:ext cx="1022348" cy="51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653953"/>
              </p:ext>
            </p:extLst>
          </p:nvPr>
        </p:nvGraphicFramePr>
        <p:xfrm>
          <a:off x="2042600" y="2548053"/>
          <a:ext cx="222346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360" imgH="291960" progId="Equation.DSMT4">
                  <p:embed/>
                </p:oleObj>
              </mc:Choice>
              <mc:Fallback>
                <p:oleObj name="Equation" r:id="rId17" imgW="990360" imgH="291960" progId="Equation.DSMT4">
                  <p:embed/>
                  <p:pic>
                    <p:nvPicPr>
                      <p:cNvPr id="4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2600" y="2548053"/>
                        <a:ext cx="222346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188060"/>
              </p:ext>
            </p:extLst>
          </p:nvPr>
        </p:nvGraphicFramePr>
        <p:xfrm>
          <a:off x="4247868" y="2587803"/>
          <a:ext cx="1607114" cy="576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72840" imgH="241200" progId="Equation.DSMT4">
                  <p:embed/>
                </p:oleObj>
              </mc:Choice>
              <mc:Fallback>
                <p:oleObj name="Equation" r:id="rId19" imgW="672840" imgH="241200" progId="Equation.DSMT4">
                  <p:embed/>
                  <p:pic>
                    <p:nvPicPr>
                      <p:cNvPr id="4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7868" y="2587803"/>
                        <a:ext cx="1607114" cy="576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961734"/>
              </p:ext>
            </p:extLst>
          </p:nvPr>
        </p:nvGraphicFramePr>
        <p:xfrm>
          <a:off x="1912814" y="3383259"/>
          <a:ext cx="88979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974760" imgH="457200" progId="Equation.DSMT4">
                  <p:embed/>
                </p:oleObj>
              </mc:Choice>
              <mc:Fallback>
                <p:oleObj name="Equation" r:id="rId21" imgW="3974760" imgH="457200" progId="Equation.DSMT4">
                  <p:embed/>
                  <p:pic>
                    <p:nvPicPr>
                      <p:cNvPr id="4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814" y="3383259"/>
                        <a:ext cx="889793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48896"/>
              </p:ext>
            </p:extLst>
          </p:nvPr>
        </p:nvGraphicFramePr>
        <p:xfrm>
          <a:off x="1912814" y="4497859"/>
          <a:ext cx="2952180" cy="53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69720" imgH="228600" progId="Equation.DSMT4">
                  <p:embed/>
                </p:oleObj>
              </mc:Choice>
              <mc:Fallback>
                <p:oleObj name="Equation" r:id="rId23" imgW="1269720" imgH="228600" progId="Equation.DSMT4">
                  <p:embed/>
                  <p:pic>
                    <p:nvPicPr>
                      <p:cNvPr id="4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814" y="4497859"/>
                        <a:ext cx="2952180" cy="536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69730"/>
              </p:ext>
            </p:extLst>
          </p:nvPr>
        </p:nvGraphicFramePr>
        <p:xfrm>
          <a:off x="5051425" y="4566904"/>
          <a:ext cx="2668783" cy="46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31560" imgH="215640" progId="Equation.DSMT4">
                  <p:embed/>
                </p:oleObj>
              </mc:Choice>
              <mc:Fallback>
                <p:oleObj name="Equation" r:id="rId25" imgW="1231560" imgH="215640" progId="Equation.DSMT4">
                  <p:embed/>
                  <p:pic>
                    <p:nvPicPr>
                      <p:cNvPr id="4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4566904"/>
                        <a:ext cx="2668783" cy="467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85664" y="929574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664" y="929574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10481" y="920533"/>
          <a:ext cx="62388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446400" imgH="5181600" progId="Equation.DSMT4">
                  <p:embed/>
                </p:oleObj>
              </mc:Choice>
              <mc:Fallback>
                <p:oleObj name="Equation" r:id="rId5" imgW="66446400" imgH="5181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481" y="920533"/>
                        <a:ext cx="62388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70385" y="200612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385" y="200612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86529"/>
              </p:ext>
            </p:extLst>
          </p:nvPr>
        </p:nvGraphicFramePr>
        <p:xfrm>
          <a:off x="1786614" y="1478851"/>
          <a:ext cx="6592380" cy="519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57320" imgH="228600" progId="Equation.DSMT4">
                  <p:embed/>
                </p:oleObj>
              </mc:Choice>
              <mc:Fallback>
                <p:oleObj name="Equation" r:id="rId9" imgW="2857320" imgH="228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614" y="1478851"/>
                        <a:ext cx="6592380" cy="519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080378"/>
              </p:ext>
            </p:extLst>
          </p:nvPr>
        </p:nvGraphicFramePr>
        <p:xfrm>
          <a:off x="2005891" y="2137094"/>
          <a:ext cx="3087184" cy="519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34960" imgH="241200" progId="Equation.DSMT4">
                  <p:embed/>
                </p:oleObj>
              </mc:Choice>
              <mc:Fallback>
                <p:oleObj name="Equation" r:id="rId11" imgW="1434960" imgH="241200" progId="Equation.DSMT4">
                  <p:embed/>
                  <p:pic>
                    <p:nvPicPr>
                      <p:cNvPr id="1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891" y="2137094"/>
                        <a:ext cx="3087184" cy="519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940918"/>
              </p:ext>
            </p:extLst>
          </p:nvPr>
        </p:nvGraphicFramePr>
        <p:xfrm>
          <a:off x="6488113" y="2674266"/>
          <a:ext cx="5059373" cy="54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33360" imgH="228600" progId="Equation.DSMT4">
                  <p:embed/>
                </p:oleObj>
              </mc:Choice>
              <mc:Fallback>
                <p:oleObj name="Equation" r:id="rId13" imgW="2133360" imgH="228600" progId="Equation.DSMT4">
                  <p:embed/>
                  <p:pic>
                    <p:nvPicPr>
                      <p:cNvPr id="1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3" y="2674266"/>
                        <a:ext cx="5059373" cy="542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254715"/>
              </p:ext>
            </p:extLst>
          </p:nvPr>
        </p:nvGraphicFramePr>
        <p:xfrm>
          <a:off x="5072458" y="2068051"/>
          <a:ext cx="4829991" cy="539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44440" imgH="228600" progId="Equation.DSMT4">
                  <p:embed/>
                </p:oleObj>
              </mc:Choice>
              <mc:Fallback>
                <p:oleObj name="Equation" r:id="rId15" imgW="2044440" imgH="228600" progId="Equation.DSMT4">
                  <p:embed/>
                  <p:pic>
                    <p:nvPicPr>
                      <p:cNvPr id="2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458" y="2068051"/>
                        <a:ext cx="4829991" cy="539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327958"/>
              </p:ext>
            </p:extLst>
          </p:nvPr>
        </p:nvGraphicFramePr>
        <p:xfrm>
          <a:off x="2251789" y="3455842"/>
          <a:ext cx="6987266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276360" imgH="228600" progId="Equation.DSMT4">
                  <p:embed/>
                </p:oleObj>
              </mc:Choice>
              <mc:Fallback>
                <p:oleObj name="Equation" r:id="rId17" imgW="3276360" imgH="228600" progId="Equation.DSMT4">
                  <p:embed/>
                  <p:pic>
                    <p:nvPicPr>
                      <p:cNvPr id="2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789" y="3455842"/>
                        <a:ext cx="6987266" cy="50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28270"/>
              </p:ext>
            </p:extLst>
          </p:nvPr>
        </p:nvGraphicFramePr>
        <p:xfrm>
          <a:off x="2251789" y="4269060"/>
          <a:ext cx="3737455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88760" imgH="228600" progId="Equation.DSMT4">
                  <p:embed/>
                </p:oleObj>
              </mc:Choice>
              <mc:Fallback>
                <p:oleObj name="Equation" r:id="rId19" imgW="1688760" imgH="228600" progId="Equation.DSMT4">
                  <p:embed/>
                  <p:pic>
                    <p:nvPicPr>
                      <p:cNvPr id="2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789" y="4269060"/>
                        <a:ext cx="3737455" cy="50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168150"/>
              </p:ext>
            </p:extLst>
          </p:nvPr>
        </p:nvGraphicFramePr>
        <p:xfrm>
          <a:off x="5989244" y="4272729"/>
          <a:ext cx="2238535" cy="48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54080" imgH="228600" progId="Equation.DSMT4">
                  <p:embed/>
                </p:oleObj>
              </mc:Choice>
              <mc:Fallback>
                <p:oleObj name="Equation" r:id="rId21" imgW="1054080" imgH="228600" progId="Equation.DSMT4">
                  <p:embed/>
                  <p:pic>
                    <p:nvPicPr>
                      <p:cNvPr id="2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244" y="4272729"/>
                        <a:ext cx="2238535" cy="486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1931204" y="5082278"/>
          <a:ext cx="2336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336800" imgH="596900" progId="Equation.3">
                  <p:embed/>
                </p:oleObj>
              </mc:Choice>
              <mc:Fallback>
                <p:oleObj name="Equation" r:id="rId23" imgW="2336800" imgH="596900" progId="Equation.3">
                  <p:embed/>
                  <p:pic>
                    <p:nvPicPr>
                      <p:cNvPr id="3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204" y="5082278"/>
                        <a:ext cx="2336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576415"/>
              </p:ext>
            </p:extLst>
          </p:nvPr>
        </p:nvGraphicFramePr>
        <p:xfrm>
          <a:off x="4264971" y="5035015"/>
          <a:ext cx="3231867" cy="688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71600" imgH="291960" progId="Equation.DSMT4">
                  <p:embed/>
                </p:oleObj>
              </mc:Choice>
              <mc:Fallback>
                <p:oleObj name="Equation" r:id="rId25" imgW="1371600" imgH="291960" progId="Equation.DSMT4">
                  <p:embed/>
                  <p:pic>
                    <p:nvPicPr>
                      <p:cNvPr id="3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971" y="5035015"/>
                        <a:ext cx="3231867" cy="688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367662"/>
              </p:ext>
            </p:extLst>
          </p:nvPr>
        </p:nvGraphicFramePr>
        <p:xfrm>
          <a:off x="7496838" y="5082278"/>
          <a:ext cx="2891067" cy="54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18960" imgH="228600" progId="Equation.DSMT4">
                  <p:embed/>
                </p:oleObj>
              </mc:Choice>
              <mc:Fallback>
                <p:oleObj name="Equation" r:id="rId27" imgW="1218960" imgH="228600" progId="Equation.DSMT4">
                  <p:embed/>
                  <p:pic>
                    <p:nvPicPr>
                      <p:cNvPr id="3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838" y="5082278"/>
                        <a:ext cx="2891067" cy="54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555164"/>
              </p:ext>
            </p:extLst>
          </p:nvPr>
        </p:nvGraphicFramePr>
        <p:xfrm>
          <a:off x="8378995" y="5776684"/>
          <a:ext cx="2784050" cy="514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68200" imgH="215640" progId="Equation.DSMT4">
                  <p:embed/>
                </p:oleObj>
              </mc:Choice>
              <mc:Fallback>
                <p:oleObj name="Equation" r:id="rId29" imgW="1168200" imgH="215640" progId="Equation.DSMT4">
                  <p:embed/>
                  <p:pic>
                    <p:nvPicPr>
                      <p:cNvPr id="3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8995" y="5776684"/>
                        <a:ext cx="2784050" cy="514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5505394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解析函数与调和函数的关系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38201" y="896859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1" y="896859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3557"/>
              </p:ext>
            </p:extLst>
          </p:nvPr>
        </p:nvGraphicFramePr>
        <p:xfrm>
          <a:off x="1438276" y="897001"/>
          <a:ext cx="10571935" cy="50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76560" imgH="228600" progId="Equation.DSMT4">
                  <p:embed/>
                </p:oleObj>
              </mc:Choice>
              <mc:Fallback>
                <p:oleObj name="Equation" r:id="rId5" imgW="487656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6" y="897001"/>
                        <a:ext cx="10571935" cy="507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66776" y="1646955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6" y="1646955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5"/>
          <p:cNvGraphicFramePr>
            <a:graphicFrameLocks noChangeAspect="1"/>
          </p:cNvGraphicFramePr>
          <p:nvPr/>
        </p:nvGraphicFramePr>
        <p:xfrm>
          <a:off x="1573633" y="2261479"/>
          <a:ext cx="693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34200" imgH="482600" progId="Equation.3">
                  <p:embed/>
                </p:oleObj>
              </mc:Choice>
              <mc:Fallback>
                <p:oleObj name="Equation" r:id="rId9" imgW="6934200" imgH="482600" progId="Equation.3">
                  <p:embed/>
                  <p:pic>
                    <p:nvPicPr>
                      <p:cNvPr id="22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633" y="2261479"/>
                        <a:ext cx="693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6"/>
          <p:cNvSpPr txBox="1">
            <a:spLocks noChangeArrowheads="1"/>
          </p:cNvSpPr>
          <p:nvPr/>
        </p:nvSpPr>
        <p:spPr bwMode="auto">
          <a:xfrm>
            <a:off x="1440346" y="1631133"/>
            <a:ext cx="283856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两边同时求导数</a:t>
            </a:r>
          </a:p>
        </p:txBody>
      </p:sp>
      <p:graphicFrame>
        <p:nvGraphicFramePr>
          <p:cNvPr id="25" name="Object 37"/>
          <p:cNvGraphicFramePr>
            <a:graphicFrameLocks noChangeAspect="1"/>
          </p:cNvGraphicFramePr>
          <p:nvPr/>
        </p:nvGraphicFramePr>
        <p:xfrm>
          <a:off x="1600355" y="2955231"/>
          <a:ext cx="7137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137400" imgH="520700" progId="Equation.3">
                  <p:embed/>
                </p:oleObj>
              </mc:Choice>
              <mc:Fallback>
                <p:oleObj name="Equation" r:id="rId11" imgW="7137400" imgH="520700" progId="Equation.3">
                  <p:embed/>
                  <p:pic>
                    <p:nvPicPr>
                      <p:cNvPr id="2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355" y="2955231"/>
                        <a:ext cx="7137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126431"/>
              </p:ext>
            </p:extLst>
          </p:nvPr>
        </p:nvGraphicFramePr>
        <p:xfrm>
          <a:off x="1371184" y="3674835"/>
          <a:ext cx="3416280" cy="96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431640" progId="Equation.DSMT4">
                  <p:embed/>
                </p:oleObj>
              </mc:Choice>
              <mc:Fallback>
                <p:oleObj name="Equation" r:id="rId13" imgW="1536480" imgH="431640" progId="Equation.DSMT4">
                  <p:embed/>
                  <p:pic>
                    <p:nvPicPr>
                      <p:cNvPr id="2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184" y="3674835"/>
                        <a:ext cx="3416280" cy="96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9"/>
          <p:cNvSpPr txBox="1">
            <a:spLocks noChangeArrowheads="1"/>
          </p:cNvSpPr>
          <p:nvPr/>
        </p:nvSpPr>
        <p:spPr bwMode="auto">
          <a:xfrm>
            <a:off x="4717999" y="3884426"/>
            <a:ext cx="499427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上面两式分别相加减可得</a:t>
            </a:r>
          </a:p>
        </p:txBody>
      </p:sp>
      <p:graphicFrame>
        <p:nvGraphicFramePr>
          <p:cNvPr id="32" name="Object 1026"/>
          <p:cNvGraphicFramePr>
            <a:graphicFrameLocks noChangeAspect="1"/>
          </p:cNvGraphicFramePr>
          <p:nvPr/>
        </p:nvGraphicFramePr>
        <p:xfrm>
          <a:off x="8737755" y="3544233"/>
          <a:ext cx="2955515" cy="12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175200" imgH="12496800" progId="Equation.DSMT4">
                  <p:embed/>
                </p:oleObj>
              </mc:Choice>
              <mc:Fallback>
                <p:oleObj name="Equation" r:id="rId15" imgW="30175200" imgH="12496800" progId="Equation.DSMT4">
                  <p:embed/>
                  <p:pic>
                    <p:nvPicPr>
                      <p:cNvPr id="32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755" y="3544233"/>
                        <a:ext cx="2955515" cy="12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104631"/>
              </p:ext>
            </p:extLst>
          </p:nvPr>
        </p:nvGraphicFramePr>
        <p:xfrm>
          <a:off x="1573633" y="4944708"/>
          <a:ext cx="2276128" cy="554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360" imgH="241200" progId="Equation.DSMT4">
                  <p:embed/>
                </p:oleObj>
              </mc:Choice>
              <mc:Fallback>
                <p:oleObj name="Equation" r:id="rId17" imgW="990360" imgH="241200" progId="Equation.DSMT4">
                  <p:embed/>
                  <p:pic>
                    <p:nvPicPr>
                      <p:cNvPr id="37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633" y="4944708"/>
                        <a:ext cx="2276128" cy="554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885326"/>
              </p:ext>
            </p:extLst>
          </p:nvPr>
        </p:nvGraphicFramePr>
        <p:xfrm>
          <a:off x="3849761" y="4921549"/>
          <a:ext cx="3181586" cy="52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84200" imgH="228600" progId="Equation.DSMT4">
                  <p:embed/>
                </p:oleObj>
              </mc:Choice>
              <mc:Fallback>
                <p:oleObj name="Equation" r:id="rId19" imgW="1384200" imgH="228600" progId="Equation.DSMT4">
                  <p:embed/>
                  <p:pic>
                    <p:nvPicPr>
                      <p:cNvPr id="38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761" y="4921549"/>
                        <a:ext cx="3181586" cy="52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34535"/>
              </p:ext>
            </p:extLst>
          </p:nvPr>
        </p:nvGraphicFramePr>
        <p:xfrm>
          <a:off x="7098133" y="4944708"/>
          <a:ext cx="140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065" imgH="444500" progId="Equation.3">
                  <p:embed/>
                </p:oleObj>
              </mc:Choice>
              <mc:Fallback>
                <p:oleObj name="Equation" r:id="rId21" imgW="1409065" imgH="444500" progId="Equation.3">
                  <p:embed/>
                  <p:pic>
                    <p:nvPicPr>
                      <p:cNvPr id="39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8133" y="4944708"/>
                        <a:ext cx="140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31"/>
          <p:cNvGraphicFramePr>
            <a:graphicFrameLocks noChangeAspect="1"/>
          </p:cNvGraphicFramePr>
          <p:nvPr/>
        </p:nvGraphicFramePr>
        <p:xfrm>
          <a:off x="1612474" y="5828457"/>
          <a:ext cx="293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33700" imgH="596900" progId="Equation.3">
                  <p:embed/>
                </p:oleObj>
              </mc:Choice>
              <mc:Fallback>
                <p:oleObj name="Equation" r:id="rId23" imgW="2933700" imgH="596900" progId="Equation.3">
                  <p:embed/>
                  <p:pic>
                    <p:nvPicPr>
                      <p:cNvPr id="4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474" y="5828457"/>
                        <a:ext cx="2933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890927"/>
              </p:ext>
            </p:extLst>
          </p:nvPr>
        </p:nvGraphicFramePr>
        <p:xfrm>
          <a:off x="4546174" y="5861942"/>
          <a:ext cx="2024343" cy="462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88840" imgH="203040" progId="Equation.DSMT4">
                  <p:embed/>
                </p:oleObj>
              </mc:Choice>
              <mc:Fallback>
                <p:oleObj name="Equation" r:id="rId25" imgW="888840" imgH="203040" progId="Equation.DSMT4">
                  <p:embed/>
                  <p:pic>
                    <p:nvPicPr>
                      <p:cNvPr id="41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174" y="5861942"/>
                        <a:ext cx="2024343" cy="462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220765"/>
              </p:ext>
            </p:extLst>
          </p:nvPr>
        </p:nvGraphicFramePr>
        <p:xfrm>
          <a:off x="7112000" y="5924550"/>
          <a:ext cx="23574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15920" imgH="215640" progId="Equation.DSMT4">
                  <p:embed/>
                </p:oleObj>
              </mc:Choice>
              <mc:Fallback>
                <p:oleObj name="Equation" r:id="rId27" imgW="1015920" imgH="215640" progId="Equation.DSMT4">
                  <p:embed/>
                  <p:pic>
                    <p:nvPicPr>
                      <p:cNvPr id="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5924550"/>
                        <a:ext cx="23574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§3.4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教材第三章习题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116</Words>
  <Application>Microsoft Office PowerPoint</Application>
  <PresentationFormat>宽屏</PresentationFormat>
  <Paragraphs>21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等线</vt:lpstr>
      <vt:lpstr>等线 Light</vt:lpstr>
      <vt:lpstr>华文楷体</vt:lpstr>
      <vt:lpstr>楷体</vt:lpstr>
      <vt:lpstr>微软雅黑</vt:lpstr>
      <vt:lpstr>Arial</vt:lpstr>
      <vt:lpstr>Calibri</vt:lpstr>
      <vt:lpstr>Calibri Light</vt:lpstr>
      <vt:lpstr>Times New Roman</vt:lpstr>
      <vt:lpstr>Office 主题​​</vt:lpstr>
      <vt:lpstr>1_新媒体</vt:lpstr>
      <vt:lpstr>新媒体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19</cp:revision>
  <dcterms:created xsi:type="dcterms:W3CDTF">2025-07-30T11:56:58Z</dcterms:created>
  <dcterms:modified xsi:type="dcterms:W3CDTF">2025-10-27T12:48:53Z</dcterms:modified>
</cp:coreProperties>
</file>