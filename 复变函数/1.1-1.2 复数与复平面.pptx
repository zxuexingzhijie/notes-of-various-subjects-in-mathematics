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3"/>
  </p:notesMasterIdLst>
  <p:sldIdLst>
    <p:sldId id="524" r:id="rId3"/>
    <p:sldId id="682" r:id="rId4"/>
    <p:sldId id="538" r:id="rId5"/>
    <p:sldId id="540" r:id="rId6"/>
    <p:sldId id="542" r:id="rId7"/>
    <p:sldId id="541" r:id="rId8"/>
    <p:sldId id="544" r:id="rId9"/>
    <p:sldId id="548" r:id="rId10"/>
    <p:sldId id="549" r:id="rId11"/>
    <p:sldId id="554" r:id="rId12"/>
    <p:sldId id="641" r:id="rId13"/>
    <p:sldId id="556" r:id="rId14"/>
    <p:sldId id="558" r:id="rId15"/>
    <p:sldId id="561" r:id="rId16"/>
    <p:sldId id="681" r:id="rId17"/>
    <p:sldId id="562" r:id="rId18"/>
    <p:sldId id="582" r:id="rId19"/>
    <p:sldId id="583" r:id="rId20"/>
    <p:sldId id="584" r:id="rId21"/>
    <p:sldId id="580" r:id="rId22"/>
    <p:sldId id="585" r:id="rId23"/>
    <p:sldId id="588" r:id="rId24"/>
    <p:sldId id="589" r:id="rId25"/>
    <p:sldId id="587" r:id="rId26"/>
    <p:sldId id="590" r:id="rId27"/>
    <p:sldId id="591" r:id="rId28"/>
    <p:sldId id="592" r:id="rId29"/>
    <p:sldId id="595" r:id="rId30"/>
    <p:sldId id="640" r:id="rId31"/>
    <p:sldId id="596" r:id="rId32"/>
    <p:sldId id="598" r:id="rId33"/>
    <p:sldId id="597" r:id="rId34"/>
    <p:sldId id="599" r:id="rId35"/>
    <p:sldId id="600" r:id="rId36"/>
    <p:sldId id="602" r:id="rId37"/>
    <p:sldId id="605" r:id="rId38"/>
    <p:sldId id="607" r:id="rId39"/>
    <p:sldId id="608" r:id="rId40"/>
    <p:sldId id="669" r:id="rId41"/>
    <p:sldId id="685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2A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3C555-9907-4415-A950-8B4CE3576EF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D8909-152E-4338-8C57-8DCA42EC0F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4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B27-B77E-40A2-6439-F3078A0A4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553B48-7473-1B39-6F8C-463C9D4F3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126E3-C724-02DF-952E-8A1BAE97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1C08F-4235-8F0F-EB9E-7C228777E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3A7123-91B5-12A1-D7A8-FB7C378D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57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A99E2-7FC4-BA9A-5B47-5DC3C139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68EB3B-3C0D-4CB6-9323-D904DD6B3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D0BFC-2773-F569-4789-C94651D4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7AD08-8DFF-C7E8-CC24-965D399D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E4A06-001B-B957-FA9E-0623CD88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923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18D8F-EEF4-AB36-255E-EFA88AED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BB4581-8E67-5B45-6374-F7D7F3D89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9CF7F-965B-16FA-9DE9-CB1091D80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EB5B0-FD6E-74AF-75D2-BCB86A8F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A5965-C408-DECB-F755-25044743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68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C0D33-2B75-710B-AF6B-142B8688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7533A-3F8F-B9C4-E34F-B07040B17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29A167-C871-4BCB-1208-7A6A0F57B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A751C6-3505-69E5-F772-0208D650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869895-9283-AAE8-8EFF-AB0496B0F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0AD525-86BC-5117-3692-9B86694A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08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C436A-A109-A920-EB9F-ACFFBB25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53FAE9-9373-B9E5-E7B1-B03AE5F53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7C8DA1-4CCC-A3F8-2FA4-480E35E98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4C28C8-9F6F-0825-288B-C89DCDEF9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A4FA1C-BE54-3649-D152-6B783F918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26D435-0566-A6F0-603A-89C5C5B0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247AA1-5726-442F-E34F-A921AC31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F92798-6C9F-CD33-9906-BDD1DFE0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29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5E0BB-36AB-835B-8BA6-954AEEE3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6E848-A72D-4EB5-DFAA-9008A5B4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171058-4B58-51FA-7468-E61ADAC0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E34F24-ED57-B959-66A0-E681488E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10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2C4D35-B388-A5AC-3E31-742CAA40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0A1C7C-AEAE-79B9-B851-E551725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0B6AC1-B531-5387-09A9-2782CBC1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6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FF0CF-911A-2A8E-6BF3-2B48F947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BC424-8394-D9D9-3138-96DCE62B1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B8A0F9-BE9A-F97B-D6F1-FFEF21BED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F5F8A-BF79-B714-2675-2A58214B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5EDD62-5C25-F370-9A02-453E951C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78F125-6628-0DFD-58FD-17CFA866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7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6BD86-7E73-85A4-1AE4-478BB4F2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A47525-3CB7-1A33-7485-92723C5CC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5D6E47-A89E-0AD3-81F0-FF354090F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1818D3-0162-F6F4-02EA-6BC0D572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5C1ED8-E4DE-5D4A-1B0C-A0AB93A9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5AC121-9607-0180-4CE3-8F64D0C8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856F-D5BA-1342-2D03-6BE62444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75D8CE-D179-A2F0-A936-4C382F9E4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A873A6-3214-E454-5F01-91BEF0FE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8AD893-A277-A4D6-907A-9D73B4AA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8C193-57B8-766D-36E7-80F68118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4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2CD058-8A65-6996-1BCA-57BEBAF0B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8298AE-6001-B034-0007-ADF10A8A3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506482-623D-6D69-AC70-CB244F2A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CE94F8-75A8-6A47-3DE3-B46CAEF1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F1907-373C-84C1-786F-593DC262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453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194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764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208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803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530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457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531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082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16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48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633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0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5628F4-3DD2-C049-2EEA-27DFF641A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7D0DCF-E5D0-1CE5-DA14-F6EECEA87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AAFE5-1B78-1B36-5745-3EAD3C81F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A2E3A-5EED-41E6-99CC-2F9F6EEB160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C169C-B460-2D99-0317-9270F95FB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6A09C8-8D7F-16D2-5587-CCBF8D7AD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1F237-B4F3-4FA6-8859-FD0BDE46F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85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54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e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.wmf"/><Relationship Id="rId1" Type="http://schemas.openxmlformats.org/officeDocument/2006/relationships/tags" Target="../tags/tag2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3.wmf"/><Relationship Id="rId26" Type="http://schemas.openxmlformats.org/officeDocument/2006/relationships/image" Target="../media/image36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.wmf"/><Relationship Id="rId20" Type="http://schemas.openxmlformats.org/officeDocument/2006/relationships/image" Target="../media/image8.wmf"/><Relationship Id="rId1" Type="http://schemas.openxmlformats.org/officeDocument/2006/relationships/tags" Target="../tags/tag5.x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1.bin"/><Relationship Id="rId28" Type="http://schemas.openxmlformats.org/officeDocument/2006/relationships/image" Target="../media/image37.wmf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4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1.wmf"/><Relationship Id="rId22" Type="http://schemas.openxmlformats.org/officeDocument/2006/relationships/image" Target="../media/image34.wmf"/><Relationship Id="rId27" Type="http://schemas.openxmlformats.org/officeDocument/2006/relationships/oleObject" Target="../embeddings/oleObject3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4.wmf"/><Relationship Id="rId1" Type="http://schemas.openxmlformats.org/officeDocument/2006/relationships/tags" Target="../tags/tag6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tags" Target="../tags/tag7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0.bin"/><Relationship Id="rId18" Type="http://schemas.openxmlformats.org/officeDocument/2006/relationships/oleObject" Target="../embeddings/oleObject61.bin"/><Relationship Id="rId3" Type="http://schemas.openxmlformats.org/officeDocument/2006/relationships/oleObject" Target="../embeddings/oleObject55.bin"/><Relationship Id="rId21" Type="http://schemas.openxmlformats.org/officeDocument/2006/relationships/image" Target="../media/image69.wmf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3.wmf"/><Relationship Id="rId17" Type="http://schemas.openxmlformats.org/officeDocument/2006/relationships/image" Target="../media/image67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6.png"/><Relationship Id="rId20" Type="http://schemas.openxmlformats.org/officeDocument/2006/relationships/oleObject" Target="../embeddings/oleObject62.bin"/><Relationship Id="rId1" Type="http://schemas.openxmlformats.org/officeDocument/2006/relationships/tags" Target="../tags/tag9.x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image" Target="../media/image65.png"/><Relationship Id="rId10" Type="http://schemas.openxmlformats.org/officeDocument/2006/relationships/image" Target="../media/image62.wmf"/><Relationship Id="rId19" Type="http://schemas.openxmlformats.org/officeDocument/2006/relationships/image" Target="../media/image68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4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8.bin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9" Type="http://schemas.openxmlformats.org/officeDocument/2006/relationships/image" Target="../media/image89.png"/><Relationship Id="rId21" Type="http://schemas.openxmlformats.org/officeDocument/2006/relationships/image" Target="../media/image79.wmf"/><Relationship Id="rId34" Type="http://schemas.openxmlformats.org/officeDocument/2006/relationships/oleObject" Target="../embeddings/oleObject78.bin"/><Relationship Id="rId42" Type="http://schemas.openxmlformats.org/officeDocument/2006/relationships/oleObject" Target="../embeddings/oleObject81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29" Type="http://schemas.openxmlformats.org/officeDocument/2006/relationships/image" Target="../media/image83.wmf"/><Relationship Id="rId41" Type="http://schemas.openxmlformats.org/officeDocument/2006/relationships/image" Target="../media/image90.wmf"/><Relationship Id="rId1" Type="http://schemas.openxmlformats.org/officeDocument/2006/relationships/tags" Target="../tags/tag10.x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67.bin"/><Relationship Id="rId24" Type="http://schemas.openxmlformats.org/officeDocument/2006/relationships/oleObject" Target="../embeddings/oleObject73.bin"/><Relationship Id="rId32" Type="http://schemas.openxmlformats.org/officeDocument/2006/relationships/oleObject" Target="../embeddings/oleObject77.bin"/><Relationship Id="rId37" Type="http://schemas.openxmlformats.org/officeDocument/2006/relationships/image" Target="../media/image87.wmf"/><Relationship Id="rId40" Type="http://schemas.openxmlformats.org/officeDocument/2006/relationships/oleObject" Target="../embeddings/oleObject80.bin"/><Relationship Id="rId5" Type="http://schemas.openxmlformats.org/officeDocument/2006/relationships/oleObject" Target="../embeddings/oleObject64.bin"/><Relationship Id="rId15" Type="http://schemas.openxmlformats.org/officeDocument/2006/relationships/image" Target="../media/image76.emf"/><Relationship Id="rId23" Type="http://schemas.openxmlformats.org/officeDocument/2006/relationships/image" Target="../media/image80.wmf"/><Relationship Id="rId28" Type="http://schemas.openxmlformats.org/officeDocument/2006/relationships/oleObject" Target="../embeddings/oleObject75.bin"/><Relationship Id="rId36" Type="http://schemas.openxmlformats.org/officeDocument/2006/relationships/oleObject" Target="../embeddings/oleObject79.bin"/><Relationship Id="rId10" Type="http://schemas.openxmlformats.org/officeDocument/2006/relationships/image" Target="../media/image73.wmf"/><Relationship Id="rId19" Type="http://schemas.openxmlformats.org/officeDocument/2006/relationships/image" Target="../media/image78.emf"/><Relationship Id="rId31" Type="http://schemas.openxmlformats.org/officeDocument/2006/relationships/image" Target="../media/image84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5.emf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82.wmf"/><Relationship Id="rId30" Type="http://schemas.openxmlformats.org/officeDocument/2006/relationships/oleObject" Target="../embeddings/oleObject76.bin"/><Relationship Id="rId35" Type="http://schemas.openxmlformats.org/officeDocument/2006/relationships/image" Target="../media/image86.wmf"/><Relationship Id="rId43" Type="http://schemas.openxmlformats.org/officeDocument/2006/relationships/image" Target="../media/image91.wmf"/><Relationship Id="rId8" Type="http://schemas.openxmlformats.org/officeDocument/2006/relationships/image" Target="../media/image72.wmf"/><Relationship Id="rId3" Type="http://schemas.openxmlformats.org/officeDocument/2006/relationships/oleObject" Target="../embeddings/oleObject63.bin"/><Relationship Id="rId12" Type="http://schemas.openxmlformats.org/officeDocument/2006/relationships/image" Target="../media/image74.emf"/><Relationship Id="rId17" Type="http://schemas.openxmlformats.org/officeDocument/2006/relationships/image" Target="../media/image77.emf"/><Relationship Id="rId25" Type="http://schemas.openxmlformats.org/officeDocument/2006/relationships/image" Target="../media/image81.emf"/><Relationship Id="rId33" Type="http://schemas.openxmlformats.org/officeDocument/2006/relationships/image" Target="../media/image85.wmf"/><Relationship Id="rId38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8.bin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88.bin"/><Relationship Id="rId3" Type="http://schemas.openxmlformats.org/officeDocument/2006/relationships/oleObject" Target="../embeddings/oleObject82.bin"/><Relationship Id="rId21" Type="http://schemas.openxmlformats.org/officeDocument/2006/relationships/image" Target="../media/image96.wmf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74.emf"/><Relationship Id="rId17" Type="http://schemas.openxmlformats.org/officeDocument/2006/relationships/image" Target="../media/image77.emf"/><Relationship Id="rId25" Type="http://schemas.openxmlformats.org/officeDocument/2006/relationships/image" Target="../media/image97.wmf"/><Relationship Id="rId33" Type="http://schemas.openxmlformats.org/officeDocument/2006/relationships/image" Target="../media/image101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86.bin"/><Relationship Id="rId29" Type="http://schemas.openxmlformats.org/officeDocument/2006/relationships/image" Target="../media/image99.wmf"/><Relationship Id="rId1" Type="http://schemas.openxmlformats.org/officeDocument/2006/relationships/tags" Target="../tags/tag11.x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67.bin"/><Relationship Id="rId24" Type="http://schemas.openxmlformats.org/officeDocument/2006/relationships/oleObject" Target="../embeddings/oleObject87.bin"/><Relationship Id="rId32" Type="http://schemas.openxmlformats.org/officeDocument/2006/relationships/oleObject" Target="../embeddings/oleObject91.bin"/><Relationship Id="rId5" Type="http://schemas.openxmlformats.org/officeDocument/2006/relationships/oleObject" Target="../embeddings/oleObject83.bin"/><Relationship Id="rId15" Type="http://schemas.openxmlformats.org/officeDocument/2006/relationships/image" Target="../media/image76.emf"/><Relationship Id="rId23" Type="http://schemas.openxmlformats.org/officeDocument/2006/relationships/image" Target="../media/image80.wmf"/><Relationship Id="rId28" Type="http://schemas.openxmlformats.org/officeDocument/2006/relationships/oleObject" Target="../embeddings/oleObject89.bin"/><Relationship Id="rId10" Type="http://schemas.openxmlformats.org/officeDocument/2006/relationships/image" Target="../media/image95.wmf"/><Relationship Id="rId19" Type="http://schemas.openxmlformats.org/officeDocument/2006/relationships/image" Target="../media/image78.emf"/><Relationship Id="rId31" Type="http://schemas.openxmlformats.org/officeDocument/2006/relationships/image" Target="../media/image100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75.emf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98.wmf"/><Relationship Id="rId30" Type="http://schemas.openxmlformats.org/officeDocument/2006/relationships/oleObject" Target="../embeddings/oleObject90.bin"/><Relationship Id="rId8" Type="http://schemas.openxmlformats.org/officeDocument/2006/relationships/image" Target="../media/image9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102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11.wmf"/><Relationship Id="rId26" Type="http://schemas.openxmlformats.org/officeDocument/2006/relationships/image" Target="../media/image115.wmf"/><Relationship Id="rId21" Type="http://schemas.openxmlformats.org/officeDocument/2006/relationships/oleObject" Target="../embeddings/oleObject103.bin"/><Relationship Id="rId34" Type="http://schemas.openxmlformats.org/officeDocument/2006/relationships/image" Target="../media/image119.emf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1.bin"/><Relationship Id="rId25" Type="http://schemas.openxmlformats.org/officeDocument/2006/relationships/oleObject" Target="../embeddings/oleObject105.bin"/><Relationship Id="rId33" Type="http://schemas.openxmlformats.org/officeDocument/2006/relationships/oleObject" Target="../embeddings/oleObject109.bin"/><Relationship Id="rId38" Type="http://schemas.openxmlformats.org/officeDocument/2006/relationships/image" Target="../media/image121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29" Type="http://schemas.openxmlformats.org/officeDocument/2006/relationships/oleObject" Target="../embeddings/oleObject107.bin"/><Relationship Id="rId1" Type="http://schemas.openxmlformats.org/officeDocument/2006/relationships/tags" Target="../tags/tag13.x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14.wmf"/><Relationship Id="rId32" Type="http://schemas.openxmlformats.org/officeDocument/2006/relationships/image" Target="../media/image118.emf"/><Relationship Id="rId37" Type="http://schemas.openxmlformats.org/officeDocument/2006/relationships/oleObject" Target="../embeddings/oleObject111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28" Type="http://schemas.openxmlformats.org/officeDocument/2006/relationships/image" Target="../media/image116.wmf"/><Relationship Id="rId36" Type="http://schemas.openxmlformats.org/officeDocument/2006/relationships/image" Target="../media/image120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102.bin"/><Relationship Id="rId31" Type="http://schemas.openxmlformats.org/officeDocument/2006/relationships/oleObject" Target="../embeddings/oleObject108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109.wmf"/><Relationship Id="rId22" Type="http://schemas.openxmlformats.org/officeDocument/2006/relationships/image" Target="../media/image113.wmf"/><Relationship Id="rId27" Type="http://schemas.openxmlformats.org/officeDocument/2006/relationships/oleObject" Target="../embeddings/oleObject106.bin"/><Relationship Id="rId30" Type="http://schemas.openxmlformats.org/officeDocument/2006/relationships/image" Target="../media/image117.wmf"/><Relationship Id="rId35" Type="http://schemas.openxmlformats.org/officeDocument/2006/relationships/oleObject" Target="../embeddings/oleObject110.bin"/><Relationship Id="rId8" Type="http://schemas.openxmlformats.org/officeDocument/2006/relationships/image" Target="../media/image107.wmf"/><Relationship Id="rId3" Type="http://schemas.openxmlformats.org/officeDocument/2006/relationships/oleObject" Target="../embeddings/oleObject9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15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33.wmf"/><Relationship Id="rId26" Type="http://schemas.openxmlformats.org/officeDocument/2006/relationships/image" Target="../media/image137.wmf"/><Relationship Id="rId39" Type="http://schemas.openxmlformats.org/officeDocument/2006/relationships/image" Target="../media/image77.emf"/><Relationship Id="rId21" Type="http://schemas.openxmlformats.org/officeDocument/2006/relationships/oleObject" Target="../embeddings/oleObject125.bin"/><Relationship Id="rId34" Type="http://schemas.openxmlformats.org/officeDocument/2006/relationships/image" Target="../media/image74.emf"/><Relationship Id="rId42" Type="http://schemas.openxmlformats.org/officeDocument/2006/relationships/oleObject" Target="../embeddings/oleObject86.bin"/><Relationship Id="rId47" Type="http://schemas.openxmlformats.org/officeDocument/2006/relationships/image" Target="../media/image97.wmf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2.wmf"/><Relationship Id="rId29" Type="http://schemas.openxmlformats.org/officeDocument/2006/relationships/oleObject" Target="../embeddings/oleObject129.bin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36.wmf"/><Relationship Id="rId32" Type="http://schemas.openxmlformats.org/officeDocument/2006/relationships/image" Target="../media/image140.wmf"/><Relationship Id="rId37" Type="http://schemas.openxmlformats.org/officeDocument/2006/relationships/image" Target="../media/image76.emf"/><Relationship Id="rId40" Type="http://schemas.openxmlformats.org/officeDocument/2006/relationships/oleObject" Target="../embeddings/oleObject70.bin"/><Relationship Id="rId45" Type="http://schemas.openxmlformats.org/officeDocument/2006/relationships/image" Target="../media/image80.wmf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28" Type="http://schemas.openxmlformats.org/officeDocument/2006/relationships/image" Target="../media/image138.wmf"/><Relationship Id="rId36" Type="http://schemas.openxmlformats.org/officeDocument/2006/relationships/image" Target="../media/image75.emf"/><Relationship Id="rId49" Type="http://schemas.openxmlformats.org/officeDocument/2006/relationships/image" Target="../media/image81.emf"/><Relationship Id="rId10" Type="http://schemas.openxmlformats.org/officeDocument/2006/relationships/image" Target="../media/image129.wmf"/><Relationship Id="rId19" Type="http://schemas.openxmlformats.org/officeDocument/2006/relationships/oleObject" Target="../embeddings/oleObject124.bin"/><Relationship Id="rId31" Type="http://schemas.openxmlformats.org/officeDocument/2006/relationships/oleObject" Target="../embeddings/oleObject130.bin"/><Relationship Id="rId44" Type="http://schemas.openxmlformats.org/officeDocument/2006/relationships/oleObject" Target="../embeddings/oleObject72.bin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31.wmf"/><Relationship Id="rId22" Type="http://schemas.openxmlformats.org/officeDocument/2006/relationships/image" Target="../media/image135.wmf"/><Relationship Id="rId27" Type="http://schemas.openxmlformats.org/officeDocument/2006/relationships/oleObject" Target="../embeddings/oleObject128.bin"/><Relationship Id="rId30" Type="http://schemas.openxmlformats.org/officeDocument/2006/relationships/image" Target="../media/image139.wmf"/><Relationship Id="rId35" Type="http://schemas.openxmlformats.org/officeDocument/2006/relationships/oleObject" Target="../embeddings/oleObject68.bin"/><Relationship Id="rId43" Type="http://schemas.openxmlformats.org/officeDocument/2006/relationships/image" Target="../media/image96.wmf"/><Relationship Id="rId48" Type="http://schemas.openxmlformats.org/officeDocument/2006/relationships/oleObject" Target="../embeddings/oleObject73.bin"/><Relationship Id="rId8" Type="http://schemas.openxmlformats.org/officeDocument/2006/relationships/image" Target="../media/image128.wmf"/><Relationship Id="rId3" Type="http://schemas.openxmlformats.org/officeDocument/2006/relationships/oleObject" Target="../embeddings/oleObject116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127.bin"/><Relationship Id="rId33" Type="http://schemas.openxmlformats.org/officeDocument/2006/relationships/oleObject" Target="../embeddings/oleObject67.bin"/><Relationship Id="rId38" Type="http://schemas.openxmlformats.org/officeDocument/2006/relationships/oleObject" Target="../embeddings/oleObject69.bin"/><Relationship Id="rId46" Type="http://schemas.openxmlformats.org/officeDocument/2006/relationships/oleObject" Target="../embeddings/oleObject87.bin"/><Relationship Id="rId20" Type="http://schemas.openxmlformats.org/officeDocument/2006/relationships/image" Target="../media/image134.wmf"/><Relationship Id="rId41" Type="http://schemas.openxmlformats.org/officeDocument/2006/relationships/image" Target="../media/image78.emf"/><Relationship Id="rId1" Type="http://schemas.openxmlformats.org/officeDocument/2006/relationships/tags" Target="../tags/tag15.xml"/><Relationship Id="rId6" Type="http://schemas.openxmlformats.org/officeDocument/2006/relationships/image" Target="../media/image127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48.wmf"/><Relationship Id="rId26" Type="http://schemas.openxmlformats.org/officeDocument/2006/relationships/image" Target="../media/image152.wmf"/><Relationship Id="rId39" Type="http://schemas.openxmlformats.org/officeDocument/2006/relationships/image" Target="../media/image159.png"/><Relationship Id="rId21" Type="http://schemas.openxmlformats.org/officeDocument/2006/relationships/oleObject" Target="../embeddings/oleObject140.bin"/><Relationship Id="rId34" Type="http://schemas.openxmlformats.org/officeDocument/2006/relationships/image" Target="../media/image156.wmf"/><Relationship Id="rId42" Type="http://schemas.openxmlformats.org/officeDocument/2006/relationships/image" Target="../media/image161.wmf"/><Relationship Id="rId47" Type="http://schemas.openxmlformats.org/officeDocument/2006/relationships/oleObject" Target="../embeddings/oleObject152.bin"/><Relationship Id="rId50" Type="http://schemas.openxmlformats.org/officeDocument/2006/relationships/image" Target="../media/image165.wmf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47.wmf"/><Relationship Id="rId29" Type="http://schemas.openxmlformats.org/officeDocument/2006/relationships/oleObject" Target="../embeddings/oleObject144.bin"/><Relationship Id="rId11" Type="http://schemas.openxmlformats.org/officeDocument/2006/relationships/oleObject" Target="../embeddings/oleObject135.bin"/><Relationship Id="rId24" Type="http://schemas.openxmlformats.org/officeDocument/2006/relationships/image" Target="../media/image151.wmf"/><Relationship Id="rId32" Type="http://schemas.openxmlformats.org/officeDocument/2006/relationships/image" Target="../media/image155.wmf"/><Relationship Id="rId37" Type="http://schemas.openxmlformats.org/officeDocument/2006/relationships/oleObject" Target="../embeddings/oleObject148.bin"/><Relationship Id="rId40" Type="http://schemas.openxmlformats.org/officeDocument/2006/relationships/image" Target="../media/image160.png"/><Relationship Id="rId45" Type="http://schemas.openxmlformats.org/officeDocument/2006/relationships/oleObject" Target="../embeddings/oleObject151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41.bin"/><Relationship Id="rId28" Type="http://schemas.openxmlformats.org/officeDocument/2006/relationships/image" Target="../media/image153.wmf"/><Relationship Id="rId36" Type="http://schemas.openxmlformats.org/officeDocument/2006/relationships/image" Target="../media/image157.wmf"/><Relationship Id="rId49" Type="http://schemas.openxmlformats.org/officeDocument/2006/relationships/oleObject" Target="../embeddings/oleObject153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39.bin"/><Relationship Id="rId31" Type="http://schemas.openxmlformats.org/officeDocument/2006/relationships/oleObject" Target="../embeddings/oleObject145.bin"/><Relationship Id="rId44" Type="http://schemas.openxmlformats.org/officeDocument/2006/relationships/image" Target="../media/image162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Relationship Id="rId27" Type="http://schemas.openxmlformats.org/officeDocument/2006/relationships/oleObject" Target="../embeddings/oleObject143.bin"/><Relationship Id="rId30" Type="http://schemas.openxmlformats.org/officeDocument/2006/relationships/image" Target="../media/image154.wmf"/><Relationship Id="rId35" Type="http://schemas.openxmlformats.org/officeDocument/2006/relationships/oleObject" Target="../embeddings/oleObject147.bin"/><Relationship Id="rId43" Type="http://schemas.openxmlformats.org/officeDocument/2006/relationships/oleObject" Target="../embeddings/oleObject150.bin"/><Relationship Id="rId48" Type="http://schemas.openxmlformats.org/officeDocument/2006/relationships/image" Target="../media/image164.wmf"/><Relationship Id="rId8" Type="http://schemas.openxmlformats.org/officeDocument/2006/relationships/image" Target="../media/image143.wmf"/><Relationship Id="rId3" Type="http://schemas.openxmlformats.org/officeDocument/2006/relationships/oleObject" Target="../embeddings/oleObject131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2.bin"/><Relationship Id="rId33" Type="http://schemas.openxmlformats.org/officeDocument/2006/relationships/oleObject" Target="../embeddings/oleObject146.bin"/><Relationship Id="rId38" Type="http://schemas.openxmlformats.org/officeDocument/2006/relationships/image" Target="../media/image158.wmf"/><Relationship Id="rId46" Type="http://schemas.openxmlformats.org/officeDocument/2006/relationships/image" Target="../media/image163.wmf"/><Relationship Id="rId20" Type="http://schemas.openxmlformats.org/officeDocument/2006/relationships/image" Target="../media/image149.wmf"/><Relationship Id="rId41" Type="http://schemas.openxmlformats.org/officeDocument/2006/relationships/oleObject" Target="../embeddings/oleObject149.bin"/><Relationship Id="rId1" Type="http://schemas.openxmlformats.org/officeDocument/2006/relationships/tags" Target="../tags/tag16.xml"/><Relationship Id="rId6" Type="http://schemas.openxmlformats.org/officeDocument/2006/relationships/image" Target="../media/image1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image" Target="../media/image171.png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70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69.wmf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57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75.wmf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16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83.wmf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72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1" Type="http://schemas.openxmlformats.org/officeDocument/2006/relationships/tags" Target="../tags/tag19.x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86.wmf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94.w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91.wmf"/><Relationship Id="rId17" Type="http://schemas.openxmlformats.org/officeDocument/2006/relationships/oleObject" Target="../embeddings/oleObject18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3.wmf"/><Relationship Id="rId1" Type="http://schemas.openxmlformats.org/officeDocument/2006/relationships/tags" Target="../tags/tag20.x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9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202.wmf"/><Relationship Id="rId26" Type="http://schemas.openxmlformats.org/officeDocument/2006/relationships/image" Target="../media/image206.wmf"/><Relationship Id="rId3" Type="http://schemas.openxmlformats.org/officeDocument/2006/relationships/oleObject" Target="../embeddings/oleObject182.bin"/><Relationship Id="rId21" Type="http://schemas.openxmlformats.org/officeDocument/2006/relationships/oleObject" Target="../embeddings/oleObject191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99.wmf"/><Relationship Id="rId17" Type="http://schemas.openxmlformats.org/officeDocument/2006/relationships/oleObject" Target="../embeddings/oleObject189.bin"/><Relationship Id="rId25" Type="http://schemas.openxmlformats.org/officeDocument/2006/relationships/oleObject" Target="../embeddings/oleObject19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01.wmf"/><Relationship Id="rId20" Type="http://schemas.openxmlformats.org/officeDocument/2006/relationships/image" Target="../media/image203.emf"/><Relationship Id="rId1" Type="http://schemas.openxmlformats.org/officeDocument/2006/relationships/tags" Target="../tags/tag21.x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186.bin"/><Relationship Id="rId24" Type="http://schemas.openxmlformats.org/officeDocument/2006/relationships/image" Target="../media/image205.wmf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23" Type="http://schemas.openxmlformats.org/officeDocument/2006/relationships/oleObject" Target="../embeddings/oleObject192.bin"/><Relationship Id="rId10" Type="http://schemas.openxmlformats.org/officeDocument/2006/relationships/image" Target="../media/image198.wmf"/><Relationship Id="rId19" Type="http://schemas.openxmlformats.org/officeDocument/2006/relationships/oleObject" Target="../embeddings/oleObject190.bin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200.wmf"/><Relationship Id="rId22" Type="http://schemas.openxmlformats.org/officeDocument/2006/relationships/image" Target="../media/image20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195.bin"/><Relationship Id="rId10" Type="http://schemas.openxmlformats.org/officeDocument/2006/relationships/image" Target="../media/image210.wmf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19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218.wmf"/><Relationship Id="rId3" Type="http://schemas.openxmlformats.org/officeDocument/2006/relationships/oleObject" Target="../embeddings/oleObject198.bin"/><Relationship Id="rId21" Type="http://schemas.openxmlformats.org/officeDocument/2006/relationships/oleObject" Target="../embeddings/oleObject207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215.wmf"/><Relationship Id="rId17" Type="http://schemas.openxmlformats.org/officeDocument/2006/relationships/oleObject" Target="../embeddings/oleObject20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17.wmf"/><Relationship Id="rId20" Type="http://schemas.openxmlformats.org/officeDocument/2006/relationships/image" Target="../media/image219.wmf"/><Relationship Id="rId1" Type="http://schemas.openxmlformats.org/officeDocument/2006/relationships/tags" Target="../tags/tag23.x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10" Type="http://schemas.openxmlformats.org/officeDocument/2006/relationships/image" Target="../media/image214.wmf"/><Relationship Id="rId19" Type="http://schemas.openxmlformats.org/officeDocument/2006/relationships/oleObject" Target="../embeddings/oleObject206.bin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216.wmf"/><Relationship Id="rId22" Type="http://schemas.openxmlformats.org/officeDocument/2006/relationships/image" Target="../media/image22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27.wmf"/><Relationship Id="rId3" Type="http://schemas.openxmlformats.org/officeDocument/2006/relationships/oleObject" Target="../embeddings/oleObject208.bin"/><Relationship Id="rId21" Type="http://schemas.openxmlformats.org/officeDocument/2006/relationships/oleObject" Target="../embeddings/oleObject216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6.wmf"/><Relationship Id="rId20" Type="http://schemas.openxmlformats.org/officeDocument/2006/relationships/image" Target="../media/image228.wmf"/><Relationship Id="rId1" Type="http://schemas.openxmlformats.org/officeDocument/2006/relationships/tags" Target="../tags/tag24.x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230.wmf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25.wmf"/><Relationship Id="rId22" Type="http://schemas.openxmlformats.org/officeDocument/2006/relationships/image" Target="../media/image22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38.emf"/><Relationship Id="rId26" Type="http://schemas.openxmlformats.org/officeDocument/2006/relationships/image" Target="../media/image230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15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35.e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1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37.emf"/><Relationship Id="rId20" Type="http://schemas.openxmlformats.org/officeDocument/2006/relationships/image" Target="../media/image227.wmf"/><Relationship Id="rId1" Type="http://schemas.openxmlformats.org/officeDocument/2006/relationships/tags" Target="../tags/tag25.x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29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16.bin"/><Relationship Id="rId10" Type="http://schemas.openxmlformats.org/officeDocument/2006/relationships/image" Target="../media/image234.wmf"/><Relationship Id="rId19" Type="http://schemas.openxmlformats.org/officeDocument/2006/relationships/oleObject" Target="../embeddings/oleObject214.bin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36.emf"/><Relationship Id="rId22" Type="http://schemas.openxmlformats.org/officeDocument/2006/relationships/image" Target="../media/image22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42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6.bin"/><Relationship Id="rId10" Type="http://schemas.openxmlformats.org/officeDocument/2006/relationships/image" Target="../media/image241.wmf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22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47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246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3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oleObject" Target="../embeddings/oleObject239.bin"/><Relationship Id="rId3" Type="http://schemas.openxmlformats.org/officeDocument/2006/relationships/oleObject" Target="../embeddings/oleObject235.bin"/><Relationship Id="rId7" Type="http://schemas.openxmlformats.org/officeDocument/2006/relationships/oleObject" Target="../embeddings/oleObject236.bin"/><Relationship Id="rId12" Type="http://schemas.openxmlformats.org/officeDocument/2006/relationships/image" Target="../media/image251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53.wmf"/><Relationship Id="rId1" Type="http://schemas.openxmlformats.org/officeDocument/2006/relationships/tags" Target="../tags/tag28.x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38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40.bin"/><Relationship Id="rId10" Type="http://schemas.openxmlformats.org/officeDocument/2006/relationships/image" Target="../media/image250.wmf"/><Relationship Id="rId4" Type="http://schemas.openxmlformats.org/officeDocument/2006/relationships/image" Target="../media/image248.wmf"/><Relationship Id="rId9" Type="http://schemas.openxmlformats.org/officeDocument/2006/relationships/oleObject" Target="../embeddings/oleObject237.bin"/><Relationship Id="rId14" Type="http://schemas.openxmlformats.org/officeDocument/2006/relationships/image" Target="../media/image25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oleObject" Target="../embeddings/oleObject245.bin"/><Relationship Id="rId3" Type="http://schemas.openxmlformats.org/officeDocument/2006/relationships/oleObject" Target="../embeddings/oleObject241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57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59.wmf"/><Relationship Id="rId1" Type="http://schemas.openxmlformats.org/officeDocument/2006/relationships/tags" Target="../tags/tag29.x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46.bin"/><Relationship Id="rId10" Type="http://schemas.openxmlformats.org/officeDocument/2006/relationships/image" Target="../media/image256.w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5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63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7.bin"/><Relationship Id="rId10" Type="http://schemas.openxmlformats.org/officeDocument/2006/relationships/image" Target="../media/image262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4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oleObject" Target="../embeddings/oleObject255.bin"/><Relationship Id="rId18" Type="http://schemas.openxmlformats.org/officeDocument/2006/relationships/image" Target="../media/image270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52.bin"/><Relationship Id="rId12" Type="http://schemas.openxmlformats.org/officeDocument/2006/relationships/image" Target="../media/image267.wmf"/><Relationship Id="rId17" Type="http://schemas.openxmlformats.org/officeDocument/2006/relationships/oleObject" Target="../embeddings/oleObject25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69.wmf"/><Relationship Id="rId1" Type="http://schemas.openxmlformats.org/officeDocument/2006/relationships/tags" Target="../tags/tag31.xml"/><Relationship Id="rId6" Type="http://schemas.openxmlformats.org/officeDocument/2006/relationships/image" Target="../media/image264.wmf"/><Relationship Id="rId11" Type="http://schemas.openxmlformats.org/officeDocument/2006/relationships/oleObject" Target="../embeddings/oleObject254.bin"/><Relationship Id="rId5" Type="http://schemas.openxmlformats.org/officeDocument/2006/relationships/oleObject" Target="../embeddings/oleObject251.bin"/><Relationship Id="rId15" Type="http://schemas.openxmlformats.org/officeDocument/2006/relationships/oleObject" Target="../embeddings/oleObject256.bin"/><Relationship Id="rId10" Type="http://schemas.openxmlformats.org/officeDocument/2006/relationships/image" Target="../media/image266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53.bin"/><Relationship Id="rId14" Type="http://schemas.openxmlformats.org/officeDocument/2006/relationships/image" Target="../media/image26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59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Relationship Id="rId6" Type="http://schemas.openxmlformats.org/officeDocument/2006/relationships/image" Target="../media/image271.wmf"/><Relationship Id="rId5" Type="http://schemas.openxmlformats.org/officeDocument/2006/relationships/oleObject" Target="../embeddings/oleObject258.bin"/><Relationship Id="rId4" Type="http://schemas.openxmlformats.org/officeDocument/2006/relationships/image" Target="../media/image244.wmf"/><Relationship Id="rId9" Type="http://schemas.openxmlformats.org/officeDocument/2006/relationships/image" Target="../media/image273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81.emf"/><Relationship Id="rId26" Type="http://schemas.openxmlformats.org/officeDocument/2006/relationships/image" Target="../media/image285.wmf"/><Relationship Id="rId3" Type="http://schemas.openxmlformats.org/officeDocument/2006/relationships/oleObject" Target="../embeddings/oleObject260.bin"/><Relationship Id="rId21" Type="http://schemas.openxmlformats.org/officeDocument/2006/relationships/oleObject" Target="../embeddings/oleObject269.bin"/><Relationship Id="rId34" Type="http://schemas.openxmlformats.org/officeDocument/2006/relationships/image" Target="../media/image289.emf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78.emf"/><Relationship Id="rId17" Type="http://schemas.openxmlformats.org/officeDocument/2006/relationships/oleObject" Target="../embeddings/oleObject267.bin"/><Relationship Id="rId25" Type="http://schemas.openxmlformats.org/officeDocument/2006/relationships/oleObject" Target="../embeddings/oleObject271.bin"/><Relationship Id="rId33" Type="http://schemas.openxmlformats.org/officeDocument/2006/relationships/oleObject" Target="../embeddings/oleObject27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80.wmf"/><Relationship Id="rId20" Type="http://schemas.openxmlformats.org/officeDocument/2006/relationships/image" Target="../media/image282.emf"/><Relationship Id="rId29" Type="http://schemas.openxmlformats.org/officeDocument/2006/relationships/oleObject" Target="../embeddings/oleObject273.bin"/><Relationship Id="rId1" Type="http://schemas.openxmlformats.org/officeDocument/2006/relationships/tags" Target="../tags/tag33.xml"/><Relationship Id="rId6" Type="http://schemas.openxmlformats.org/officeDocument/2006/relationships/image" Target="../media/image275.wmf"/><Relationship Id="rId11" Type="http://schemas.openxmlformats.org/officeDocument/2006/relationships/oleObject" Target="../embeddings/oleObject264.bin"/><Relationship Id="rId24" Type="http://schemas.openxmlformats.org/officeDocument/2006/relationships/image" Target="../media/image284.wmf"/><Relationship Id="rId32" Type="http://schemas.openxmlformats.org/officeDocument/2006/relationships/image" Target="../media/image288.emf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23" Type="http://schemas.openxmlformats.org/officeDocument/2006/relationships/oleObject" Target="../embeddings/oleObject270.bin"/><Relationship Id="rId28" Type="http://schemas.openxmlformats.org/officeDocument/2006/relationships/image" Target="../media/image286.emf"/><Relationship Id="rId10" Type="http://schemas.openxmlformats.org/officeDocument/2006/relationships/image" Target="../media/image277.wmf"/><Relationship Id="rId19" Type="http://schemas.openxmlformats.org/officeDocument/2006/relationships/oleObject" Target="../embeddings/oleObject268.bin"/><Relationship Id="rId31" Type="http://schemas.openxmlformats.org/officeDocument/2006/relationships/oleObject" Target="../embeddings/oleObject274.bin"/><Relationship Id="rId4" Type="http://schemas.openxmlformats.org/officeDocument/2006/relationships/image" Target="../media/image274.w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79.emf"/><Relationship Id="rId22" Type="http://schemas.openxmlformats.org/officeDocument/2006/relationships/image" Target="../media/image283.emf"/><Relationship Id="rId27" Type="http://schemas.openxmlformats.org/officeDocument/2006/relationships/oleObject" Target="../embeddings/oleObject272.bin"/><Relationship Id="rId30" Type="http://schemas.openxmlformats.org/officeDocument/2006/relationships/image" Target="../media/image287.wmf"/><Relationship Id="rId8" Type="http://schemas.openxmlformats.org/officeDocument/2006/relationships/image" Target="../media/image27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13" Type="http://schemas.openxmlformats.org/officeDocument/2006/relationships/oleObject" Target="../embeddings/oleObject281.bin"/><Relationship Id="rId18" Type="http://schemas.openxmlformats.org/officeDocument/2006/relationships/image" Target="../media/image297.wmf"/><Relationship Id="rId3" Type="http://schemas.openxmlformats.org/officeDocument/2006/relationships/oleObject" Target="../embeddings/oleObject276.bin"/><Relationship Id="rId21" Type="http://schemas.openxmlformats.org/officeDocument/2006/relationships/oleObject" Target="../embeddings/oleObject285.bin"/><Relationship Id="rId7" Type="http://schemas.openxmlformats.org/officeDocument/2006/relationships/oleObject" Target="../embeddings/oleObject278.bin"/><Relationship Id="rId12" Type="http://schemas.openxmlformats.org/officeDocument/2006/relationships/image" Target="../media/image294.wmf"/><Relationship Id="rId17" Type="http://schemas.openxmlformats.org/officeDocument/2006/relationships/oleObject" Target="../embeddings/oleObject28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96.wmf"/><Relationship Id="rId20" Type="http://schemas.openxmlformats.org/officeDocument/2006/relationships/image" Target="../media/image298.wmf"/><Relationship Id="rId1" Type="http://schemas.openxmlformats.org/officeDocument/2006/relationships/tags" Target="../tags/tag34.xml"/><Relationship Id="rId6" Type="http://schemas.openxmlformats.org/officeDocument/2006/relationships/image" Target="../media/image291.wmf"/><Relationship Id="rId11" Type="http://schemas.openxmlformats.org/officeDocument/2006/relationships/oleObject" Target="../embeddings/oleObject280.bin"/><Relationship Id="rId5" Type="http://schemas.openxmlformats.org/officeDocument/2006/relationships/oleObject" Target="../embeddings/oleObject277.bin"/><Relationship Id="rId15" Type="http://schemas.openxmlformats.org/officeDocument/2006/relationships/oleObject" Target="../embeddings/oleObject282.bin"/><Relationship Id="rId10" Type="http://schemas.openxmlformats.org/officeDocument/2006/relationships/image" Target="../media/image293.wmf"/><Relationship Id="rId19" Type="http://schemas.openxmlformats.org/officeDocument/2006/relationships/oleObject" Target="../embeddings/oleObject284.bin"/><Relationship Id="rId4" Type="http://schemas.openxmlformats.org/officeDocument/2006/relationships/image" Target="../media/image290.wmf"/><Relationship Id="rId9" Type="http://schemas.openxmlformats.org/officeDocument/2006/relationships/oleObject" Target="../embeddings/oleObject279.bin"/><Relationship Id="rId14" Type="http://schemas.openxmlformats.org/officeDocument/2006/relationships/image" Target="../media/image295.wmf"/><Relationship Id="rId22" Type="http://schemas.openxmlformats.org/officeDocument/2006/relationships/image" Target="../media/image29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13" Type="http://schemas.openxmlformats.org/officeDocument/2006/relationships/oleObject" Target="../embeddings/oleObject289.bin"/><Relationship Id="rId3" Type="http://schemas.openxmlformats.org/officeDocument/2006/relationships/image" Target="../media/image300.png"/><Relationship Id="rId7" Type="http://schemas.openxmlformats.org/officeDocument/2006/relationships/oleObject" Target="../embeddings/oleObject286.bin"/><Relationship Id="rId12" Type="http://schemas.openxmlformats.org/officeDocument/2006/relationships/image" Target="../media/image30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Relationship Id="rId6" Type="http://schemas.openxmlformats.org/officeDocument/2006/relationships/image" Target="../media/image303.png"/><Relationship Id="rId11" Type="http://schemas.openxmlformats.org/officeDocument/2006/relationships/oleObject" Target="../embeddings/oleObject288.bin"/><Relationship Id="rId5" Type="http://schemas.openxmlformats.org/officeDocument/2006/relationships/image" Target="../media/image302.png"/><Relationship Id="rId10" Type="http://schemas.openxmlformats.org/officeDocument/2006/relationships/image" Target="../media/image305.wmf"/><Relationship Id="rId4" Type="http://schemas.openxmlformats.org/officeDocument/2006/relationships/image" Target="../media/image301.png"/><Relationship Id="rId9" Type="http://schemas.openxmlformats.org/officeDocument/2006/relationships/oleObject" Target="../embeddings/oleObject287.bin"/><Relationship Id="rId14" Type="http://schemas.openxmlformats.org/officeDocument/2006/relationships/image" Target="../media/image30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3" Type="http://schemas.openxmlformats.org/officeDocument/2006/relationships/oleObject" Target="../embeddings/oleObject290.bin"/><Relationship Id="rId7" Type="http://schemas.openxmlformats.org/officeDocument/2006/relationships/oleObject" Target="../embeddings/oleObject292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Relationship Id="rId6" Type="http://schemas.openxmlformats.org/officeDocument/2006/relationships/image" Target="../media/image309.wmf"/><Relationship Id="rId5" Type="http://schemas.openxmlformats.org/officeDocument/2006/relationships/oleObject" Target="../embeddings/oleObject291.bin"/><Relationship Id="rId10" Type="http://schemas.openxmlformats.org/officeDocument/2006/relationships/image" Target="../media/image311.wmf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293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oleObject" Target="../embeddings/oleObject299.bin"/><Relationship Id="rId18" Type="http://schemas.openxmlformats.org/officeDocument/2006/relationships/image" Target="../media/image319.wmf"/><Relationship Id="rId26" Type="http://schemas.openxmlformats.org/officeDocument/2006/relationships/image" Target="../media/image323.wmf"/><Relationship Id="rId3" Type="http://schemas.openxmlformats.org/officeDocument/2006/relationships/oleObject" Target="../embeddings/oleObject294.bin"/><Relationship Id="rId21" Type="http://schemas.openxmlformats.org/officeDocument/2006/relationships/oleObject" Target="../embeddings/oleObject303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01.bin"/><Relationship Id="rId25" Type="http://schemas.openxmlformats.org/officeDocument/2006/relationships/oleObject" Target="../embeddings/oleObject30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18.emf"/><Relationship Id="rId20" Type="http://schemas.openxmlformats.org/officeDocument/2006/relationships/image" Target="../media/image320.wmf"/><Relationship Id="rId1" Type="http://schemas.openxmlformats.org/officeDocument/2006/relationships/tags" Target="../tags/tag38.x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298.bin"/><Relationship Id="rId24" Type="http://schemas.openxmlformats.org/officeDocument/2006/relationships/image" Target="../media/image322.wmf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00.bin"/><Relationship Id="rId23" Type="http://schemas.openxmlformats.org/officeDocument/2006/relationships/oleObject" Target="../embeddings/oleObject304.bin"/><Relationship Id="rId10" Type="http://schemas.openxmlformats.org/officeDocument/2006/relationships/image" Target="../media/image315.wmf"/><Relationship Id="rId19" Type="http://schemas.openxmlformats.org/officeDocument/2006/relationships/oleObject" Target="../embeddings/oleObject302.bin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317.wmf"/><Relationship Id="rId22" Type="http://schemas.openxmlformats.org/officeDocument/2006/relationships/image" Target="../media/image321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873" y="2913255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第一章 复数与复变函数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1BF7C6D-C0A8-8F25-DD70-3E9E10ED2E2E}"/>
              </a:ext>
            </a:extLst>
          </p:cNvPr>
          <p:cNvSpPr txBox="1"/>
          <p:nvPr/>
        </p:nvSpPr>
        <p:spPr>
          <a:xfrm>
            <a:off x="3374279" y="3736499"/>
            <a:ext cx="5296156" cy="5216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1.1-1.2    </a:t>
            </a:r>
            <a:r>
              <a:rPr lang="zh-CN" altLang="en-US" sz="32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复数、复平面</a:t>
            </a:r>
          </a:p>
        </p:txBody>
      </p:sp>
    </p:spTree>
    <p:extLst>
      <p:ext uri="{BB962C8B-B14F-4D97-AF65-F5344CB8AC3E}">
        <p14:creationId xmlns:p14="http://schemas.microsoft.com/office/powerpoint/2010/main" val="245883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46213" y="1409700"/>
          <a:ext cx="1714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60" imgH="203040" progId="Equation.DSMT4">
                  <p:embed/>
                </p:oleObj>
              </mc:Choice>
              <mc:Fallback>
                <p:oleObj name="Equation" r:id="rId3" imgW="76176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1409700"/>
                        <a:ext cx="1714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75057" y="3398238"/>
          <a:ext cx="30019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203040" progId="Equation.DSMT4">
                  <p:embed/>
                </p:oleObj>
              </mc:Choice>
              <mc:Fallback>
                <p:oleObj name="Equation" r:id="rId5" imgW="133344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5057" y="3398238"/>
                        <a:ext cx="30019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668911"/>
              </p:ext>
            </p:extLst>
          </p:nvPr>
        </p:nvGraphicFramePr>
        <p:xfrm>
          <a:off x="5390384" y="3906380"/>
          <a:ext cx="10588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800" imgH="190440" progId="Equation.DSMT4">
                  <p:embed/>
                </p:oleObj>
              </mc:Choice>
              <mc:Fallback>
                <p:oleObj name="Equation" r:id="rId7" imgW="469800" imgH="1904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384" y="3906380"/>
                        <a:ext cx="1058862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60388" y="858838"/>
          <a:ext cx="17970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12520" imgH="190440" progId="Equation.DSMT4">
                  <p:embed/>
                </p:oleObj>
              </mc:Choice>
              <mc:Fallback>
                <p:oleObj name="Equation" r:id="rId9" imgW="812520" imgH="1904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858838"/>
                        <a:ext cx="179705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B3BC445-EB99-3B0B-CAB5-3DD5092FA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871895"/>
              </p:ext>
            </p:extLst>
          </p:nvPr>
        </p:nvGraphicFramePr>
        <p:xfrm>
          <a:off x="1389063" y="4615266"/>
          <a:ext cx="598745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79480" imgH="203040" progId="Equation.DSMT4">
                  <p:embed/>
                </p:oleObj>
              </mc:Choice>
              <mc:Fallback>
                <p:oleObj name="Equation" r:id="rId11" imgW="2679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89063" y="4615266"/>
                        <a:ext cx="598745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47413E8-8F0A-D1B0-98DC-186832A51D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113454"/>
              </p:ext>
            </p:extLst>
          </p:nvPr>
        </p:nvGraphicFramePr>
        <p:xfrm>
          <a:off x="2332485" y="5221287"/>
          <a:ext cx="37916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27308" imgH="266523" progId="Equation.DSMT4">
                  <p:embed/>
                </p:oleObj>
              </mc:Choice>
              <mc:Fallback>
                <p:oleObj name="Equation" r:id="rId13" imgW="2227308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2485" y="5221287"/>
                        <a:ext cx="3791650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A994946-B654-B685-2AC9-68F2C3031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446105"/>
              </p:ext>
            </p:extLst>
          </p:nvPr>
        </p:nvGraphicFramePr>
        <p:xfrm>
          <a:off x="7913027" y="5200220"/>
          <a:ext cx="827205" cy="383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65063" imgH="216432" progId="Equation.DSMT4">
                  <p:embed/>
                </p:oleObj>
              </mc:Choice>
              <mc:Fallback>
                <p:oleObj name="Equation" r:id="rId15" imgW="465063" imgH="21643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13027" y="5200220"/>
                        <a:ext cx="827205" cy="38395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5D15421-80B4-6E5D-50B9-1DD324A8E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180708"/>
              </p:ext>
            </p:extLst>
          </p:nvPr>
        </p:nvGraphicFramePr>
        <p:xfrm>
          <a:off x="6694349" y="5221287"/>
          <a:ext cx="846276" cy="383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15009" imgH="232971" progId="Equation.DSMT4">
                  <p:embed/>
                </p:oleObj>
              </mc:Choice>
              <mc:Fallback>
                <p:oleObj name="Equation" r:id="rId17" imgW="515009" imgH="2329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94349" y="5221287"/>
                        <a:ext cx="846276" cy="38395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25935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271464" y="1423988"/>
          <a:ext cx="10001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4240" imgH="190440" progId="Equation.DSMT4">
                  <p:embed/>
                </p:oleObj>
              </mc:Choice>
              <mc:Fallback>
                <p:oleObj name="Equation" r:id="rId3" imgW="444240" imgH="1904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423988"/>
                        <a:ext cx="10001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227903"/>
              </p:ext>
            </p:extLst>
          </p:nvPr>
        </p:nvGraphicFramePr>
        <p:xfrm>
          <a:off x="1337841" y="2086168"/>
          <a:ext cx="79232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17560" imgH="215640" progId="Equation.DSMT4">
                  <p:embed/>
                </p:oleObj>
              </mc:Choice>
              <mc:Fallback>
                <p:oleObj name="Equation" r:id="rId5" imgW="3517560" imgH="215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841" y="2086168"/>
                        <a:ext cx="79232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347785"/>
              </p:ext>
            </p:extLst>
          </p:nvPr>
        </p:nvGraphicFramePr>
        <p:xfrm>
          <a:off x="1337841" y="3573507"/>
          <a:ext cx="54308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2720" imgH="215640" progId="Equation.DSMT4">
                  <p:embed/>
                </p:oleObj>
              </mc:Choice>
              <mc:Fallback>
                <p:oleObj name="Equation" r:id="rId7" imgW="241272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841" y="3573507"/>
                        <a:ext cx="54308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575841"/>
              </p:ext>
            </p:extLst>
          </p:nvPr>
        </p:nvGraphicFramePr>
        <p:xfrm>
          <a:off x="1271464" y="2801894"/>
          <a:ext cx="89519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74760" imgH="215640" progId="Equation.DSMT4">
                  <p:embed/>
                </p:oleObj>
              </mc:Choice>
              <mc:Fallback>
                <p:oleObj name="Equation" r:id="rId9" imgW="3974760" imgH="2156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2801894"/>
                        <a:ext cx="89519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536507"/>
              </p:ext>
            </p:extLst>
          </p:nvPr>
        </p:nvGraphicFramePr>
        <p:xfrm>
          <a:off x="1337841" y="4269700"/>
          <a:ext cx="5005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22280" imgH="215640" progId="Equation.DSMT4">
                  <p:embed/>
                </p:oleObj>
              </mc:Choice>
              <mc:Fallback>
                <p:oleObj name="Equation" r:id="rId11" imgW="2222280" imgH="215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841" y="4269700"/>
                        <a:ext cx="50053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682314"/>
              </p:ext>
            </p:extLst>
          </p:nvPr>
        </p:nvGraphicFramePr>
        <p:xfrm>
          <a:off x="1337841" y="4965893"/>
          <a:ext cx="74660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14520" imgH="203040" progId="Equation.DSMT4">
                  <p:embed/>
                </p:oleObj>
              </mc:Choice>
              <mc:Fallback>
                <p:oleObj name="Equation" r:id="rId13" imgW="3314520" imgH="2030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841" y="4965893"/>
                        <a:ext cx="746601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791547"/>
              </p:ext>
            </p:extLst>
          </p:nvPr>
        </p:nvGraphicFramePr>
        <p:xfrm>
          <a:off x="1337841" y="5662086"/>
          <a:ext cx="74104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88960" imgH="203040" progId="Equation.DSMT4">
                  <p:embed/>
                </p:oleObj>
              </mc:Choice>
              <mc:Fallback>
                <p:oleObj name="Equation" r:id="rId15" imgW="3288960" imgH="2030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841" y="5662086"/>
                        <a:ext cx="74104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60388" y="858838"/>
          <a:ext cx="17970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12520" imgH="190440" progId="Equation.DSMT4">
                  <p:embed/>
                </p:oleObj>
              </mc:Choice>
              <mc:Fallback>
                <p:oleObj name="Equation" r:id="rId17" imgW="812520" imgH="1904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858838"/>
                        <a:ext cx="179705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697DE9B-5991-9C56-A5FD-A27258533EAF}"/>
              </a:ext>
            </a:extLst>
          </p:cNvPr>
          <p:cNvCxnSpPr/>
          <p:nvPr/>
        </p:nvCxnSpPr>
        <p:spPr>
          <a:xfrm flipV="1">
            <a:off x="9585858" y="1982223"/>
            <a:ext cx="263887" cy="87757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D12B94A-7988-8393-DE72-37EEC5965D92}"/>
              </a:ext>
            </a:extLst>
          </p:cNvPr>
          <p:cNvSpPr txBox="1"/>
          <p:nvPr/>
        </p:nvSpPr>
        <p:spPr>
          <a:xfrm>
            <a:off x="9002851" y="1154652"/>
            <a:ext cx="1982223" cy="87243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实部和虚部都是</a:t>
            </a:r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实数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562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74565"/>
              </p:ext>
            </p:extLst>
          </p:nvPr>
        </p:nvGraphicFramePr>
        <p:xfrm>
          <a:off x="1557337" y="1988840"/>
          <a:ext cx="90773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431640" progId="Equation.DSMT4">
                  <p:embed/>
                </p:oleObj>
              </mc:Choice>
              <mc:Fallback>
                <p:oleObj name="Equation" r:id="rId3" imgW="4025880" imgH="43164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7" y="1988840"/>
                        <a:ext cx="90773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271464" y="1423988"/>
          <a:ext cx="10001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240" imgH="190440" progId="Equation.DSMT4">
                  <p:embed/>
                </p:oleObj>
              </mc:Choice>
              <mc:Fallback>
                <p:oleObj name="Equation" r:id="rId5" imgW="444240" imgH="1904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423988"/>
                        <a:ext cx="10001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60388" y="858838"/>
          <a:ext cx="17970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520" imgH="190440" progId="Equation.DSMT4">
                  <p:embed/>
                </p:oleObj>
              </mc:Choice>
              <mc:Fallback>
                <p:oleObj name="Equation" r:id="rId7" imgW="812520" imgH="1904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858838"/>
                        <a:ext cx="179705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501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309216" y="1703870"/>
          <a:ext cx="14874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240" imgH="190440" progId="Equation.DSMT4">
                  <p:embed/>
                </p:oleObj>
              </mc:Choice>
              <mc:Fallback>
                <p:oleObj name="Equation" r:id="rId3" imgW="660240" imgH="1904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216" y="1703870"/>
                        <a:ext cx="1487487" cy="4270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671415"/>
              </p:ext>
            </p:extLst>
          </p:nvPr>
        </p:nvGraphicFramePr>
        <p:xfrm>
          <a:off x="1309216" y="2397305"/>
          <a:ext cx="8185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32040" imgH="203040" progId="Equation.DSMT4">
                  <p:embed/>
                </p:oleObj>
              </mc:Choice>
              <mc:Fallback>
                <p:oleObj name="Equation" r:id="rId5" imgW="3632040" imgH="203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216" y="2397305"/>
                        <a:ext cx="81851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029231"/>
              </p:ext>
            </p:extLst>
          </p:nvPr>
        </p:nvGraphicFramePr>
        <p:xfrm>
          <a:off x="1228725" y="3036812"/>
          <a:ext cx="36893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215640" progId="Equation.DSMT4">
                  <p:embed/>
                </p:oleObj>
              </mc:Choice>
              <mc:Fallback>
                <p:oleObj name="Equation" r:id="rId7" imgW="163800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036812"/>
                        <a:ext cx="36893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668215"/>
              </p:ext>
            </p:extLst>
          </p:nvPr>
        </p:nvGraphicFramePr>
        <p:xfrm>
          <a:off x="1228725" y="3691599"/>
          <a:ext cx="39211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39880" imgH="215640" progId="Equation.DSMT4">
                  <p:embed/>
                </p:oleObj>
              </mc:Choice>
              <mc:Fallback>
                <p:oleObj name="Equation" r:id="rId9" imgW="173988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691599"/>
                        <a:ext cx="39211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143000" y="1045908"/>
          <a:ext cx="10001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4240" imgH="190440" progId="Equation.DSMT4">
                  <p:embed/>
                </p:oleObj>
              </mc:Choice>
              <mc:Fallback>
                <p:oleObj name="Equation" r:id="rId11" imgW="444240" imgH="1904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045908"/>
                        <a:ext cx="10001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5B1D5B9-896E-1C95-5318-3D1BD5FBA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918069"/>
              </p:ext>
            </p:extLst>
          </p:nvPr>
        </p:nvGraphicFramePr>
        <p:xfrm>
          <a:off x="1228725" y="4359681"/>
          <a:ext cx="748912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40080" imgH="203040" progId="Equation.DSMT4">
                  <p:embed/>
                </p:oleObj>
              </mc:Choice>
              <mc:Fallback>
                <p:oleObj name="Equation" r:id="rId13" imgW="3340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28725" y="4359681"/>
                        <a:ext cx="7489122" cy="455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3434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627832"/>
              </p:ext>
            </p:extLst>
          </p:nvPr>
        </p:nvGraphicFramePr>
        <p:xfrm>
          <a:off x="4390913" y="1394925"/>
          <a:ext cx="52578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36760" imgH="228600" progId="Equation.DSMT4">
                  <p:embed/>
                </p:oleObj>
              </mc:Choice>
              <mc:Fallback>
                <p:oleObj name="Equation" r:id="rId3" imgW="233676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0913" y="1394925"/>
                        <a:ext cx="52578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270474"/>
              </p:ext>
            </p:extLst>
          </p:nvPr>
        </p:nvGraphicFramePr>
        <p:xfrm>
          <a:off x="1045369" y="1378864"/>
          <a:ext cx="26971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203040" progId="Equation.DSMT4">
                  <p:embed/>
                </p:oleObj>
              </mc:Choice>
              <mc:Fallback>
                <p:oleObj name="Equation" r:id="rId5" imgW="1218960" imgH="2030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378864"/>
                        <a:ext cx="26971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633015"/>
              </p:ext>
            </p:extLst>
          </p:nvPr>
        </p:nvGraphicFramePr>
        <p:xfrm>
          <a:off x="1369027" y="2037198"/>
          <a:ext cx="9175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80" imgH="215640" progId="Equation.DSMT4">
                  <p:embed/>
                </p:oleObj>
              </mc:Choice>
              <mc:Fallback>
                <p:oleObj name="Equation" r:id="rId7" imgW="40608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9027" y="2037198"/>
                        <a:ext cx="9175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678125"/>
              </p:ext>
            </p:extLst>
          </p:nvPr>
        </p:nvGraphicFramePr>
        <p:xfrm>
          <a:off x="2491389" y="2006842"/>
          <a:ext cx="42624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92160" imgH="228600" progId="Equation.DSMT4">
                  <p:embed/>
                </p:oleObj>
              </mc:Choice>
              <mc:Fallback>
                <p:oleObj name="Equation" r:id="rId9" imgW="189216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389" y="2006842"/>
                        <a:ext cx="426243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208935"/>
              </p:ext>
            </p:extLst>
          </p:nvPr>
        </p:nvGraphicFramePr>
        <p:xfrm>
          <a:off x="1342039" y="3756922"/>
          <a:ext cx="942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19040" imgH="203040" progId="Equation.DSMT4">
                  <p:embed/>
                </p:oleObj>
              </mc:Choice>
              <mc:Fallback>
                <p:oleObj name="Equation" r:id="rId11" imgW="419040" imgH="203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039" y="3756922"/>
                        <a:ext cx="9429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949375"/>
              </p:ext>
            </p:extLst>
          </p:nvPr>
        </p:nvGraphicFramePr>
        <p:xfrm>
          <a:off x="2499684" y="3712423"/>
          <a:ext cx="534828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74560" imgH="228600" progId="Equation.DSMT4">
                  <p:embed/>
                </p:oleObj>
              </mc:Choice>
              <mc:Fallback>
                <p:oleObj name="Equation" r:id="rId13" imgW="2374560" imgH="228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684" y="3712423"/>
                        <a:ext cx="534828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03749"/>
              </p:ext>
            </p:extLst>
          </p:nvPr>
        </p:nvGraphicFramePr>
        <p:xfrm>
          <a:off x="1350334" y="4738567"/>
          <a:ext cx="9445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19040" imgH="215640" progId="Equation.DSMT4">
                  <p:embed/>
                </p:oleObj>
              </mc:Choice>
              <mc:Fallback>
                <p:oleObj name="Equation" r:id="rId15" imgW="41904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334" y="4738567"/>
                        <a:ext cx="94456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899908"/>
              </p:ext>
            </p:extLst>
          </p:nvPr>
        </p:nvGraphicFramePr>
        <p:xfrm>
          <a:off x="2499684" y="4482186"/>
          <a:ext cx="60071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6880" imgH="444240" progId="Equation.DSMT4">
                  <p:embed/>
                </p:oleObj>
              </mc:Choice>
              <mc:Fallback>
                <p:oleObj name="Equation" r:id="rId17" imgW="2666880" imgH="4442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684" y="4482186"/>
                        <a:ext cx="60071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60388" y="858838"/>
          <a:ext cx="17970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12520" imgH="190440" progId="Equation.DSMT4">
                  <p:embed/>
                </p:oleObj>
              </mc:Choice>
              <mc:Fallback>
                <p:oleObj name="Equation" r:id="rId19" imgW="812520" imgH="1904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858838"/>
                        <a:ext cx="179705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C557814-CC92-B2CA-AAD0-BEE8AA3F6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134181"/>
              </p:ext>
            </p:extLst>
          </p:nvPr>
        </p:nvGraphicFramePr>
        <p:xfrm>
          <a:off x="1342039" y="2855541"/>
          <a:ext cx="9461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19040" imgH="215640" progId="Equation.DSMT4">
                  <p:embed/>
                </p:oleObj>
              </mc:Choice>
              <mc:Fallback>
                <p:oleObj name="Equation" r:id="rId21" imgW="41904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039" y="2855541"/>
                        <a:ext cx="9461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08CC6FB-0997-DDE5-82B0-07EB37176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857734"/>
              </p:ext>
            </p:extLst>
          </p:nvPr>
        </p:nvGraphicFramePr>
        <p:xfrm>
          <a:off x="2491389" y="2826967"/>
          <a:ext cx="42624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892160" imgH="228600" progId="Equation.DSMT4">
                  <p:embed/>
                </p:oleObj>
              </mc:Choice>
              <mc:Fallback>
                <p:oleObj name="Equation" r:id="rId23" imgW="189216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389" y="2826967"/>
                        <a:ext cx="426243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1E047EA-F358-A0FA-FBB6-2C2C7409ABA2}"/>
              </a:ext>
            </a:extLst>
          </p:cNvPr>
          <p:cNvSpPr txBox="1"/>
          <p:nvPr/>
        </p:nvSpPr>
        <p:spPr>
          <a:xfrm>
            <a:off x="7245318" y="2067184"/>
            <a:ext cx="2993723" cy="388307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运算律：</a:t>
            </a:r>
            <a:r>
              <a:rPr lang="zh-CN" altLang="en-US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交换律</a:t>
            </a:r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结合律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F3F364-4716-6D37-02AF-9AA94BD8C440}"/>
              </a:ext>
            </a:extLst>
          </p:cNvPr>
          <p:cNvSpPr txBox="1"/>
          <p:nvPr/>
        </p:nvSpPr>
        <p:spPr>
          <a:xfrm>
            <a:off x="8062642" y="3756922"/>
            <a:ext cx="2797482" cy="68081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r"/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运算律：</a:t>
            </a:r>
            <a:r>
              <a:rPr lang="zh-CN" altLang="en-US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交换律</a:t>
            </a:r>
            <a:r>
              <a:rPr lang="zh-CN" altLang="en-US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结合律、对加法的分配律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B5BEF67-F06A-95E5-73BE-B8CAE62C3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71960"/>
              </p:ext>
            </p:extLst>
          </p:nvPr>
        </p:nvGraphicFramePr>
        <p:xfrm>
          <a:off x="1350334" y="5624023"/>
          <a:ext cx="8572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809880" imgH="203040" progId="Equation.DSMT4">
                  <p:embed/>
                </p:oleObj>
              </mc:Choice>
              <mc:Fallback>
                <p:oleObj name="Equation" r:id="rId25" imgW="3809880" imgH="203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334" y="5624023"/>
                        <a:ext cx="8572500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541EFDC-E8EC-3A80-1EA2-8D0AE816C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338104"/>
              </p:ext>
            </p:extLst>
          </p:nvPr>
        </p:nvGraphicFramePr>
        <p:xfrm>
          <a:off x="1350334" y="6247493"/>
          <a:ext cx="3221961" cy="416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473120" imgH="190440" progId="Equation.DSMT4">
                  <p:embed/>
                </p:oleObj>
              </mc:Choice>
              <mc:Fallback>
                <p:oleObj name="Equation" r:id="rId27" imgW="1473120" imgH="1904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E9C8344-74E6-B012-C13B-0DAB665FAF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350334" y="6247493"/>
                        <a:ext cx="3221961" cy="416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456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901563"/>
              </p:ext>
            </p:extLst>
          </p:nvPr>
        </p:nvGraphicFramePr>
        <p:xfrm>
          <a:off x="1000125" y="1346200"/>
          <a:ext cx="3606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00200" imgH="215640" progId="Equation.DSMT4">
                  <p:embed/>
                </p:oleObj>
              </mc:Choice>
              <mc:Fallback>
                <p:oleObj name="Equation" r:id="rId3" imgW="160020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346200"/>
                        <a:ext cx="36068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738507"/>
              </p:ext>
            </p:extLst>
          </p:nvPr>
        </p:nvGraphicFramePr>
        <p:xfrm>
          <a:off x="1613086" y="1588294"/>
          <a:ext cx="6869112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7760" imgH="507960" progId="Equation.DSMT4">
                  <p:embed/>
                </p:oleObj>
              </mc:Choice>
              <mc:Fallback>
                <p:oleObj name="Equation" r:id="rId5" imgW="3047760" imgH="5079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086" y="1588294"/>
                        <a:ext cx="6869112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613086" y="2708920"/>
          <a:ext cx="125888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8720" imgH="215640" progId="Equation.DSMT4">
                  <p:embed/>
                </p:oleObj>
              </mc:Choice>
              <mc:Fallback>
                <p:oleObj name="Equation" r:id="rId7" imgW="55872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086" y="2708920"/>
                        <a:ext cx="125888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243067"/>
              </p:ext>
            </p:extLst>
          </p:nvPr>
        </p:nvGraphicFramePr>
        <p:xfrm>
          <a:off x="1613086" y="3362325"/>
          <a:ext cx="37179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50960" imgH="228600" progId="Equation.DSMT4">
                  <p:embed/>
                </p:oleObj>
              </mc:Choice>
              <mc:Fallback>
                <p:oleObj name="Equation" r:id="rId9" imgW="1650960" imgH="228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086" y="3362325"/>
                        <a:ext cx="37179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475803"/>
              </p:ext>
            </p:extLst>
          </p:nvPr>
        </p:nvGraphicFramePr>
        <p:xfrm>
          <a:off x="1613086" y="4135720"/>
          <a:ext cx="47767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20760" imgH="203040" progId="Equation.DSMT4">
                  <p:embed/>
                </p:oleObj>
              </mc:Choice>
              <mc:Fallback>
                <p:oleObj name="Equation" r:id="rId11" imgW="2120760" imgH="2030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086" y="4135720"/>
                        <a:ext cx="47767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004888" y="858838"/>
          <a:ext cx="26971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18960" imgH="203040" progId="Equation.DSMT4">
                  <p:embed/>
                </p:oleObj>
              </mc:Choice>
              <mc:Fallback>
                <p:oleObj name="Equation" r:id="rId13" imgW="1218960" imgH="2030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858838"/>
                        <a:ext cx="26971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905548"/>
              </p:ext>
            </p:extLst>
          </p:nvPr>
        </p:nvGraphicFramePr>
        <p:xfrm>
          <a:off x="1613086" y="4746625"/>
          <a:ext cx="675163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97000" imgH="241200" progId="Equation.DSMT4">
                  <p:embed/>
                </p:oleObj>
              </mc:Choice>
              <mc:Fallback>
                <p:oleObj name="Equation" r:id="rId15" imgW="2997000" imgH="241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086" y="4746625"/>
                        <a:ext cx="6751638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88428898-E0BA-591E-3ABE-94867989B6DB}"/>
              </a:ext>
            </a:extLst>
          </p:cNvPr>
          <p:cNvSpPr txBox="1"/>
          <p:nvPr/>
        </p:nvSpPr>
        <p:spPr>
          <a:xfrm>
            <a:off x="6200384" y="4960307"/>
            <a:ext cx="2329841" cy="30939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endParaRPr lang="zh-CN" altLang="en-US" sz="2400" b="1" kern="1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2C703BF-1E99-4B94-225A-A0F7DB48F5B5}"/>
              </a:ext>
            </a:extLst>
          </p:cNvPr>
          <p:cNvCxnSpPr>
            <a:cxnSpLocks/>
          </p:cNvCxnSpPr>
          <p:nvPr/>
        </p:nvCxnSpPr>
        <p:spPr>
          <a:xfrm flipV="1">
            <a:off x="7365304" y="4133057"/>
            <a:ext cx="757825" cy="6706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F869CC1-9BAD-9B24-BCCC-E7B2F89BD40A}"/>
              </a:ext>
            </a:extLst>
          </p:cNvPr>
          <p:cNvSpPr txBox="1"/>
          <p:nvPr/>
        </p:nvSpPr>
        <p:spPr>
          <a:xfrm>
            <a:off x="8179496" y="3617431"/>
            <a:ext cx="2649256" cy="8355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复共轭和四则运算</a:t>
            </a:r>
            <a:r>
              <a:rPr lang="zh-CN" altLang="en-US" sz="24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可以交换顺序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A2F897-B212-CDD1-FD42-644AC66B9221}"/>
              </a:ext>
            </a:extLst>
          </p:cNvPr>
          <p:cNvSpPr txBox="1"/>
          <p:nvPr/>
        </p:nvSpPr>
        <p:spPr>
          <a:xfrm>
            <a:off x="1613086" y="6250487"/>
            <a:ext cx="3403588" cy="50114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endParaRPr lang="zh-CN" altLang="en-US" sz="2400" b="1" kern="1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95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430203"/>
              </p:ext>
            </p:extLst>
          </p:nvPr>
        </p:nvGraphicFramePr>
        <p:xfrm>
          <a:off x="982663" y="1255713"/>
          <a:ext cx="685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60" imgH="190440" progId="Equation.DSMT4">
                  <p:embed/>
                </p:oleObj>
              </mc:Choice>
              <mc:Fallback>
                <p:oleObj name="Equation" r:id="rId3" imgW="304560" imgH="1904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1255713"/>
                        <a:ext cx="685800" cy="425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688786"/>
              </p:ext>
            </p:extLst>
          </p:nvPr>
        </p:nvGraphicFramePr>
        <p:xfrm>
          <a:off x="1807843" y="1034272"/>
          <a:ext cx="53800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520" imgH="406080" progId="Equation.DSMT4">
                  <p:embed/>
                </p:oleObj>
              </mc:Choice>
              <mc:Fallback>
                <p:oleObj name="Equation" r:id="rId5" imgW="2387520" imgH="4060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843" y="1034272"/>
                        <a:ext cx="53800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070251" y="2492896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00" imgH="203040" progId="Equation.DSMT4">
                  <p:embed/>
                </p:oleObj>
              </mc:Choice>
              <mc:Fallback>
                <p:oleObj name="Equation" r:id="rId7" imgW="253800" imgH="203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251" y="2492896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064362"/>
              </p:ext>
            </p:extLst>
          </p:nvPr>
        </p:nvGraphicFramePr>
        <p:xfrm>
          <a:off x="3884613" y="2300288"/>
          <a:ext cx="30289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6040" imgH="431640" progId="Equation.DSMT4">
                  <p:embed/>
                </p:oleObj>
              </mc:Choice>
              <mc:Fallback>
                <p:oleObj name="Equation" r:id="rId9" imgW="1346040" imgH="4316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2300288"/>
                        <a:ext cx="30289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249197"/>
              </p:ext>
            </p:extLst>
          </p:nvPr>
        </p:nvGraphicFramePr>
        <p:xfrm>
          <a:off x="1868488" y="2319338"/>
          <a:ext cx="197326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76240" imgH="406080" progId="Equation.DSMT4">
                  <p:embed/>
                </p:oleObj>
              </mc:Choice>
              <mc:Fallback>
                <p:oleObj name="Equation" r:id="rId11" imgW="876240" imgH="40608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88" y="2319338"/>
                        <a:ext cx="1973262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260858"/>
              </p:ext>
            </p:extLst>
          </p:nvPr>
        </p:nvGraphicFramePr>
        <p:xfrm>
          <a:off x="6913563" y="2298293"/>
          <a:ext cx="128746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1320" imgH="406080" progId="Equation.DSMT4">
                  <p:embed/>
                </p:oleObj>
              </mc:Choice>
              <mc:Fallback>
                <p:oleObj name="Equation" r:id="rId13" imgW="571320" imgH="40608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2298293"/>
                        <a:ext cx="128746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929815"/>
              </p:ext>
            </p:extLst>
          </p:nvPr>
        </p:nvGraphicFramePr>
        <p:xfrm>
          <a:off x="1881936" y="3552825"/>
          <a:ext cx="371951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50960" imgH="406080" progId="Equation.DSMT4">
                  <p:embed/>
                </p:oleObj>
              </mc:Choice>
              <mc:Fallback>
                <p:oleObj name="Equation" r:id="rId15" imgW="1650960" imgH="40608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936" y="3552825"/>
                        <a:ext cx="3719513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5296"/>
              </p:ext>
            </p:extLst>
          </p:nvPr>
        </p:nvGraphicFramePr>
        <p:xfrm>
          <a:off x="2355172" y="4750878"/>
          <a:ext cx="32607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47560" imgH="228600" progId="Equation.DSMT4">
                  <p:embed/>
                </p:oleObj>
              </mc:Choice>
              <mc:Fallback>
                <p:oleObj name="Equation" r:id="rId17" imgW="144756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172" y="4750878"/>
                        <a:ext cx="32607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586368" y="4476715"/>
          <a:ext cx="30892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71600" imgH="469800" progId="Equation.DSMT4">
                  <p:embed/>
                </p:oleObj>
              </mc:Choice>
              <mc:Fallback>
                <p:oleObj name="Equation" r:id="rId19" imgW="1371600" imgH="469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6368" y="4476715"/>
                        <a:ext cx="308927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906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078774"/>
              </p:ext>
            </p:extLst>
          </p:nvPr>
        </p:nvGraphicFramePr>
        <p:xfrm>
          <a:off x="968375" y="1052513"/>
          <a:ext cx="7143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160" imgH="190440" progId="Equation.DSMT4">
                  <p:embed/>
                </p:oleObj>
              </mc:Choice>
              <mc:Fallback>
                <p:oleObj name="Equation" r:id="rId3" imgW="317160" imgH="1904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1052513"/>
                        <a:ext cx="714375" cy="425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047107"/>
              </p:ext>
            </p:extLst>
          </p:nvPr>
        </p:nvGraphicFramePr>
        <p:xfrm>
          <a:off x="1835256" y="1083060"/>
          <a:ext cx="8042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68680" imgH="228600" progId="Equation.DSMT4">
                  <p:embed/>
                </p:oleObj>
              </mc:Choice>
              <mc:Fallback>
                <p:oleObj name="Equation" r:id="rId5" imgW="3568680" imgH="2286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256" y="1083060"/>
                        <a:ext cx="80422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52833"/>
              </p:ext>
            </p:extLst>
          </p:nvPr>
        </p:nvGraphicFramePr>
        <p:xfrm>
          <a:off x="1254125" y="4937125"/>
          <a:ext cx="7429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177480" progId="Equation.DSMT4">
                  <p:embed/>
                </p:oleObj>
              </mc:Choice>
              <mc:Fallback>
                <p:oleObj name="Equation" r:id="rId7" imgW="330120" imgH="17748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4937125"/>
                        <a:ext cx="7429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55905"/>
              </p:ext>
            </p:extLst>
          </p:nvPr>
        </p:nvGraphicFramePr>
        <p:xfrm>
          <a:off x="1997075" y="4850606"/>
          <a:ext cx="334803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5720" imgH="253800" progId="Equation.DSMT4">
                  <p:embed/>
                </p:oleObj>
              </mc:Choice>
              <mc:Fallback>
                <p:oleObj name="Equation" r:id="rId9" imgW="1485720" imgH="2538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4850606"/>
                        <a:ext cx="3348038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D164FCB-2CB6-D483-0BA8-43EE1EB17B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999060"/>
              </p:ext>
            </p:extLst>
          </p:nvPr>
        </p:nvGraphicFramePr>
        <p:xfrm>
          <a:off x="5345113" y="4937125"/>
          <a:ext cx="1647116" cy="51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560" imgH="228600" progId="Equation.DSMT4">
                  <p:embed/>
                </p:oleObj>
              </mc:Choice>
              <mc:Fallback>
                <p:oleObj name="Equation" r:id="rId11" imgW="736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45113" y="4937125"/>
                        <a:ext cx="1647116" cy="511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0682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25525" y="1454150"/>
          <a:ext cx="21431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200" imgH="203040" progId="Equation.DSMT4">
                  <p:embed/>
                </p:oleObj>
              </mc:Choice>
              <mc:Fallback>
                <p:oleObj name="Equation" r:id="rId3" imgW="95220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1454150"/>
                        <a:ext cx="21431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14832"/>
              </p:ext>
            </p:extLst>
          </p:nvPr>
        </p:nvGraphicFramePr>
        <p:xfrm>
          <a:off x="1228725" y="2113757"/>
          <a:ext cx="97774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43400" imgH="215640" progId="Equation.DSMT4">
                  <p:embed/>
                </p:oleObj>
              </mc:Choice>
              <mc:Fallback>
                <p:oleObj name="Equation" r:id="rId5" imgW="4343400" imgH="215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2113757"/>
                        <a:ext cx="97774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768156"/>
              </p:ext>
            </p:extLst>
          </p:nvPr>
        </p:nvGraphicFramePr>
        <p:xfrm>
          <a:off x="7705872" y="5192734"/>
          <a:ext cx="165576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7440" imgH="685800" progId="Equation.DSMT4">
                  <p:embed/>
                </p:oleObj>
              </mc:Choice>
              <mc:Fallback>
                <p:oleObj name="Equation" r:id="rId7" imgW="1117440" imgH="6858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872" y="5192734"/>
                        <a:ext cx="1655763" cy="10080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173893"/>
              </p:ext>
            </p:extLst>
          </p:nvPr>
        </p:nvGraphicFramePr>
        <p:xfrm>
          <a:off x="1293233" y="2654326"/>
          <a:ext cx="97472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30440" imgH="215640" progId="Equation.DSMT4">
                  <p:embed/>
                </p:oleObj>
              </mc:Choice>
              <mc:Fallback>
                <p:oleObj name="Equation" r:id="rId9" imgW="4330440" imgH="215640" progId="Equation.DSMT4">
                  <p:embed/>
                  <p:pic>
                    <p:nvPicPr>
                      <p:cNvPr id="44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233" y="2654326"/>
                        <a:ext cx="97472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608854"/>
              </p:ext>
            </p:extLst>
          </p:nvPr>
        </p:nvGraphicFramePr>
        <p:xfrm>
          <a:off x="1228725" y="3277916"/>
          <a:ext cx="79756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43120" imgH="215640" progId="Equation.DSMT4">
                  <p:embed/>
                </p:oleObj>
              </mc:Choice>
              <mc:Fallback>
                <p:oleObj name="Equation" r:id="rId11" imgW="3543120" imgH="215640" progId="Equation.DSMT4">
                  <p:embed/>
                  <p:pic>
                    <p:nvPicPr>
                      <p:cNvPr id="45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277916"/>
                        <a:ext cx="79756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196372"/>
              </p:ext>
            </p:extLst>
          </p:nvPr>
        </p:nvGraphicFramePr>
        <p:xfrm>
          <a:off x="1228725" y="3897584"/>
          <a:ext cx="55753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76440" imgH="215640" progId="Equation.DSMT4">
                  <p:embed/>
                </p:oleObj>
              </mc:Choice>
              <mc:Fallback>
                <p:oleObj name="Equation" r:id="rId13" imgW="2476440" imgH="215640" progId="Equation.DSMT4">
                  <p:embed/>
                  <p:pic>
                    <p:nvPicPr>
                      <p:cNvPr id="46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897584"/>
                        <a:ext cx="55753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776" y="4549477"/>
            <a:ext cx="2533650" cy="2047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597" y="4532188"/>
            <a:ext cx="2581275" cy="200977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8944" y="4766082"/>
            <a:ext cx="3179564" cy="709910"/>
          </a:xfrm>
          <a:prstGeom prst="rect">
            <a:avLst/>
          </a:prstGeom>
        </p:spPr>
      </p:pic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4" y="106363"/>
            <a:ext cx="334840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767408" y="840434"/>
          <a:ext cx="17684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99920" imgH="203040" progId="Equation.DSMT4">
                  <p:embed/>
                </p:oleObj>
              </mc:Choice>
              <mc:Fallback>
                <p:oleObj name="Equation" r:id="rId18" imgW="799920" imgH="2030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840434"/>
                        <a:ext cx="17684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514837"/>
              </p:ext>
            </p:extLst>
          </p:nvPr>
        </p:nvGraphicFramePr>
        <p:xfrm>
          <a:off x="8224838" y="3911600"/>
          <a:ext cx="32861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60160" imgH="203040" progId="Equation.DSMT4">
                  <p:embed/>
                </p:oleObj>
              </mc:Choice>
              <mc:Fallback>
                <p:oleObj name="Equation" r:id="rId20" imgW="1460160" imgH="203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4838" y="3911600"/>
                        <a:ext cx="3286125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5447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943768" y="1396293"/>
          <a:ext cx="3314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120" imgH="215640" progId="Equation.DSMT4">
                  <p:embed/>
                </p:oleObj>
              </mc:Choice>
              <mc:Fallback>
                <p:oleObj name="Equation" r:id="rId3" imgW="1473120" imgH="2156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768" y="1396293"/>
                        <a:ext cx="3314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747803"/>
              </p:ext>
            </p:extLst>
          </p:nvPr>
        </p:nvGraphicFramePr>
        <p:xfrm>
          <a:off x="942975" y="2014327"/>
          <a:ext cx="71770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87440" imgH="241200" progId="Equation.DSMT4">
                  <p:embed/>
                </p:oleObj>
              </mc:Choice>
              <mc:Fallback>
                <p:oleObj name="Equation" r:id="rId5" imgW="3187440" imgH="2412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2014327"/>
                        <a:ext cx="717708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303583"/>
              </p:ext>
            </p:extLst>
          </p:nvPr>
        </p:nvGraphicFramePr>
        <p:xfrm>
          <a:off x="942975" y="2702493"/>
          <a:ext cx="49466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97080" imgH="215640" progId="Equation.DSMT4">
                  <p:embed/>
                </p:oleObj>
              </mc:Choice>
              <mc:Fallback>
                <p:oleObj name="Equation" r:id="rId7" imgW="2197080" imgH="215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2702493"/>
                        <a:ext cx="49466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350382"/>
              </p:ext>
            </p:extLst>
          </p:nvPr>
        </p:nvGraphicFramePr>
        <p:xfrm>
          <a:off x="5923059" y="2665945"/>
          <a:ext cx="12874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1320" imgH="241200" progId="Equation.DSMT4">
                  <p:embed/>
                </p:oleObj>
              </mc:Choice>
              <mc:Fallback>
                <p:oleObj name="Equation" r:id="rId9" imgW="571320" imgH="2412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3059" y="2665945"/>
                        <a:ext cx="12874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8"/>
          <p:cNvGrpSpPr>
            <a:grpSpLocks/>
          </p:cNvGrpSpPr>
          <p:nvPr/>
        </p:nvGrpSpPr>
        <p:grpSpPr bwMode="auto">
          <a:xfrm>
            <a:off x="9202983" y="836613"/>
            <a:ext cx="2390776" cy="1673226"/>
            <a:chOff x="3591" y="1680"/>
            <a:chExt cx="1506" cy="1054"/>
          </a:xfrm>
        </p:grpSpPr>
        <p:grpSp>
          <p:nvGrpSpPr>
            <p:cNvPr id="29" name="Group 9"/>
            <p:cNvGrpSpPr>
              <a:grpSpLocks/>
            </p:cNvGrpSpPr>
            <p:nvPr/>
          </p:nvGrpSpPr>
          <p:grpSpPr bwMode="auto">
            <a:xfrm>
              <a:off x="3591" y="1990"/>
              <a:ext cx="966" cy="744"/>
              <a:chOff x="3639" y="3120"/>
              <a:chExt cx="966" cy="744"/>
            </a:xfrm>
          </p:grpSpPr>
          <p:sp>
            <p:nvSpPr>
              <p:cNvPr id="40" name="Line 10"/>
              <p:cNvSpPr>
                <a:spLocks noChangeShapeType="1"/>
              </p:cNvSpPr>
              <p:nvPr/>
            </p:nvSpPr>
            <p:spPr bwMode="auto">
              <a:xfrm>
                <a:off x="4486" y="3194"/>
                <a:ext cx="0" cy="489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Line 11"/>
              <p:cNvSpPr>
                <a:spLocks noChangeShapeType="1"/>
              </p:cNvSpPr>
              <p:nvPr/>
            </p:nvSpPr>
            <p:spPr bwMode="auto">
              <a:xfrm flipH="1">
                <a:off x="3814" y="319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2" name="Object 12"/>
              <p:cNvGraphicFramePr>
                <a:graphicFrameLocks noChangeAspect="1"/>
              </p:cNvGraphicFramePr>
              <p:nvPr/>
            </p:nvGraphicFramePr>
            <p:xfrm>
              <a:off x="4438" y="3705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241200" progId="Equation.3">
                      <p:embed/>
                    </p:oleObj>
                  </mc:Choice>
                  <mc:Fallback>
                    <p:oleObj name="Equation" r:id="rId11" imgW="253800" imgH="241200" progId="Equation.3">
                      <p:embed/>
                      <p:pic>
                        <p:nvPicPr>
                          <p:cNvPr id="4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8" y="3705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13"/>
              <p:cNvGraphicFramePr>
                <a:graphicFrameLocks noChangeAspect="1"/>
              </p:cNvGraphicFramePr>
              <p:nvPr/>
            </p:nvGraphicFramePr>
            <p:xfrm>
              <a:off x="3639" y="3120"/>
              <a:ext cx="144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317160" progId="Equation.3">
                      <p:embed/>
                    </p:oleObj>
                  </mc:Choice>
                  <mc:Fallback>
                    <p:oleObj name="Equation" r:id="rId13" imgW="253800" imgH="317160" progId="Equation.3">
                      <p:embed/>
                      <p:pic>
                        <p:nvPicPr>
                          <p:cNvPr id="43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9" y="3120"/>
                            <a:ext cx="144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" name="Group 14"/>
            <p:cNvGrpSpPr>
              <a:grpSpLocks/>
            </p:cNvGrpSpPr>
            <p:nvPr/>
          </p:nvGrpSpPr>
          <p:grpSpPr bwMode="auto">
            <a:xfrm>
              <a:off x="3591" y="1680"/>
              <a:ext cx="1506" cy="1035"/>
              <a:chOff x="3639" y="2810"/>
              <a:chExt cx="1506" cy="1035"/>
            </a:xfrm>
          </p:grpSpPr>
          <p:sp>
            <p:nvSpPr>
              <p:cNvPr id="34" name="Line 15"/>
              <p:cNvSpPr>
                <a:spLocks noChangeShapeType="1"/>
              </p:cNvSpPr>
              <p:nvPr/>
            </p:nvSpPr>
            <p:spPr bwMode="auto">
              <a:xfrm>
                <a:off x="3639" y="3696"/>
                <a:ext cx="13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Line 16"/>
              <p:cNvSpPr>
                <a:spLocks noChangeShapeType="1"/>
              </p:cNvSpPr>
              <p:nvPr/>
            </p:nvSpPr>
            <p:spPr bwMode="auto">
              <a:xfrm flipV="1">
                <a:off x="3792" y="2928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6" name="Object 17"/>
              <p:cNvGraphicFramePr>
                <a:graphicFrameLocks noChangeAspect="1"/>
              </p:cNvGraphicFramePr>
              <p:nvPr/>
            </p:nvGraphicFramePr>
            <p:xfrm>
              <a:off x="4954" y="3648"/>
              <a:ext cx="191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241200" progId="Equation.3">
                      <p:embed/>
                    </p:oleObj>
                  </mc:Choice>
                  <mc:Fallback>
                    <p:oleObj name="Equation" r:id="rId11" imgW="253800" imgH="241200" progId="Equation.3">
                      <p:embed/>
                      <p:pic>
                        <p:nvPicPr>
                          <p:cNvPr id="36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4" y="3648"/>
                            <a:ext cx="191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18"/>
              <p:cNvGraphicFramePr>
                <a:graphicFrameLocks noChangeAspect="1"/>
              </p:cNvGraphicFramePr>
              <p:nvPr/>
            </p:nvGraphicFramePr>
            <p:xfrm>
              <a:off x="3639" y="2810"/>
              <a:ext cx="162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53800" imgH="317160" progId="Equation.3">
                      <p:embed/>
                    </p:oleObj>
                  </mc:Choice>
                  <mc:Fallback>
                    <p:oleObj name="Equation" r:id="rId16" imgW="253800" imgH="317160" progId="Equation.3">
                      <p:embed/>
                      <p:pic>
                        <p:nvPicPr>
                          <p:cNvPr id="37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9" y="2810"/>
                            <a:ext cx="162" cy="2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19"/>
              <p:cNvGraphicFramePr>
                <a:graphicFrameLocks noChangeAspect="1"/>
              </p:cNvGraphicFramePr>
              <p:nvPr/>
            </p:nvGraphicFramePr>
            <p:xfrm>
              <a:off x="3639" y="3709"/>
              <a:ext cx="12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15640" imgH="241200" progId="Equation.3">
                      <p:embed/>
                    </p:oleObj>
                  </mc:Choice>
                  <mc:Fallback>
                    <p:oleObj name="Equation" r:id="rId18" imgW="215640" imgH="241200" progId="Equation.3">
                      <p:embed/>
                      <p:pic>
                        <p:nvPicPr>
                          <p:cNvPr id="39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9" y="3709"/>
                            <a:ext cx="122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141597"/>
                </p:ext>
              </p:extLst>
            </p:nvPr>
          </p:nvGraphicFramePr>
          <p:xfrm>
            <a:off x="4390" y="1724"/>
            <a:ext cx="70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22080" imgH="203040" progId="Equation.DSMT4">
                    <p:embed/>
                  </p:oleObj>
                </mc:Choice>
                <mc:Fallback>
                  <p:oleObj name="Equation" r:id="rId20" imgW="622080" imgH="203040" progId="Equation.DSMT4">
                    <p:embed/>
                    <p:pic>
                      <p:nvPicPr>
                        <p:cNvPr id="3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1724"/>
                          <a:ext cx="70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1"/>
            <p:cNvGraphicFramePr>
              <a:graphicFrameLocks noChangeAspect="1"/>
            </p:cNvGraphicFramePr>
            <p:nvPr/>
          </p:nvGraphicFramePr>
          <p:xfrm>
            <a:off x="4433" y="1981"/>
            <a:ext cx="114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91960" imgH="291960" progId="Equation.3">
                    <p:embed/>
                  </p:oleObj>
                </mc:Choice>
                <mc:Fallback>
                  <p:oleObj name="Equation" r:id="rId22" imgW="291960" imgH="291960" progId="Equation.3">
                    <p:embed/>
                    <p:pic>
                      <p:nvPicPr>
                        <p:cNvPr id="3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3" y="1981"/>
                          <a:ext cx="114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Line 22"/>
          <p:cNvSpPr>
            <a:spLocks noChangeShapeType="1"/>
          </p:cNvSpPr>
          <p:nvPr/>
        </p:nvSpPr>
        <p:spPr bwMode="auto">
          <a:xfrm flipV="1">
            <a:off x="9445868" y="1438273"/>
            <a:ext cx="1081088" cy="7905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077694"/>
              </p:ext>
            </p:extLst>
          </p:nvPr>
        </p:nvGraphicFramePr>
        <p:xfrm>
          <a:off x="9888781" y="1598611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3040" imgH="228600" progId="Equation.3">
                  <p:embed/>
                </p:oleObj>
              </mc:Choice>
              <mc:Fallback>
                <p:oleObj name="Equation" r:id="rId24" imgW="203040" imgH="228600" progId="Equation.3">
                  <p:embed/>
                  <p:pic>
                    <p:nvPicPr>
                      <p:cNvPr id="4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8781" y="1598611"/>
                        <a:ext cx="2032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943768" y="3406434"/>
          <a:ext cx="30019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33440" imgH="190440" progId="Equation.DSMT4">
                  <p:embed/>
                </p:oleObj>
              </mc:Choice>
              <mc:Fallback>
                <p:oleObj name="Equation" r:id="rId26" imgW="1333440" imgH="190440" progId="Equation.DSMT4">
                  <p:embed/>
                  <p:pic>
                    <p:nvPicPr>
                      <p:cNvPr id="46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768" y="3406434"/>
                        <a:ext cx="30019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950631"/>
              </p:ext>
            </p:extLst>
          </p:nvPr>
        </p:nvGraphicFramePr>
        <p:xfrm>
          <a:off x="4070324" y="3355600"/>
          <a:ext cx="1173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20560" imgH="241200" progId="Equation.DSMT4">
                  <p:embed/>
                </p:oleObj>
              </mc:Choice>
              <mc:Fallback>
                <p:oleObj name="Equation" r:id="rId28" imgW="520560" imgH="241200" progId="Equation.DSMT4">
                  <p:embed/>
                  <p:pic>
                    <p:nvPicPr>
                      <p:cNvPr id="47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24" y="3355600"/>
                        <a:ext cx="1173163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245783"/>
              </p:ext>
            </p:extLst>
          </p:nvPr>
        </p:nvGraphicFramePr>
        <p:xfrm>
          <a:off x="5429125" y="3355600"/>
          <a:ext cx="1173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20560" imgH="241200" progId="Equation.DSMT4">
                  <p:embed/>
                </p:oleObj>
              </mc:Choice>
              <mc:Fallback>
                <p:oleObj name="Equation" r:id="rId30" imgW="520560" imgH="241200" progId="Equation.DSMT4">
                  <p:embed/>
                  <p:pic>
                    <p:nvPicPr>
                      <p:cNvPr id="48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125" y="3355600"/>
                        <a:ext cx="1173163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157324"/>
              </p:ext>
            </p:extLst>
          </p:nvPr>
        </p:nvGraphicFramePr>
        <p:xfrm>
          <a:off x="6787926" y="3355600"/>
          <a:ext cx="18018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799920" imgH="241200" progId="Equation.DSMT4">
                  <p:embed/>
                </p:oleObj>
              </mc:Choice>
              <mc:Fallback>
                <p:oleObj name="Equation" r:id="rId32" imgW="799920" imgH="241200" progId="Equation.DSMT4">
                  <p:embed/>
                  <p:pic>
                    <p:nvPicPr>
                      <p:cNvPr id="49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926" y="3355600"/>
                        <a:ext cx="1801813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552286"/>
              </p:ext>
            </p:extLst>
          </p:nvPr>
        </p:nvGraphicFramePr>
        <p:xfrm>
          <a:off x="8775377" y="3284984"/>
          <a:ext cx="22891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15920" imgH="291960" progId="Equation.DSMT4">
                  <p:embed/>
                </p:oleObj>
              </mc:Choice>
              <mc:Fallback>
                <p:oleObj name="Equation" r:id="rId34" imgW="1015920" imgH="291960" progId="Equation.DSMT4">
                  <p:embed/>
                  <p:pic>
                    <p:nvPicPr>
                      <p:cNvPr id="5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377" y="3284984"/>
                        <a:ext cx="2289175" cy="6540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051917"/>
              </p:ext>
            </p:extLst>
          </p:nvPr>
        </p:nvGraphicFramePr>
        <p:xfrm>
          <a:off x="942975" y="4133081"/>
          <a:ext cx="806291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581280" imgH="203040" progId="Equation.DSMT4">
                  <p:embed/>
                </p:oleObj>
              </mc:Choice>
              <mc:Fallback>
                <p:oleObj name="Equation" r:id="rId36" imgW="3581280" imgH="20304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4133081"/>
                        <a:ext cx="806291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" name="Picture 35" descr="aa041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560" y="4729906"/>
            <a:ext cx="185737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6" descr="aa042"/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360" y="4725144"/>
            <a:ext cx="183832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4" y="106363"/>
            <a:ext cx="460895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复数的模和辐角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862013" y="812074"/>
          <a:ext cx="31146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409400" imgH="190440" progId="Equation.DSMT4">
                  <p:embed/>
                </p:oleObj>
              </mc:Choice>
              <mc:Fallback>
                <p:oleObj name="Equation" r:id="rId40" imgW="1409400" imgH="190440" progId="Equation.DSMT4">
                  <p:embed/>
                  <p:pic>
                    <p:nvPicPr>
                      <p:cNvPr id="55" name="对象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812074"/>
                        <a:ext cx="31146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A84D39A-BEA5-6659-BF35-FB1325344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779641"/>
              </p:ext>
            </p:extLst>
          </p:nvPr>
        </p:nvGraphicFramePr>
        <p:xfrm>
          <a:off x="7277972" y="2631890"/>
          <a:ext cx="3725513" cy="568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663560" imgH="253800" progId="Equation.DSMT4">
                  <p:embed/>
                </p:oleObj>
              </mc:Choice>
              <mc:Fallback>
                <p:oleObj name="Equation" r:id="rId42" imgW="1663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7277972" y="2631890"/>
                        <a:ext cx="3725513" cy="568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652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70396" y="836712"/>
          <a:ext cx="20002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8840" imgH="190440" progId="Equation.DSMT4">
                  <p:embed/>
                </p:oleObj>
              </mc:Choice>
              <mc:Fallback>
                <p:oleObj name="Equation" r:id="rId3" imgW="888840" imgH="1904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396" y="836712"/>
                        <a:ext cx="20002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116278"/>
              </p:ext>
            </p:extLst>
          </p:nvPr>
        </p:nvGraphicFramePr>
        <p:xfrm>
          <a:off x="1289050" y="1317625"/>
          <a:ext cx="6919913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73320" imgH="482400" progId="Equation.DSMT4">
                  <p:embed/>
                </p:oleObj>
              </mc:Choice>
              <mc:Fallback>
                <p:oleObj name="Equation" r:id="rId5" imgW="3073320" imgH="4824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1317625"/>
                        <a:ext cx="6919913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055440" y="2451100"/>
          <a:ext cx="16303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600" imgH="190440" progId="Equation.DSMT4">
                  <p:embed/>
                </p:oleObj>
              </mc:Choice>
              <mc:Fallback>
                <p:oleObj name="Equation" r:id="rId7" imgW="723600" imgH="1904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2451100"/>
                        <a:ext cx="16303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073711"/>
              </p:ext>
            </p:extLst>
          </p:nvPr>
        </p:nvGraphicFramePr>
        <p:xfrm>
          <a:off x="1223292" y="3040993"/>
          <a:ext cx="74898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27120" imgH="215640" progId="Equation.DSMT4">
                  <p:embed/>
                </p:oleObj>
              </mc:Choice>
              <mc:Fallback>
                <p:oleObj name="Equation" r:id="rId9" imgW="3327120" imgH="2156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292" y="3040993"/>
                        <a:ext cx="74898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8"/>
          <p:cNvGrpSpPr>
            <a:grpSpLocks/>
          </p:cNvGrpSpPr>
          <p:nvPr/>
        </p:nvGrpSpPr>
        <p:grpSpPr bwMode="auto">
          <a:xfrm>
            <a:off x="8616280" y="906079"/>
            <a:ext cx="2390776" cy="1673226"/>
            <a:chOff x="3591" y="1680"/>
            <a:chExt cx="1506" cy="1054"/>
          </a:xfrm>
        </p:grpSpPr>
        <p:grpSp>
          <p:nvGrpSpPr>
            <p:cNvPr id="29" name="Group 9"/>
            <p:cNvGrpSpPr>
              <a:grpSpLocks/>
            </p:cNvGrpSpPr>
            <p:nvPr/>
          </p:nvGrpSpPr>
          <p:grpSpPr bwMode="auto">
            <a:xfrm>
              <a:off x="3591" y="1990"/>
              <a:ext cx="966" cy="744"/>
              <a:chOff x="3639" y="3120"/>
              <a:chExt cx="966" cy="744"/>
            </a:xfrm>
          </p:grpSpPr>
          <p:sp>
            <p:nvSpPr>
              <p:cNvPr id="40" name="Line 10"/>
              <p:cNvSpPr>
                <a:spLocks noChangeShapeType="1"/>
              </p:cNvSpPr>
              <p:nvPr/>
            </p:nvSpPr>
            <p:spPr bwMode="auto">
              <a:xfrm>
                <a:off x="4486" y="3194"/>
                <a:ext cx="0" cy="489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Line 11"/>
              <p:cNvSpPr>
                <a:spLocks noChangeShapeType="1"/>
              </p:cNvSpPr>
              <p:nvPr/>
            </p:nvSpPr>
            <p:spPr bwMode="auto">
              <a:xfrm flipH="1">
                <a:off x="3814" y="319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2" name="Object 12"/>
              <p:cNvGraphicFramePr>
                <a:graphicFrameLocks noChangeAspect="1"/>
              </p:cNvGraphicFramePr>
              <p:nvPr/>
            </p:nvGraphicFramePr>
            <p:xfrm>
              <a:off x="4438" y="3705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241200" progId="Equation.3">
                      <p:embed/>
                    </p:oleObj>
                  </mc:Choice>
                  <mc:Fallback>
                    <p:oleObj name="Equation" r:id="rId11" imgW="253800" imgH="241200" progId="Equation.3">
                      <p:embed/>
                      <p:pic>
                        <p:nvPicPr>
                          <p:cNvPr id="4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8" y="3705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13"/>
              <p:cNvGraphicFramePr>
                <a:graphicFrameLocks noChangeAspect="1"/>
              </p:cNvGraphicFramePr>
              <p:nvPr/>
            </p:nvGraphicFramePr>
            <p:xfrm>
              <a:off x="3639" y="3120"/>
              <a:ext cx="144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3800" imgH="317160" progId="Equation.3">
                      <p:embed/>
                    </p:oleObj>
                  </mc:Choice>
                  <mc:Fallback>
                    <p:oleObj name="Equation" r:id="rId13" imgW="253800" imgH="317160" progId="Equation.3">
                      <p:embed/>
                      <p:pic>
                        <p:nvPicPr>
                          <p:cNvPr id="43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9" y="3120"/>
                            <a:ext cx="144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" name="Group 14"/>
            <p:cNvGrpSpPr>
              <a:grpSpLocks/>
            </p:cNvGrpSpPr>
            <p:nvPr/>
          </p:nvGrpSpPr>
          <p:grpSpPr bwMode="auto">
            <a:xfrm>
              <a:off x="3591" y="1680"/>
              <a:ext cx="1506" cy="1035"/>
              <a:chOff x="3639" y="2810"/>
              <a:chExt cx="1506" cy="1035"/>
            </a:xfrm>
          </p:grpSpPr>
          <p:sp>
            <p:nvSpPr>
              <p:cNvPr id="34" name="Line 15"/>
              <p:cNvSpPr>
                <a:spLocks noChangeShapeType="1"/>
              </p:cNvSpPr>
              <p:nvPr/>
            </p:nvSpPr>
            <p:spPr bwMode="auto">
              <a:xfrm>
                <a:off x="3639" y="3696"/>
                <a:ext cx="13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Line 16"/>
              <p:cNvSpPr>
                <a:spLocks noChangeShapeType="1"/>
              </p:cNvSpPr>
              <p:nvPr/>
            </p:nvSpPr>
            <p:spPr bwMode="auto">
              <a:xfrm flipV="1">
                <a:off x="3792" y="2928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6" name="Object 17"/>
              <p:cNvGraphicFramePr>
                <a:graphicFrameLocks noChangeAspect="1"/>
              </p:cNvGraphicFramePr>
              <p:nvPr/>
            </p:nvGraphicFramePr>
            <p:xfrm>
              <a:off x="4954" y="3648"/>
              <a:ext cx="191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3800" imgH="241200" progId="Equation.3">
                      <p:embed/>
                    </p:oleObj>
                  </mc:Choice>
                  <mc:Fallback>
                    <p:oleObj name="Equation" r:id="rId11" imgW="253800" imgH="241200" progId="Equation.3">
                      <p:embed/>
                      <p:pic>
                        <p:nvPicPr>
                          <p:cNvPr id="36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4" y="3648"/>
                            <a:ext cx="191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18"/>
              <p:cNvGraphicFramePr>
                <a:graphicFrameLocks noChangeAspect="1"/>
              </p:cNvGraphicFramePr>
              <p:nvPr/>
            </p:nvGraphicFramePr>
            <p:xfrm>
              <a:off x="3639" y="2810"/>
              <a:ext cx="162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53800" imgH="317160" progId="Equation.3">
                      <p:embed/>
                    </p:oleObj>
                  </mc:Choice>
                  <mc:Fallback>
                    <p:oleObj name="Equation" r:id="rId16" imgW="253800" imgH="317160" progId="Equation.3">
                      <p:embed/>
                      <p:pic>
                        <p:nvPicPr>
                          <p:cNvPr id="37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9" y="2810"/>
                            <a:ext cx="162" cy="2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19"/>
              <p:cNvGraphicFramePr>
                <a:graphicFrameLocks noChangeAspect="1"/>
              </p:cNvGraphicFramePr>
              <p:nvPr/>
            </p:nvGraphicFramePr>
            <p:xfrm>
              <a:off x="3639" y="3709"/>
              <a:ext cx="12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15640" imgH="241200" progId="Equation.3">
                      <p:embed/>
                    </p:oleObj>
                  </mc:Choice>
                  <mc:Fallback>
                    <p:oleObj name="Equation" r:id="rId18" imgW="215640" imgH="241200" progId="Equation.3">
                      <p:embed/>
                      <p:pic>
                        <p:nvPicPr>
                          <p:cNvPr id="39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9" y="3709"/>
                            <a:ext cx="122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48639"/>
                </p:ext>
              </p:extLst>
            </p:nvPr>
          </p:nvGraphicFramePr>
          <p:xfrm>
            <a:off x="4390" y="1724"/>
            <a:ext cx="70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22080" imgH="203040" progId="Equation.DSMT4">
                    <p:embed/>
                  </p:oleObj>
                </mc:Choice>
                <mc:Fallback>
                  <p:oleObj name="Equation" r:id="rId20" imgW="622080" imgH="203040" progId="Equation.DSMT4">
                    <p:embed/>
                    <p:pic>
                      <p:nvPicPr>
                        <p:cNvPr id="3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1724"/>
                          <a:ext cx="70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1"/>
            <p:cNvGraphicFramePr>
              <a:graphicFrameLocks noChangeAspect="1"/>
            </p:cNvGraphicFramePr>
            <p:nvPr/>
          </p:nvGraphicFramePr>
          <p:xfrm>
            <a:off x="4433" y="1981"/>
            <a:ext cx="114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91960" imgH="291960" progId="Equation.3">
                    <p:embed/>
                  </p:oleObj>
                </mc:Choice>
                <mc:Fallback>
                  <p:oleObj name="Equation" r:id="rId22" imgW="291960" imgH="291960" progId="Equation.3">
                    <p:embed/>
                    <p:pic>
                      <p:nvPicPr>
                        <p:cNvPr id="3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3" y="1981"/>
                          <a:ext cx="114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Line 22"/>
          <p:cNvSpPr>
            <a:spLocks noChangeShapeType="1"/>
          </p:cNvSpPr>
          <p:nvPr/>
        </p:nvSpPr>
        <p:spPr bwMode="auto">
          <a:xfrm flipV="1">
            <a:off x="8859165" y="1507739"/>
            <a:ext cx="1081088" cy="7905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5" name="Object 23"/>
          <p:cNvGraphicFramePr>
            <a:graphicFrameLocks noChangeAspect="1"/>
          </p:cNvGraphicFramePr>
          <p:nvPr/>
        </p:nvGraphicFramePr>
        <p:xfrm>
          <a:off x="9120337" y="2040745"/>
          <a:ext cx="226287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9680" imgH="177480" progId="Equation.DSMT4">
                  <p:embed/>
                </p:oleObj>
              </mc:Choice>
              <mc:Fallback>
                <p:oleObj name="Equation" r:id="rId24" imgW="139680" imgH="177480" progId="Equation.DSMT4">
                  <p:embed/>
                  <p:pic>
                    <p:nvPicPr>
                      <p:cNvPr id="4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337" y="2040745"/>
                        <a:ext cx="226287" cy="28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Arc 32"/>
          <p:cNvSpPr>
            <a:spLocks/>
          </p:cNvSpPr>
          <p:nvPr/>
        </p:nvSpPr>
        <p:spPr bwMode="auto">
          <a:xfrm>
            <a:off x="8996199" y="2191838"/>
            <a:ext cx="88900" cy="127000"/>
          </a:xfrm>
          <a:custGeom>
            <a:avLst/>
            <a:gdLst>
              <a:gd name="T0" fmla="*/ 0 w 21600"/>
              <a:gd name="T1" fmla="*/ 0 h 28735"/>
              <a:gd name="T2" fmla="*/ 53 w 21600"/>
              <a:gd name="T3" fmla="*/ 80 h 28735"/>
              <a:gd name="T4" fmla="*/ 0 w 21600"/>
              <a:gd name="T5" fmla="*/ 60 h 287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873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29"/>
                  <a:pt x="21190" y="26441"/>
                  <a:pt x="20387" y="28735"/>
                </a:cubicBezTo>
              </a:path>
              <a:path w="21600" h="2873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29"/>
                  <a:pt x="21190" y="26441"/>
                  <a:pt x="20387" y="2873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1240958" y="3687115"/>
          <a:ext cx="7804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466800" imgH="215640" progId="Equation.DSMT4">
                  <p:embed/>
                </p:oleObj>
              </mc:Choice>
              <mc:Fallback>
                <p:oleObj name="Equation" r:id="rId26" imgW="3466800" imgH="215640" progId="Equation.DSMT4">
                  <p:embed/>
                  <p:pic>
                    <p:nvPicPr>
                      <p:cNvPr id="56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958" y="3687115"/>
                        <a:ext cx="78041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Arc 31"/>
          <p:cNvSpPr>
            <a:spLocks/>
          </p:cNvSpPr>
          <p:nvPr/>
        </p:nvSpPr>
        <p:spPr bwMode="auto">
          <a:xfrm flipH="1">
            <a:off x="10278765" y="3577568"/>
            <a:ext cx="842962" cy="552450"/>
          </a:xfrm>
          <a:custGeom>
            <a:avLst/>
            <a:gdLst>
              <a:gd name="T0" fmla="*/ 3357 w 37414"/>
              <a:gd name="T1" fmla="*/ 552450 h 24129"/>
              <a:gd name="T2" fmla="*/ 842962 w 37414"/>
              <a:gd name="T3" fmla="*/ 157660 h 24129"/>
              <a:gd name="T4" fmla="*/ 486662 w 37414"/>
              <a:gd name="T5" fmla="*/ 494547 h 241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414" h="24129" fill="none" extrusionOk="0">
                <a:moveTo>
                  <a:pt x="148" y="24129"/>
                </a:moveTo>
                <a:cubicBezTo>
                  <a:pt x="49" y="23289"/>
                  <a:pt x="0" y="224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7598" y="0"/>
                  <a:pt x="33327" y="2494"/>
                  <a:pt x="37413" y="6886"/>
                </a:cubicBezTo>
              </a:path>
              <a:path w="37414" h="24129" stroke="0" extrusionOk="0">
                <a:moveTo>
                  <a:pt x="148" y="24129"/>
                </a:moveTo>
                <a:cubicBezTo>
                  <a:pt x="49" y="23289"/>
                  <a:pt x="0" y="224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7598" y="0"/>
                  <a:pt x="33327" y="2494"/>
                  <a:pt x="37413" y="6886"/>
                </a:cubicBezTo>
                <a:lnTo>
                  <a:pt x="21600" y="21600"/>
                </a:lnTo>
                <a:lnTo>
                  <a:pt x="148" y="24129"/>
                </a:lnTo>
                <a:close/>
              </a:path>
            </a:pathLst>
          </a:custGeom>
          <a:noFill/>
          <a:ln w="19050">
            <a:solidFill>
              <a:srgbClr val="FF3300"/>
            </a:solidFill>
            <a:round/>
            <a:headEnd type="oval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3" name="Group 66"/>
          <p:cNvGrpSpPr>
            <a:grpSpLocks/>
          </p:cNvGrpSpPr>
          <p:nvPr/>
        </p:nvGrpSpPr>
        <p:grpSpPr bwMode="auto">
          <a:xfrm>
            <a:off x="9264352" y="2699681"/>
            <a:ext cx="2743200" cy="1927225"/>
            <a:chOff x="4032" y="1721"/>
            <a:chExt cx="1728" cy="1214"/>
          </a:xfrm>
        </p:grpSpPr>
        <p:graphicFrame>
          <p:nvGraphicFramePr>
            <p:cNvPr id="64" name="Object 24"/>
            <p:cNvGraphicFramePr>
              <a:graphicFrameLocks/>
            </p:cNvGraphicFramePr>
            <p:nvPr/>
          </p:nvGraphicFramePr>
          <p:xfrm>
            <a:off x="4111" y="1935"/>
            <a:ext cx="83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77569" imgH="215619" progId="Equation.3">
                    <p:embed/>
                  </p:oleObj>
                </mc:Choice>
                <mc:Fallback>
                  <p:oleObj name="公式" r:id="rId28" imgW="177569" imgH="215619" progId="Equation.3">
                    <p:embed/>
                    <p:pic>
                      <p:nvPicPr>
                        <p:cNvPr id="64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1" y="1935"/>
                          <a:ext cx="83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Line 25"/>
            <p:cNvSpPr>
              <a:spLocks noChangeShapeType="1"/>
            </p:cNvSpPr>
            <p:nvPr/>
          </p:nvSpPr>
          <p:spPr bwMode="auto">
            <a:xfrm flipV="1">
              <a:off x="4914" y="1825"/>
              <a:ext cx="0" cy="1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Line 26"/>
            <p:cNvSpPr>
              <a:spLocks noChangeShapeType="1"/>
            </p:cNvSpPr>
            <p:nvPr/>
          </p:nvSpPr>
          <p:spPr bwMode="auto">
            <a:xfrm>
              <a:off x="4032" y="2617"/>
              <a:ext cx="147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Line 27"/>
            <p:cNvSpPr>
              <a:spLocks noChangeShapeType="1"/>
            </p:cNvSpPr>
            <p:nvPr/>
          </p:nvSpPr>
          <p:spPr bwMode="auto">
            <a:xfrm flipH="1" flipV="1">
              <a:off x="4260" y="1985"/>
              <a:ext cx="654" cy="63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Rectangle 28"/>
            <p:cNvSpPr>
              <a:spLocks noChangeArrowheads="1"/>
            </p:cNvSpPr>
            <p:nvPr/>
          </p:nvSpPr>
          <p:spPr bwMode="auto">
            <a:xfrm>
              <a:off x="5351" y="2567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69" name="Rectangle 29"/>
            <p:cNvSpPr>
              <a:spLocks noChangeArrowheads="1"/>
            </p:cNvSpPr>
            <p:nvPr/>
          </p:nvSpPr>
          <p:spPr bwMode="auto">
            <a:xfrm>
              <a:off x="4931" y="172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</a:p>
          </p:txBody>
        </p:sp>
        <p:sp>
          <p:nvSpPr>
            <p:cNvPr id="70" name="Oval 32"/>
            <p:cNvSpPr>
              <a:spLocks noChangeArrowheads="1"/>
            </p:cNvSpPr>
            <p:nvPr/>
          </p:nvSpPr>
          <p:spPr bwMode="auto">
            <a:xfrm>
              <a:off x="4240" y="1966"/>
              <a:ext cx="39" cy="39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" name="Arc 33"/>
          <p:cNvSpPr>
            <a:spLocks/>
          </p:cNvSpPr>
          <p:nvPr/>
        </p:nvSpPr>
        <p:spPr bwMode="auto">
          <a:xfrm flipH="1" flipV="1">
            <a:off x="10037465" y="3523593"/>
            <a:ext cx="1282700" cy="985838"/>
          </a:xfrm>
          <a:custGeom>
            <a:avLst/>
            <a:gdLst>
              <a:gd name="T0" fmla="*/ 0 w 39931"/>
              <a:gd name="T1" fmla="*/ 384237 h 26106"/>
              <a:gd name="T2" fmla="*/ 1267442 w 39931"/>
              <a:gd name="T3" fmla="*/ 985838 h 26106"/>
              <a:gd name="T4" fmla="*/ 588845 w 39931"/>
              <a:gd name="T5" fmla="*/ 815678 h 261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931" h="26106" fill="none" extrusionOk="0">
                <a:moveTo>
                  <a:pt x="-1" y="10174"/>
                </a:moveTo>
                <a:cubicBezTo>
                  <a:pt x="3944" y="3846"/>
                  <a:pt x="10873" y="0"/>
                  <a:pt x="18331" y="0"/>
                </a:cubicBezTo>
                <a:cubicBezTo>
                  <a:pt x="30260" y="0"/>
                  <a:pt x="39931" y="9670"/>
                  <a:pt x="39931" y="21600"/>
                </a:cubicBezTo>
                <a:cubicBezTo>
                  <a:pt x="39931" y="23114"/>
                  <a:pt x="39771" y="24624"/>
                  <a:pt x="39455" y="26105"/>
                </a:cubicBezTo>
              </a:path>
              <a:path w="39931" h="26106" stroke="0" extrusionOk="0">
                <a:moveTo>
                  <a:pt x="-1" y="10174"/>
                </a:moveTo>
                <a:cubicBezTo>
                  <a:pt x="3944" y="3846"/>
                  <a:pt x="10873" y="0"/>
                  <a:pt x="18331" y="0"/>
                </a:cubicBezTo>
                <a:cubicBezTo>
                  <a:pt x="30260" y="0"/>
                  <a:pt x="39931" y="9670"/>
                  <a:pt x="39931" y="21600"/>
                </a:cubicBezTo>
                <a:cubicBezTo>
                  <a:pt x="39931" y="23114"/>
                  <a:pt x="39771" y="24624"/>
                  <a:pt x="39455" y="26105"/>
                </a:cubicBezTo>
                <a:lnTo>
                  <a:pt x="18331" y="21600"/>
                </a:lnTo>
                <a:lnTo>
                  <a:pt x="-1" y="10174"/>
                </a:lnTo>
                <a:close/>
              </a:path>
            </a:pathLst>
          </a:custGeom>
          <a:noFill/>
          <a:ln w="19050">
            <a:solidFill>
              <a:srgbClr val="2657D0"/>
            </a:solidFill>
            <a:round/>
            <a:headEnd type="oval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Rectangle 34"/>
          <p:cNvSpPr>
            <a:spLocks noChangeArrowheads="1"/>
          </p:cNvSpPr>
          <p:nvPr/>
        </p:nvSpPr>
        <p:spPr bwMode="auto">
          <a:xfrm>
            <a:off x="10791527" y="3217206"/>
            <a:ext cx="549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+</a:t>
            </a:r>
          </a:p>
        </p:txBody>
      </p:sp>
      <p:sp>
        <p:nvSpPr>
          <p:cNvPr id="73" name="Rectangle 35"/>
          <p:cNvSpPr>
            <a:spLocks noChangeArrowheads="1"/>
          </p:cNvSpPr>
          <p:nvPr/>
        </p:nvSpPr>
        <p:spPr bwMode="auto">
          <a:xfrm>
            <a:off x="9999365" y="4120493"/>
            <a:ext cx="539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</a:p>
        </p:txBody>
      </p:sp>
      <p:sp>
        <p:nvSpPr>
          <p:cNvPr id="74" name="Arc 40"/>
          <p:cNvSpPr>
            <a:spLocks/>
          </p:cNvSpPr>
          <p:nvPr/>
        </p:nvSpPr>
        <p:spPr bwMode="auto">
          <a:xfrm flipH="1">
            <a:off x="10459740" y="3964918"/>
            <a:ext cx="338137" cy="160338"/>
          </a:xfrm>
          <a:custGeom>
            <a:avLst/>
            <a:gdLst>
              <a:gd name="T0" fmla="*/ 0 w 43092"/>
              <a:gd name="T1" fmla="*/ 159544 h 21600"/>
              <a:gd name="T2" fmla="*/ 338137 w 43092"/>
              <a:gd name="T3" fmla="*/ 144356 h 21600"/>
              <a:gd name="T4" fmla="*/ 169492 w 43092"/>
              <a:gd name="T5" fmla="*/ 16033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092" h="21600" fill="none" extrusionOk="0">
                <a:moveTo>
                  <a:pt x="0" y="21493"/>
                </a:moveTo>
                <a:cubicBezTo>
                  <a:pt x="59" y="9605"/>
                  <a:pt x="9712" y="0"/>
                  <a:pt x="21600" y="0"/>
                </a:cubicBezTo>
                <a:cubicBezTo>
                  <a:pt x="32695" y="0"/>
                  <a:pt x="41986" y="8406"/>
                  <a:pt x="43092" y="19446"/>
                </a:cubicBezTo>
              </a:path>
              <a:path w="43092" h="21600" stroke="0" extrusionOk="0">
                <a:moveTo>
                  <a:pt x="0" y="21493"/>
                </a:moveTo>
                <a:cubicBezTo>
                  <a:pt x="59" y="9605"/>
                  <a:pt x="9712" y="0"/>
                  <a:pt x="21600" y="0"/>
                </a:cubicBezTo>
                <a:cubicBezTo>
                  <a:pt x="32695" y="0"/>
                  <a:pt x="41986" y="8406"/>
                  <a:pt x="43092" y="19446"/>
                </a:cubicBezTo>
                <a:lnTo>
                  <a:pt x="21600" y="21600"/>
                </a:lnTo>
                <a:lnTo>
                  <a:pt x="0" y="21493"/>
                </a:lnTo>
                <a:close/>
              </a:path>
            </a:pathLst>
          </a:custGeom>
          <a:noFill/>
          <a:ln w="19050">
            <a:solidFill>
              <a:srgbClr val="A50021"/>
            </a:solidFill>
            <a:round/>
            <a:headEnd type="oval" w="sm" len="sm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Arc 41"/>
          <p:cNvSpPr>
            <a:spLocks/>
          </p:cNvSpPr>
          <p:nvPr/>
        </p:nvSpPr>
        <p:spPr bwMode="auto">
          <a:xfrm flipH="1" flipV="1">
            <a:off x="10458152" y="4107793"/>
            <a:ext cx="461963" cy="225425"/>
          </a:xfrm>
          <a:custGeom>
            <a:avLst/>
            <a:gdLst>
              <a:gd name="T0" fmla="*/ 0 w 43200"/>
              <a:gd name="T1" fmla="*/ 210820 h 22982"/>
              <a:gd name="T2" fmla="*/ 461492 w 43200"/>
              <a:gd name="T3" fmla="*/ 225425 h 22982"/>
              <a:gd name="T4" fmla="*/ 230982 w 43200"/>
              <a:gd name="T5" fmla="*/ 211869 h 229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2982" fill="none" extrusionOk="0">
                <a:moveTo>
                  <a:pt x="0" y="21493"/>
                </a:moveTo>
                <a:cubicBezTo>
                  <a:pt x="59" y="9605"/>
                  <a:pt x="9712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061"/>
                  <a:pt x="43185" y="22521"/>
                  <a:pt x="43155" y="22981"/>
                </a:cubicBezTo>
              </a:path>
              <a:path w="43200" h="22982" stroke="0" extrusionOk="0">
                <a:moveTo>
                  <a:pt x="0" y="21493"/>
                </a:moveTo>
                <a:cubicBezTo>
                  <a:pt x="59" y="9605"/>
                  <a:pt x="9712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061"/>
                  <a:pt x="43185" y="22521"/>
                  <a:pt x="43155" y="22981"/>
                </a:cubicBezTo>
                <a:lnTo>
                  <a:pt x="21600" y="21600"/>
                </a:lnTo>
                <a:lnTo>
                  <a:pt x="0" y="21493"/>
                </a:lnTo>
                <a:close/>
              </a:path>
            </a:pathLst>
          </a:custGeom>
          <a:noFill/>
          <a:ln w="19050">
            <a:solidFill>
              <a:srgbClr val="A50021"/>
            </a:solidFill>
            <a:round/>
            <a:headEnd type="none" w="sm" len="sm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Arc 42"/>
          <p:cNvSpPr>
            <a:spLocks/>
          </p:cNvSpPr>
          <p:nvPr/>
        </p:nvSpPr>
        <p:spPr bwMode="auto">
          <a:xfrm flipH="1">
            <a:off x="10464502" y="3850618"/>
            <a:ext cx="457200" cy="274638"/>
          </a:xfrm>
          <a:custGeom>
            <a:avLst/>
            <a:gdLst>
              <a:gd name="T0" fmla="*/ 0 w 34717"/>
              <a:gd name="T1" fmla="*/ 273278 h 21600"/>
              <a:gd name="T2" fmla="*/ 457200 w 34717"/>
              <a:gd name="T3" fmla="*/ 56441 h 21600"/>
              <a:gd name="T4" fmla="*/ 284458 w 34717"/>
              <a:gd name="T5" fmla="*/ 27463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4717" h="21600" fill="none" extrusionOk="0">
                <a:moveTo>
                  <a:pt x="0" y="21493"/>
                </a:moveTo>
                <a:cubicBezTo>
                  <a:pt x="59" y="9605"/>
                  <a:pt x="9712" y="0"/>
                  <a:pt x="21600" y="0"/>
                </a:cubicBezTo>
                <a:cubicBezTo>
                  <a:pt x="26341" y="0"/>
                  <a:pt x="30950" y="1559"/>
                  <a:pt x="34717" y="4438"/>
                </a:cubicBezTo>
              </a:path>
              <a:path w="34717" h="21600" stroke="0" extrusionOk="0">
                <a:moveTo>
                  <a:pt x="0" y="21493"/>
                </a:moveTo>
                <a:cubicBezTo>
                  <a:pt x="59" y="9605"/>
                  <a:pt x="9712" y="0"/>
                  <a:pt x="21600" y="0"/>
                </a:cubicBezTo>
                <a:cubicBezTo>
                  <a:pt x="26341" y="0"/>
                  <a:pt x="30950" y="1559"/>
                  <a:pt x="34717" y="4438"/>
                </a:cubicBezTo>
                <a:lnTo>
                  <a:pt x="21600" y="21600"/>
                </a:lnTo>
                <a:lnTo>
                  <a:pt x="0" y="21493"/>
                </a:lnTo>
                <a:close/>
              </a:path>
            </a:pathLst>
          </a:custGeom>
          <a:noFill/>
          <a:ln w="19050">
            <a:solidFill>
              <a:srgbClr val="A5002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7" name="对象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651736"/>
              </p:ext>
            </p:extLst>
          </p:nvPr>
        </p:nvGraphicFramePr>
        <p:xfrm>
          <a:off x="1223292" y="4291119"/>
          <a:ext cx="43164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17360" imgH="215640" progId="Equation.DSMT4">
                  <p:embed/>
                </p:oleObj>
              </mc:Choice>
              <mc:Fallback>
                <p:oleObj name="Equation" r:id="rId30" imgW="1917360" imgH="215640" progId="Equation.DSMT4">
                  <p:embed/>
                  <p:pic>
                    <p:nvPicPr>
                      <p:cNvPr id="77" name="对象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292" y="4291119"/>
                        <a:ext cx="43164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301990"/>
              </p:ext>
            </p:extLst>
          </p:nvPr>
        </p:nvGraphicFramePr>
        <p:xfrm>
          <a:off x="1244600" y="4937125"/>
          <a:ext cx="7974013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543120" imgH="622080" progId="Equation.DSMT4">
                  <p:embed/>
                </p:oleObj>
              </mc:Choice>
              <mc:Fallback>
                <p:oleObj name="Equation" r:id="rId32" imgW="3543120" imgH="622080" progId="Equation.DSMT4">
                  <p:embed/>
                  <p:pic>
                    <p:nvPicPr>
                      <p:cNvPr id="78" name="对象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937125"/>
                        <a:ext cx="7974013" cy="138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4" y="106363"/>
            <a:ext cx="460895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复数的模和辐角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463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730442"/>
              </p:ext>
            </p:extLst>
          </p:nvPr>
        </p:nvGraphicFramePr>
        <p:xfrm>
          <a:off x="1876295" y="1413268"/>
          <a:ext cx="92392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01840" imgH="457200" progId="Equation.DSMT4">
                  <p:embed/>
                </p:oleObj>
              </mc:Choice>
              <mc:Fallback>
                <p:oleObj name="Equation" r:id="rId3" imgW="4101840" imgH="4572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295" y="1413268"/>
                        <a:ext cx="923925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11877" y="1404124"/>
          <a:ext cx="9159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877" y="1404124"/>
                        <a:ext cx="9159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70396" y="836712"/>
          <a:ext cx="20002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8840" imgH="190440" progId="Equation.DSMT4">
                  <p:embed/>
                </p:oleObj>
              </mc:Choice>
              <mc:Fallback>
                <p:oleObj name="Equation" r:id="rId7" imgW="888840" imgH="1904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396" y="836712"/>
                        <a:ext cx="20002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4" y="106363"/>
            <a:ext cx="460895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复数的模和辐角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095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039813" y="954088"/>
          <a:ext cx="571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3800" imgH="190440" progId="Equation.DSMT4">
                  <p:embed/>
                </p:oleObj>
              </mc:Choice>
              <mc:Fallback>
                <p:oleObj name="Equation" r:id="rId3" imgW="253800" imgH="1904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954088"/>
                        <a:ext cx="5715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703512" y="1000125"/>
          <a:ext cx="39179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880" imgH="190440" progId="Equation.DSMT4">
                  <p:embed/>
                </p:oleObj>
              </mc:Choice>
              <mc:Fallback>
                <p:oleObj name="Equation" r:id="rId5" imgW="1739880" imgH="1904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1000125"/>
                        <a:ext cx="39179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719150"/>
              </p:ext>
            </p:extLst>
          </p:nvPr>
        </p:nvGraphicFramePr>
        <p:xfrm>
          <a:off x="1214438" y="1443038"/>
          <a:ext cx="57737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65360" imgH="469800" progId="Equation.DSMT4">
                  <p:embed/>
                </p:oleObj>
              </mc:Choice>
              <mc:Fallback>
                <p:oleObj name="Equation" r:id="rId7" imgW="2565360" imgH="4698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1443038"/>
                        <a:ext cx="5773737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070251" y="2782048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203040" progId="Equation.DSMT4">
                  <p:embed/>
                </p:oleObj>
              </mc:Choice>
              <mc:Fallback>
                <p:oleObj name="Equation" r:id="rId9" imgW="253800" imgH="2030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251" y="2782048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763514" y="2837115"/>
          <a:ext cx="6000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400" imgH="203040" progId="Equation.DSMT4">
                  <p:embed/>
                </p:oleObj>
              </mc:Choice>
              <mc:Fallback>
                <p:oleObj name="Equation" r:id="rId11" imgW="266400" imgH="2030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514" y="2837115"/>
                        <a:ext cx="6000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945705"/>
              </p:ext>
            </p:extLst>
          </p:nvPr>
        </p:nvGraphicFramePr>
        <p:xfrm>
          <a:off x="2176463" y="2487613"/>
          <a:ext cx="294798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07880" imgH="469800" progId="Equation.DSMT4">
                  <p:embed/>
                </p:oleObj>
              </mc:Choice>
              <mc:Fallback>
                <p:oleObj name="Equation" r:id="rId13" imgW="1307880" imgH="46980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2487613"/>
                        <a:ext cx="2947987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635220"/>
              </p:ext>
            </p:extLst>
          </p:nvPr>
        </p:nvGraphicFramePr>
        <p:xfrm>
          <a:off x="5085503" y="2839038"/>
          <a:ext cx="5715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00" imgH="177480" progId="Equation.DSMT4">
                  <p:embed/>
                </p:oleObj>
              </mc:Choice>
              <mc:Fallback>
                <p:oleObj name="Equation" r:id="rId15" imgW="253800" imgH="17748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503" y="2839038"/>
                        <a:ext cx="57150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763514" y="4659313"/>
          <a:ext cx="54451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1200" imgH="203040" progId="Equation.DSMT4">
                  <p:embed/>
                </p:oleObj>
              </mc:Choice>
              <mc:Fallback>
                <p:oleObj name="Equation" r:id="rId17" imgW="241200" imgH="20304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514" y="4659313"/>
                        <a:ext cx="54451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11578"/>
              </p:ext>
            </p:extLst>
          </p:nvPr>
        </p:nvGraphicFramePr>
        <p:xfrm>
          <a:off x="2335213" y="4383088"/>
          <a:ext cx="19748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76240" imgH="406080" progId="Equation.DSMT4">
                  <p:embed/>
                </p:oleObj>
              </mc:Choice>
              <mc:Fallback>
                <p:oleObj name="Equation" r:id="rId19" imgW="876240" imgH="40608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4383088"/>
                        <a:ext cx="197485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118967"/>
              </p:ext>
            </p:extLst>
          </p:nvPr>
        </p:nvGraphicFramePr>
        <p:xfrm>
          <a:off x="2161628" y="3694954"/>
          <a:ext cx="16033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11000" imgH="228600" progId="Equation.DSMT4">
                  <p:embed/>
                </p:oleObj>
              </mc:Choice>
              <mc:Fallback>
                <p:oleObj name="Equation" r:id="rId21" imgW="711000" imgH="2286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628" y="3694954"/>
                        <a:ext cx="160337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855235"/>
              </p:ext>
            </p:extLst>
          </p:nvPr>
        </p:nvGraphicFramePr>
        <p:xfrm>
          <a:off x="4033838" y="3427413"/>
          <a:ext cx="15176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40" imgH="406080" progId="Equation.DSMT4">
                  <p:embed/>
                </p:oleObj>
              </mc:Choice>
              <mc:Fallback>
                <p:oleObj name="Equation" r:id="rId23" imgW="672840" imgH="40608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3427413"/>
                        <a:ext cx="15176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2063552" y="5315558"/>
          <a:ext cx="4437062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68480" imgH="520560" progId="Equation.DSMT4">
                  <p:embed/>
                </p:oleObj>
              </mc:Choice>
              <mc:Fallback>
                <p:oleObj name="Equation" r:id="rId25" imgW="1968480" imgH="52056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5315558"/>
                        <a:ext cx="4437062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7032104" y="5444145"/>
          <a:ext cx="24892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04840" imgH="406080" progId="Equation.DSMT4">
                  <p:embed/>
                </p:oleObj>
              </mc:Choice>
              <mc:Fallback>
                <p:oleObj name="Equation" r:id="rId27" imgW="1104840" imgH="406080" progId="Equation.DSMT4">
                  <p:embed/>
                  <p:pic>
                    <p:nvPicPr>
                      <p:cNvPr id="4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5444145"/>
                        <a:ext cx="24892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8062"/>
              </p:ext>
            </p:extLst>
          </p:nvPr>
        </p:nvGraphicFramePr>
        <p:xfrm>
          <a:off x="9521304" y="5780559"/>
          <a:ext cx="515938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28600" imgH="139680" progId="Equation.DSMT4">
                  <p:embed/>
                </p:oleObj>
              </mc:Choice>
              <mc:Fallback>
                <p:oleObj name="Equation" r:id="rId29" imgW="228600" imgH="13968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1304" y="5780559"/>
                        <a:ext cx="515938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56"/>
          <p:cNvGrpSpPr>
            <a:grpSpLocks/>
          </p:cNvGrpSpPr>
          <p:nvPr/>
        </p:nvGrpSpPr>
        <p:grpSpPr bwMode="auto">
          <a:xfrm>
            <a:off x="8436794" y="3317129"/>
            <a:ext cx="1524000" cy="503237"/>
            <a:chOff x="4385" y="1481"/>
            <a:chExt cx="960" cy="317"/>
          </a:xfrm>
        </p:grpSpPr>
        <p:sp>
          <p:nvSpPr>
            <p:cNvPr id="47" name="Line 38"/>
            <p:cNvSpPr>
              <a:spLocks noChangeShapeType="1"/>
            </p:cNvSpPr>
            <p:nvPr/>
          </p:nvSpPr>
          <p:spPr bwMode="auto">
            <a:xfrm flipV="1">
              <a:off x="4385" y="1486"/>
              <a:ext cx="960" cy="312"/>
            </a:xfrm>
            <a:prstGeom prst="line">
              <a:avLst/>
            </a:prstGeom>
            <a:noFill/>
            <a:ln w="19050">
              <a:solidFill>
                <a:srgbClr val="990000"/>
              </a:solidFill>
              <a:prstDash val="lg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40"/>
            <p:cNvSpPr>
              <a:spLocks noChangeShapeType="1"/>
            </p:cNvSpPr>
            <p:nvPr/>
          </p:nvSpPr>
          <p:spPr bwMode="auto">
            <a:xfrm>
              <a:off x="5333" y="1481"/>
              <a:ext cx="0" cy="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Arc 43"/>
            <p:cNvSpPr>
              <a:spLocks/>
            </p:cNvSpPr>
            <p:nvPr/>
          </p:nvSpPr>
          <p:spPr bwMode="auto">
            <a:xfrm flipH="1">
              <a:off x="4606" y="1652"/>
              <a:ext cx="265" cy="141"/>
            </a:xfrm>
            <a:custGeom>
              <a:avLst/>
              <a:gdLst>
                <a:gd name="T0" fmla="*/ 2 w 21600"/>
                <a:gd name="T1" fmla="*/ 141 h 15194"/>
                <a:gd name="T2" fmla="*/ 50 w 21600"/>
                <a:gd name="T3" fmla="*/ 0 h 15194"/>
                <a:gd name="T4" fmla="*/ 265 w 21600"/>
                <a:gd name="T5" fmla="*/ 118 h 15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5194" fill="none" extrusionOk="0">
                  <a:moveTo>
                    <a:pt x="148" y="15194"/>
                  </a:moveTo>
                  <a:cubicBezTo>
                    <a:pt x="49" y="14354"/>
                    <a:pt x="0" y="13510"/>
                    <a:pt x="0" y="12665"/>
                  </a:cubicBezTo>
                  <a:cubicBezTo>
                    <a:pt x="0" y="8116"/>
                    <a:pt x="1435" y="3684"/>
                    <a:pt x="4102" y="0"/>
                  </a:cubicBezTo>
                </a:path>
                <a:path w="21600" h="15194" stroke="0" extrusionOk="0">
                  <a:moveTo>
                    <a:pt x="148" y="15194"/>
                  </a:moveTo>
                  <a:cubicBezTo>
                    <a:pt x="49" y="14354"/>
                    <a:pt x="0" y="13510"/>
                    <a:pt x="0" y="12665"/>
                  </a:cubicBezTo>
                  <a:cubicBezTo>
                    <a:pt x="0" y="8116"/>
                    <a:pt x="1435" y="3684"/>
                    <a:pt x="4102" y="0"/>
                  </a:cubicBezTo>
                  <a:lnTo>
                    <a:pt x="21600" y="12665"/>
                  </a:lnTo>
                  <a:lnTo>
                    <a:pt x="148" y="15194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Group 58"/>
          <p:cNvGrpSpPr>
            <a:grpSpLocks/>
          </p:cNvGrpSpPr>
          <p:nvPr/>
        </p:nvGrpSpPr>
        <p:grpSpPr bwMode="auto">
          <a:xfrm>
            <a:off x="8049444" y="3159966"/>
            <a:ext cx="1096962" cy="977900"/>
            <a:chOff x="4141" y="1382"/>
            <a:chExt cx="691" cy="616"/>
          </a:xfrm>
        </p:grpSpPr>
        <p:sp>
          <p:nvSpPr>
            <p:cNvPr id="51" name="Arc 29"/>
            <p:cNvSpPr>
              <a:spLocks/>
            </p:cNvSpPr>
            <p:nvPr/>
          </p:nvSpPr>
          <p:spPr bwMode="auto">
            <a:xfrm flipH="1" flipV="1">
              <a:off x="4141" y="1382"/>
              <a:ext cx="669" cy="556"/>
            </a:xfrm>
            <a:custGeom>
              <a:avLst/>
              <a:gdLst>
                <a:gd name="T0" fmla="*/ 0 w 28020"/>
                <a:gd name="T1" fmla="*/ 262 h 21600"/>
                <a:gd name="T2" fmla="*/ 669 w 28020"/>
                <a:gd name="T3" fmla="*/ 59 h 21600"/>
                <a:gd name="T4" fmla="*/ 438 w 28020"/>
                <a:gd name="T5" fmla="*/ 55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020" h="21600" fill="none" extrusionOk="0">
                  <a:moveTo>
                    <a:pt x="-1" y="10174"/>
                  </a:moveTo>
                  <a:cubicBezTo>
                    <a:pt x="3944" y="3846"/>
                    <a:pt x="10873" y="0"/>
                    <a:pt x="18331" y="0"/>
                  </a:cubicBezTo>
                  <a:cubicBezTo>
                    <a:pt x="21695" y="0"/>
                    <a:pt x="25013" y="785"/>
                    <a:pt x="28020" y="2294"/>
                  </a:cubicBezTo>
                </a:path>
                <a:path w="28020" h="21600" stroke="0" extrusionOk="0">
                  <a:moveTo>
                    <a:pt x="-1" y="10174"/>
                  </a:moveTo>
                  <a:cubicBezTo>
                    <a:pt x="3944" y="3846"/>
                    <a:pt x="10873" y="0"/>
                    <a:pt x="18331" y="0"/>
                  </a:cubicBezTo>
                  <a:cubicBezTo>
                    <a:pt x="21695" y="0"/>
                    <a:pt x="25013" y="785"/>
                    <a:pt x="28020" y="2294"/>
                  </a:cubicBezTo>
                  <a:lnTo>
                    <a:pt x="18331" y="21600"/>
                  </a:lnTo>
                  <a:lnTo>
                    <a:pt x="-1" y="10174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2" name="Object 44"/>
            <p:cNvGraphicFramePr>
              <a:graphicFrameLocks noChangeAspect="1"/>
            </p:cNvGraphicFramePr>
            <p:nvPr/>
          </p:nvGraphicFramePr>
          <p:xfrm>
            <a:off x="4608" y="1855"/>
            <a:ext cx="22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409641" imgH="257323" progId="Equation.3">
                    <p:embed/>
                  </p:oleObj>
                </mc:Choice>
                <mc:Fallback>
                  <p:oleObj name="公式" r:id="rId31" imgW="409641" imgH="257323" progId="Equation.3">
                    <p:embed/>
                    <p:pic>
                      <p:nvPicPr>
                        <p:cNvPr id="52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855"/>
                          <a:ext cx="224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Group 57"/>
          <p:cNvGrpSpPr>
            <a:grpSpLocks/>
          </p:cNvGrpSpPr>
          <p:nvPr/>
        </p:nvGrpSpPr>
        <p:grpSpPr bwMode="auto">
          <a:xfrm>
            <a:off x="7978006" y="3261566"/>
            <a:ext cx="1117600" cy="696913"/>
            <a:chOff x="4096" y="1446"/>
            <a:chExt cx="704" cy="439"/>
          </a:xfrm>
        </p:grpSpPr>
        <p:sp>
          <p:nvSpPr>
            <p:cNvPr id="55" name="Arc 27"/>
            <p:cNvSpPr>
              <a:spLocks/>
            </p:cNvSpPr>
            <p:nvPr/>
          </p:nvSpPr>
          <p:spPr bwMode="auto">
            <a:xfrm flipH="1">
              <a:off x="4096" y="1583"/>
              <a:ext cx="704" cy="302"/>
            </a:xfrm>
            <a:custGeom>
              <a:avLst/>
              <a:gdLst>
                <a:gd name="T0" fmla="*/ 0 w 34749"/>
                <a:gd name="T1" fmla="*/ 61 h 22182"/>
                <a:gd name="T2" fmla="*/ 704 w 34749"/>
                <a:gd name="T3" fmla="*/ 302 h 22182"/>
                <a:gd name="T4" fmla="*/ 266 w 34749"/>
                <a:gd name="T5" fmla="*/ 294 h 221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749" h="22182" fill="none" extrusionOk="0">
                  <a:moveTo>
                    <a:pt x="-1" y="4463"/>
                  </a:moveTo>
                  <a:cubicBezTo>
                    <a:pt x="3772" y="1568"/>
                    <a:pt x="8394" y="0"/>
                    <a:pt x="13149" y="0"/>
                  </a:cubicBezTo>
                  <a:cubicBezTo>
                    <a:pt x="25078" y="0"/>
                    <a:pt x="34749" y="9670"/>
                    <a:pt x="34749" y="21600"/>
                  </a:cubicBezTo>
                  <a:cubicBezTo>
                    <a:pt x="34749" y="21794"/>
                    <a:pt x="34746" y="21988"/>
                    <a:pt x="34741" y="22182"/>
                  </a:cubicBezTo>
                </a:path>
                <a:path w="34749" h="22182" stroke="0" extrusionOk="0">
                  <a:moveTo>
                    <a:pt x="-1" y="4463"/>
                  </a:moveTo>
                  <a:cubicBezTo>
                    <a:pt x="3772" y="1568"/>
                    <a:pt x="8394" y="0"/>
                    <a:pt x="13149" y="0"/>
                  </a:cubicBezTo>
                  <a:cubicBezTo>
                    <a:pt x="25078" y="0"/>
                    <a:pt x="34749" y="9670"/>
                    <a:pt x="34749" y="21600"/>
                  </a:cubicBezTo>
                  <a:cubicBezTo>
                    <a:pt x="34749" y="21794"/>
                    <a:pt x="34746" y="21988"/>
                    <a:pt x="34741" y="22182"/>
                  </a:cubicBezTo>
                  <a:lnTo>
                    <a:pt x="13149" y="21600"/>
                  </a:lnTo>
                  <a:lnTo>
                    <a:pt x="-1" y="4463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 type="oval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6" name="Object 45"/>
            <p:cNvGraphicFramePr>
              <a:graphicFrameLocks noChangeAspect="1"/>
            </p:cNvGraphicFramePr>
            <p:nvPr/>
          </p:nvGraphicFramePr>
          <p:xfrm>
            <a:off x="4451" y="1446"/>
            <a:ext cx="224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409641" imgH="285723" progId="Equation.3">
                    <p:embed/>
                  </p:oleObj>
                </mc:Choice>
                <mc:Fallback>
                  <p:oleObj name="公式" r:id="rId33" imgW="409641" imgH="285723" progId="Equation.3">
                    <p:embed/>
                    <p:pic>
                      <p:nvPicPr>
                        <p:cNvPr id="56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1446"/>
                          <a:ext cx="224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Group 55"/>
          <p:cNvGrpSpPr>
            <a:grpSpLocks/>
          </p:cNvGrpSpPr>
          <p:nvPr/>
        </p:nvGrpSpPr>
        <p:grpSpPr bwMode="auto">
          <a:xfrm>
            <a:off x="6600056" y="2717054"/>
            <a:ext cx="3835400" cy="1955800"/>
            <a:chOff x="3228" y="1103"/>
            <a:chExt cx="2416" cy="1232"/>
          </a:xfrm>
        </p:grpSpPr>
        <p:grpSp>
          <p:nvGrpSpPr>
            <p:cNvPr id="58" name="Group 54"/>
            <p:cNvGrpSpPr>
              <a:grpSpLocks/>
            </p:cNvGrpSpPr>
            <p:nvPr/>
          </p:nvGrpSpPr>
          <p:grpSpPr bwMode="auto">
            <a:xfrm>
              <a:off x="3228" y="1103"/>
              <a:ext cx="2416" cy="1232"/>
              <a:chOff x="3228" y="1103"/>
              <a:chExt cx="2416" cy="1232"/>
            </a:xfrm>
          </p:grpSpPr>
          <p:sp>
            <p:nvSpPr>
              <p:cNvPr id="60" name="Line 22"/>
              <p:cNvSpPr>
                <a:spLocks noChangeShapeType="1"/>
              </p:cNvSpPr>
              <p:nvPr/>
            </p:nvSpPr>
            <p:spPr bwMode="auto">
              <a:xfrm flipV="1">
                <a:off x="4380" y="1225"/>
                <a:ext cx="0" cy="1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Line 23"/>
              <p:cNvSpPr>
                <a:spLocks noChangeShapeType="1"/>
              </p:cNvSpPr>
              <p:nvPr/>
            </p:nvSpPr>
            <p:spPr bwMode="auto">
              <a:xfrm>
                <a:off x="3228" y="1795"/>
                <a:ext cx="228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Line 24"/>
              <p:cNvSpPr>
                <a:spLocks noChangeShapeType="1"/>
              </p:cNvSpPr>
              <p:nvPr/>
            </p:nvSpPr>
            <p:spPr bwMode="auto">
              <a:xfrm flipH="1">
                <a:off x="3426" y="1799"/>
                <a:ext cx="954" cy="30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Rectangle 25"/>
              <p:cNvSpPr>
                <a:spLocks noChangeArrowheads="1"/>
              </p:cNvSpPr>
              <p:nvPr/>
            </p:nvSpPr>
            <p:spPr bwMode="auto">
              <a:xfrm>
                <a:off x="5345" y="1745"/>
                <a:ext cx="29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</a:p>
            </p:txBody>
          </p:sp>
          <p:sp>
            <p:nvSpPr>
              <p:cNvPr id="64" name="Rectangle 26"/>
              <p:cNvSpPr>
                <a:spLocks noChangeArrowheads="1"/>
              </p:cNvSpPr>
              <p:nvPr/>
            </p:nvSpPr>
            <p:spPr bwMode="auto">
              <a:xfrm>
                <a:off x="4397" y="1103"/>
                <a:ext cx="37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y</a:t>
                </a:r>
              </a:p>
            </p:txBody>
          </p:sp>
          <p:sp>
            <p:nvSpPr>
              <p:cNvPr id="65" name="Line 36"/>
              <p:cNvSpPr>
                <a:spLocks noChangeShapeType="1"/>
              </p:cNvSpPr>
              <p:nvPr/>
            </p:nvSpPr>
            <p:spPr bwMode="auto">
              <a:xfrm>
                <a:off x="3426" y="2112"/>
                <a:ext cx="95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Line 37"/>
              <p:cNvSpPr>
                <a:spLocks noChangeShapeType="1"/>
              </p:cNvSpPr>
              <p:nvPr/>
            </p:nvSpPr>
            <p:spPr bwMode="auto">
              <a:xfrm>
                <a:off x="3426" y="1800"/>
                <a:ext cx="0" cy="3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67" name="Object 41"/>
              <p:cNvGraphicFramePr>
                <a:graphicFrameLocks noChangeAspect="1"/>
              </p:cNvGraphicFramePr>
              <p:nvPr/>
            </p:nvGraphicFramePr>
            <p:xfrm>
              <a:off x="3321" y="1640"/>
              <a:ext cx="326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419040" imgH="203040" progId="Equation.DSMT4">
                      <p:embed/>
                    </p:oleObj>
                  </mc:Choice>
                  <mc:Fallback>
                    <p:oleObj name="Equation" r:id="rId35" imgW="419040" imgH="203040" progId="Equation.DSMT4">
                      <p:embed/>
                      <p:pic>
                        <p:nvPicPr>
                          <p:cNvPr id="67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1" y="1640"/>
                            <a:ext cx="326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Object 42"/>
              <p:cNvGraphicFramePr>
                <a:graphicFrameLocks noChangeAspect="1"/>
              </p:cNvGraphicFramePr>
              <p:nvPr/>
            </p:nvGraphicFramePr>
            <p:xfrm>
              <a:off x="4427" y="2065"/>
              <a:ext cx="316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406080" imgH="203040" progId="Equation.DSMT4">
                      <p:embed/>
                    </p:oleObj>
                  </mc:Choice>
                  <mc:Fallback>
                    <p:oleObj name="Equation" r:id="rId37" imgW="406080" imgH="203040" progId="Equation.DSMT4">
                      <p:embed/>
                      <p:pic>
                        <p:nvPicPr>
                          <p:cNvPr id="68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7" y="2065"/>
                            <a:ext cx="316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9" name="Oval 28"/>
            <p:cNvSpPr>
              <a:spLocks noChangeArrowheads="1"/>
            </p:cNvSpPr>
            <p:nvPr/>
          </p:nvSpPr>
          <p:spPr bwMode="auto">
            <a:xfrm>
              <a:off x="3406" y="2092"/>
              <a:ext cx="39" cy="39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4" y="106363"/>
            <a:ext cx="460895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复数的模和辐角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96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847528" y="1712913"/>
          <a:ext cx="12001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0" imgH="253800" progId="Equation.DSMT4">
                  <p:embed/>
                </p:oleObj>
              </mc:Choice>
              <mc:Fallback>
                <p:oleObj name="Equation" r:id="rId3" imgW="533160" imgH="2538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1712913"/>
                        <a:ext cx="12001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9973778" y="1713706"/>
          <a:ext cx="13144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3920" imgH="253800" progId="Equation.DSMT4">
                  <p:embed/>
                </p:oleObj>
              </mc:Choice>
              <mc:Fallback>
                <p:oleObj name="Equation" r:id="rId5" imgW="583920" imgH="2538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3778" y="1713706"/>
                        <a:ext cx="13144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4444052" y="6075075"/>
          <a:ext cx="26574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80800" imgH="253800" progId="Equation.DSMT4">
                  <p:embed/>
                </p:oleObj>
              </mc:Choice>
              <mc:Fallback>
                <p:oleObj name="Equation" r:id="rId7" imgW="1180800" imgH="253800" progId="Equation.DSMT4">
                  <p:embed/>
                  <p:pic>
                    <p:nvPicPr>
                      <p:cNvPr id="45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4052" y="6075075"/>
                        <a:ext cx="2657475" cy="569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08031" y="920279"/>
          <a:ext cx="6000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400" imgH="190440" progId="Equation.DSMT4">
                  <p:embed/>
                </p:oleObj>
              </mc:Choice>
              <mc:Fallback>
                <p:oleObj name="Equation" r:id="rId9" imgW="266400" imgH="1904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31" y="920279"/>
                        <a:ext cx="6000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206602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577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906365" y="878298"/>
          <a:ext cx="4486276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190440" progId="Equation.DSMT4">
                  <p:embed/>
                </p:oleObj>
              </mc:Choice>
              <mc:Fallback>
                <p:oleObj name="Equation" r:id="rId3" imgW="1993680" imgH="1904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365" y="878298"/>
                        <a:ext cx="4486276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174764" y="2328432"/>
          <a:ext cx="185896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469800" progId="Equation.DSMT4">
                  <p:embed/>
                </p:oleObj>
              </mc:Choice>
              <mc:Fallback>
                <p:oleObj name="Equation" r:id="rId5" imgW="825480" imgH="4698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764" y="2328432"/>
                        <a:ext cx="185896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379969" y="2615265"/>
          <a:ext cx="47212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95200" imgH="203040" progId="Equation.DSMT4">
                  <p:embed/>
                </p:oleObj>
              </mc:Choice>
              <mc:Fallback>
                <p:oleObj name="Equation" r:id="rId7" imgW="2095200" imgH="203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969" y="2615265"/>
                        <a:ext cx="47212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283169"/>
              </p:ext>
            </p:extLst>
          </p:nvPr>
        </p:nvGraphicFramePr>
        <p:xfrm>
          <a:off x="1429503" y="3601898"/>
          <a:ext cx="26304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68200" imgH="190440" progId="Equation.DSMT4">
                  <p:embed/>
                </p:oleObj>
              </mc:Choice>
              <mc:Fallback>
                <p:oleObj name="Equation" r:id="rId9" imgW="1168200" imgH="1904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03" y="3601898"/>
                        <a:ext cx="26304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227053"/>
              </p:ext>
            </p:extLst>
          </p:nvPr>
        </p:nvGraphicFramePr>
        <p:xfrm>
          <a:off x="4267200" y="3602038"/>
          <a:ext cx="2828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57120" imgH="203040" progId="Equation.DSMT4">
                  <p:embed/>
                </p:oleObj>
              </mc:Choice>
              <mc:Fallback>
                <p:oleObj name="Equation" r:id="rId11" imgW="1257120" imgH="203040" progId="Equation.DSMT4">
                  <p:embed/>
                  <p:pic>
                    <p:nvPicPr>
                      <p:cNvPr id="56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602038"/>
                        <a:ext cx="2828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980559"/>
              </p:ext>
            </p:extLst>
          </p:nvPr>
        </p:nvGraphicFramePr>
        <p:xfrm>
          <a:off x="7601039" y="3602038"/>
          <a:ext cx="2514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17440" imgH="203040" progId="Equation.DSMT4">
                  <p:embed/>
                </p:oleObj>
              </mc:Choice>
              <mc:Fallback>
                <p:oleObj name="Equation" r:id="rId13" imgW="1117440" imgH="2030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1039" y="3602038"/>
                        <a:ext cx="2514600" cy="4540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noac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165466"/>
              </p:ext>
            </p:extLst>
          </p:nvPr>
        </p:nvGraphicFramePr>
        <p:xfrm>
          <a:off x="1379969" y="4508690"/>
          <a:ext cx="26876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93760" imgH="190440" progId="Equation.DSMT4">
                  <p:embed/>
                </p:oleObj>
              </mc:Choice>
              <mc:Fallback>
                <p:oleObj name="Equation" r:id="rId15" imgW="1193760" imgH="190440" progId="Equation.DSMT4">
                  <p:embed/>
                  <p:pic>
                    <p:nvPicPr>
                      <p:cNvPr id="21" name="对象 20">
                        <a:hlinkClick r:id="" action="ppaction://noaction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969" y="4508690"/>
                        <a:ext cx="26876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031209"/>
              </p:ext>
            </p:extLst>
          </p:nvPr>
        </p:nvGraphicFramePr>
        <p:xfrm>
          <a:off x="4352925" y="4481512"/>
          <a:ext cx="2743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18960" imgH="228600" progId="Equation.DSMT4">
                  <p:embed/>
                </p:oleObj>
              </mc:Choice>
              <mc:Fallback>
                <p:oleObj name="Equation" r:id="rId17" imgW="121896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4481512"/>
                        <a:ext cx="2743200" cy="5111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568858"/>
              </p:ext>
            </p:extLst>
          </p:nvPr>
        </p:nvGraphicFramePr>
        <p:xfrm>
          <a:off x="1409422" y="5345302"/>
          <a:ext cx="26304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68200" imgH="190440" progId="Equation.DSMT4">
                  <p:embed/>
                </p:oleObj>
              </mc:Choice>
              <mc:Fallback>
                <p:oleObj name="Equation" r:id="rId19" imgW="1168200" imgH="19044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422" y="5345302"/>
                        <a:ext cx="26304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63002"/>
              </p:ext>
            </p:extLst>
          </p:nvPr>
        </p:nvGraphicFramePr>
        <p:xfrm>
          <a:off x="4361319" y="5345302"/>
          <a:ext cx="11144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95000" imgH="203040" progId="Equation.DSMT4">
                  <p:embed/>
                </p:oleObj>
              </mc:Choice>
              <mc:Fallback>
                <p:oleObj name="Equation" r:id="rId21" imgW="495000" imgH="2030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319" y="5345302"/>
                        <a:ext cx="11144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461465"/>
              </p:ext>
            </p:extLst>
          </p:nvPr>
        </p:nvGraphicFramePr>
        <p:xfrm>
          <a:off x="7611740" y="5351436"/>
          <a:ext cx="2514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17440" imgH="203040" progId="Equation.DSMT4">
                  <p:embed/>
                </p:oleObj>
              </mc:Choice>
              <mc:Fallback>
                <p:oleObj name="Equation" r:id="rId23" imgW="1117440" imgH="2030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1740" y="5351436"/>
                        <a:ext cx="2514600" cy="4540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22626"/>
              </p:ext>
            </p:extLst>
          </p:nvPr>
        </p:nvGraphicFramePr>
        <p:xfrm>
          <a:off x="1343024" y="1640950"/>
          <a:ext cx="68675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047760" imgH="215640" progId="Equation.DSMT4">
                  <p:embed/>
                </p:oleObj>
              </mc:Choice>
              <mc:Fallback>
                <p:oleObj name="Equation" r:id="rId25" imgW="3047760" imgH="215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4" y="1640950"/>
                        <a:ext cx="68675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601679" y="4510088"/>
          <a:ext cx="14859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60240" imgH="203040" progId="Equation.DSMT4">
                  <p:embed/>
                </p:oleObj>
              </mc:Choice>
              <mc:Fallback>
                <p:oleObj name="Equation" r:id="rId27" imgW="660240" imgH="2030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1679" y="4510088"/>
                        <a:ext cx="1485900" cy="4540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4" y="106363"/>
            <a:ext cx="460895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复数的模和辐角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271F40A-B8E7-0892-95D1-7DC5D620C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549055"/>
              </p:ext>
            </p:extLst>
          </p:nvPr>
        </p:nvGraphicFramePr>
        <p:xfrm>
          <a:off x="6306872" y="6093296"/>
          <a:ext cx="24971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17440" imgH="203040" progId="Equation.DSMT4">
                  <p:embed/>
                </p:oleObj>
              </mc:Choice>
              <mc:Fallback>
                <p:oleObj name="Equation" r:id="rId29" imgW="1117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306872" y="6093296"/>
                        <a:ext cx="2497138" cy="454025"/>
                      </a:xfrm>
                      <a:prstGeom prst="rect">
                        <a:avLst/>
                      </a:prstGeom>
                      <a:solidFill>
                        <a:srgbClr val="FCE2AB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56340BF-6183-1DB2-6CFA-797DEE6B37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02944"/>
              </p:ext>
            </p:extLst>
          </p:nvPr>
        </p:nvGraphicFramePr>
        <p:xfrm>
          <a:off x="4605594" y="6093296"/>
          <a:ext cx="139045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622080" imgH="203040" progId="Equation.DSMT4">
                  <p:embed/>
                </p:oleObj>
              </mc:Choice>
              <mc:Fallback>
                <p:oleObj name="Equation" r:id="rId31" imgW="622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05594" y="6093296"/>
                        <a:ext cx="1390452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>
            <a:extLst>
              <a:ext uri="{FF2B5EF4-FFF2-40B4-BE49-F238E27FC236}">
                <a16:creationId xmlns:a16="http://schemas.microsoft.com/office/drawing/2014/main" id="{898361CB-CF45-6146-DD7C-671C7ECB7814}"/>
              </a:ext>
            </a:extLst>
          </p:cNvPr>
          <p:cNvGrpSpPr/>
          <p:nvPr/>
        </p:nvGrpSpPr>
        <p:grpSpPr>
          <a:xfrm>
            <a:off x="8616280" y="906079"/>
            <a:ext cx="2390776" cy="1673226"/>
            <a:chOff x="8616280" y="906079"/>
            <a:chExt cx="2390776" cy="1673226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EB1FF28D-89C0-6EBD-9EB7-BF21248FF428}"/>
                </a:ext>
              </a:extLst>
            </p:cNvPr>
            <p:cNvGrpSpPr/>
            <p:nvPr/>
          </p:nvGrpSpPr>
          <p:grpSpPr>
            <a:xfrm>
              <a:off x="8616280" y="906079"/>
              <a:ext cx="2390776" cy="1673226"/>
              <a:chOff x="8616280" y="906079"/>
              <a:chExt cx="2390776" cy="1673226"/>
            </a:xfrm>
          </p:grpSpPr>
          <p:grpSp>
            <p:nvGrpSpPr>
              <p:cNvPr id="4" name="Group 8">
                <a:extLst>
                  <a:ext uri="{FF2B5EF4-FFF2-40B4-BE49-F238E27FC236}">
                    <a16:creationId xmlns:a16="http://schemas.microsoft.com/office/drawing/2014/main" id="{F6103511-08A7-893C-409A-1098A30CDB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16280" y="906079"/>
                <a:ext cx="2390776" cy="1673226"/>
                <a:chOff x="3591" y="1680"/>
                <a:chExt cx="1506" cy="1054"/>
              </a:xfrm>
            </p:grpSpPr>
            <p:grpSp>
              <p:nvGrpSpPr>
                <p:cNvPr id="5" name="Group 9">
                  <a:extLst>
                    <a:ext uri="{FF2B5EF4-FFF2-40B4-BE49-F238E27FC236}">
                      <a16:creationId xmlns:a16="http://schemas.microsoft.com/office/drawing/2014/main" id="{8F852776-891C-B54C-D4EF-0368410F26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91" y="1990"/>
                  <a:ext cx="966" cy="744"/>
                  <a:chOff x="3639" y="3120"/>
                  <a:chExt cx="966" cy="744"/>
                </a:xfrm>
              </p:grpSpPr>
              <p:sp>
                <p:nvSpPr>
                  <p:cNvPr id="28" name="Line 10">
                    <a:extLst>
                      <a:ext uri="{FF2B5EF4-FFF2-40B4-BE49-F238E27FC236}">
                        <a16:creationId xmlns:a16="http://schemas.microsoft.com/office/drawing/2014/main" id="{4AE0A5E0-7159-64A7-6A7C-5760E3BDF3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86" y="3194"/>
                    <a:ext cx="0" cy="489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2"/>
                    </a:solidFill>
                    <a:prstDash val="lg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90000" tIns="46800" rIns="90000" bIns="46800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9" name="Line 11">
                    <a:extLst>
                      <a:ext uri="{FF2B5EF4-FFF2-40B4-BE49-F238E27FC236}">
                        <a16:creationId xmlns:a16="http://schemas.microsoft.com/office/drawing/2014/main" id="{1A24CA4E-7E19-ACE9-1150-EA41914714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14" y="3194"/>
                    <a:ext cx="67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2"/>
                    </a:solidFill>
                    <a:prstDash val="lg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90000" tIns="46800" rIns="90000" bIns="46800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aphicFrame>
                <p:nvGraphicFramePr>
                  <p:cNvPr id="30" name="Object 12">
                    <a:extLst>
                      <a:ext uri="{FF2B5EF4-FFF2-40B4-BE49-F238E27FC236}">
                        <a16:creationId xmlns:a16="http://schemas.microsoft.com/office/drawing/2014/main" id="{DC4C5706-796C-F285-FBEA-FE2CF8FCA55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438" y="3705"/>
                  <a:ext cx="167" cy="15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3" imgW="253800" imgH="241200" progId="Equation.3">
                          <p:embed/>
                        </p:oleObj>
                      </mc:Choice>
                      <mc:Fallback>
                        <p:oleObj name="Equation" r:id="rId33" imgW="253800" imgH="241200" progId="Equation.3">
                          <p:embed/>
                          <p:pic>
                            <p:nvPicPr>
                              <p:cNvPr id="4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38" y="3705"/>
                                <a:ext cx="167" cy="15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2" name="Object 13">
                    <a:extLst>
                      <a:ext uri="{FF2B5EF4-FFF2-40B4-BE49-F238E27FC236}">
                        <a16:creationId xmlns:a16="http://schemas.microsoft.com/office/drawing/2014/main" id="{2AE01217-87CB-9205-A03F-42B19C37B40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39" y="3120"/>
                  <a:ext cx="144" cy="1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5" imgW="253800" imgH="317160" progId="Equation.3">
                          <p:embed/>
                        </p:oleObj>
                      </mc:Choice>
                      <mc:Fallback>
                        <p:oleObj name="Equation" r:id="rId35" imgW="253800" imgH="317160" progId="Equation.3">
                          <p:embed/>
                          <p:pic>
                            <p:nvPicPr>
                              <p:cNvPr id="43" name="Object 1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39" y="3120"/>
                                <a:ext cx="144" cy="1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6" name="Group 14">
                  <a:extLst>
                    <a:ext uri="{FF2B5EF4-FFF2-40B4-BE49-F238E27FC236}">
                      <a16:creationId xmlns:a16="http://schemas.microsoft.com/office/drawing/2014/main" id="{7F02B797-2092-06C0-2351-E545DBAFA1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91" y="1680"/>
                  <a:ext cx="1506" cy="1035"/>
                  <a:chOff x="3639" y="2810"/>
                  <a:chExt cx="1506" cy="1035"/>
                </a:xfrm>
              </p:grpSpPr>
              <p:sp>
                <p:nvSpPr>
                  <p:cNvPr id="11" name="Line 15">
                    <a:extLst>
                      <a:ext uri="{FF2B5EF4-FFF2-40B4-BE49-F238E27FC236}">
                        <a16:creationId xmlns:a16="http://schemas.microsoft.com/office/drawing/2014/main" id="{62719C6A-5479-805D-6313-E0B7823AE6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39" y="3696"/>
                    <a:ext cx="1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90000" tIns="46800" rIns="90000" bIns="46800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" name="Line 16">
                    <a:extLst>
                      <a:ext uri="{FF2B5EF4-FFF2-40B4-BE49-F238E27FC236}">
                        <a16:creationId xmlns:a16="http://schemas.microsoft.com/office/drawing/2014/main" id="{B0061B78-47C9-3748-7B93-0DD72040BB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92" y="2928"/>
                    <a:ext cx="0" cy="91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90000" tIns="46800" rIns="90000" bIns="46800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aphicFrame>
                <p:nvGraphicFramePr>
                  <p:cNvPr id="14" name="Object 17">
                    <a:extLst>
                      <a:ext uri="{FF2B5EF4-FFF2-40B4-BE49-F238E27FC236}">
                        <a16:creationId xmlns:a16="http://schemas.microsoft.com/office/drawing/2014/main" id="{52AEA6AF-00BE-BF8B-A6AF-04BE4965BF0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954" y="3648"/>
                  <a:ext cx="191" cy="1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3" imgW="253800" imgH="241200" progId="Equation.3">
                          <p:embed/>
                        </p:oleObj>
                      </mc:Choice>
                      <mc:Fallback>
                        <p:oleObj name="Equation" r:id="rId33" imgW="253800" imgH="241200" progId="Equation.3">
                          <p:embed/>
                          <p:pic>
                            <p:nvPicPr>
                              <p:cNvPr id="36" name="Object 1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954" y="3648"/>
                                <a:ext cx="191" cy="1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5" name="Object 18">
                    <a:extLst>
                      <a:ext uri="{FF2B5EF4-FFF2-40B4-BE49-F238E27FC236}">
                        <a16:creationId xmlns:a16="http://schemas.microsoft.com/office/drawing/2014/main" id="{25D18F76-67A8-D861-450F-5713C54DDA1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39" y="2810"/>
                  <a:ext cx="162" cy="2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8" imgW="253800" imgH="317160" progId="Equation.3">
                          <p:embed/>
                        </p:oleObj>
                      </mc:Choice>
                      <mc:Fallback>
                        <p:oleObj name="Equation" r:id="rId38" imgW="253800" imgH="317160" progId="Equation.3">
                          <p:embed/>
                          <p:pic>
                            <p:nvPicPr>
                              <p:cNvPr id="37" name="Object 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39" y="2810"/>
                                <a:ext cx="162" cy="20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7" name="Object 19">
                    <a:extLst>
                      <a:ext uri="{FF2B5EF4-FFF2-40B4-BE49-F238E27FC236}">
                        <a16:creationId xmlns:a16="http://schemas.microsoft.com/office/drawing/2014/main" id="{DB11CA6F-F2E0-1557-3B9E-3BC065100219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39" y="3709"/>
                  <a:ext cx="122" cy="13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40" imgW="215640" imgH="241200" progId="Equation.3">
                          <p:embed/>
                        </p:oleObj>
                      </mc:Choice>
                      <mc:Fallback>
                        <p:oleObj name="Equation" r:id="rId40" imgW="215640" imgH="241200" progId="Equation.3">
                          <p:embed/>
                          <p:pic>
                            <p:nvPicPr>
                              <p:cNvPr id="39" name="Object 1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39" y="3709"/>
                                <a:ext cx="122" cy="1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7" name="Object 20">
                  <a:extLst>
                    <a:ext uri="{FF2B5EF4-FFF2-40B4-BE49-F238E27FC236}">
                      <a16:creationId xmlns:a16="http://schemas.microsoft.com/office/drawing/2014/main" id="{05C88BF5-D475-4ED9-E4F9-9A6DCE94A29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15350781"/>
                    </p:ext>
                  </p:extLst>
                </p:nvPr>
              </p:nvGraphicFramePr>
              <p:xfrm>
                <a:off x="4390" y="1724"/>
                <a:ext cx="704" cy="22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2" imgW="622080" imgH="203040" progId="Equation.DSMT4">
                        <p:embed/>
                      </p:oleObj>
                    </mc:Choice>
                    <mc:Fallback>
                      <p:oleObj name="Equation" r:id="rId42" imgW="622080" imgH="203040" progId="Equation.DSMT4">
                        <p:embed/>
                        <p:pic>
                          <p:nvPicPr>
                            <p:cNvPr id="32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90" y="1724"/>
                              <a:ext cx="704" cy="22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" name="Object 21">
                  <a:extLst>
                    <a:ext uri="{FF2B5EF4-FFF2-40B4-BE49-F238E27FC236}">
                      <a16:creationId xmlns:a16="http://schemas.microsoft.com/office/drawing/2014/main" id="{4E8E8A2E-B9B6-4032-C324-74A113E6728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33" y="1981"/>
                <a:ext cx="114" cy="1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4" imgW="291960" imgH="291960" progId="Equation.3">
                        <p:embed/>
                      </p:oleObj>
                    </mc:Choice>
                    <mc:Fallback>
                      <p:oleObj name="Equation" r:id="rId44" imgW="291960" imgH="291960" progId="Equation.3">
                        <p:embed/>
                        <p:pic>
                          <p:nvPicPr>
                            <p:cNvPr id="33" name="Object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33" y="1981"/>
                              <a:ext cx="114" cy="1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3" name="Line 22">
                <a:extLst>
                  <a:ext uri="{FF2B5EF4-FFF2-40B4-BE49-F238E27FC236}">
                    <a16:creationId xmlns:a16="http://schemas.microsoft.com/office/drawing/2014/main" id="{ADCDBAE7-DB3B-ADF6-7BB3-D26318DBD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59165" y="1507739"/>
                <a:ext cx="1081088" cy="79057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4" name="Object 23">
                <a:extLst>
                  <a:ext uri="{FF2B5EF4-FFF2-40B4-BE49-F238E27FC236}">
                    <a16:creationId xmlns:a16="http://schemas.microsoft.com/office/drawing/2014/main" id="{E2DBD3EC-53F4-8F31-2CBB-844BBA46ED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6884081"/>
                  </p:ext>
                </p:extLst>
              </p:nvPr>
            </p:nvGraphicFramePr>
            <p:xfrm>
              <a:off x="9120337" y="2040745"/>
              <a:ext cx="226287" cy="28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6" imgW="139680" imgH="177480" progId="Equation.DSMT4">
                      <p:embed/>
                    </p:oleObj>
                  </mc:Choice>
                  <mc:Fallback>
                    <p:oleObj name="Equation" r:id="rId46" imgW="139680" imgH="177480" progId="Equation.DSMT4">
                      <p:embed/>
                      <p:pic>
                        <p:nvPicPr>
                          <p:cNvPr id="45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0337" y="2040745"/>
                            <a:ext cx="226287" cy="288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" name="Arc 32">
                <a:extLst>
                  <a:ext uri="{FF2B5EF4-FFF2-40B4-BE49-F238E27FC236}">
                    <a16:creationId xmlns:a16="http://schemas.microsoft.com/office/drawing/2014/main" id="{E662AF93-8FD8-CF5B-AA09-E3EBE834C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96199" y="2191838"/>
                <a:ext cx="88900" cy="127000"/>
              </a:xfrm>
              <a:custGeom>
                <a:avLst/>
                <a:gdLst>
                  <a:gd name="T0" fmla="*/ 0 w 21600"/>
                  <a:gd name="T1" fmla="*/ 0 h 28735"/>
                  <a:gd name="T2" fmla="*/ 53 w 21600"/>
                  <a:gd name="T3" fmla="*/ 80 h 28735"/>
                  <a:gd name="T4" fmla="*/ 0 w 21600"/>
                  <a:gd name="T5" fmla="*/ 60 h 287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8735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4029"/>
                      <a:pt x="21190" y="26441"/>
                      <a:pt x="20387" y="28735"/>
                    </a:cubicBezTo>
                  </a:path>
                  <a:path w="21600" h="28735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4029"/>
                      <a:pt x="21190" y="26441"/>
                      <a:pt x="20387" y="2873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37" name="Object 23">
              <a:extLst>
                <a:ext uri="{FF2B5EF4-FFF2-40B4-BE49-F238E27FC236}">
                  <a16:creationId xmlns:a16="http://schemas.microsoft.com/office/drawing/2014/main" id="{61A9D264-6EBB-A90D-B837-0D85C1E27A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1991655"/>
                </p:ext>
              </p:extLst>
            </p:nvPr>
          </p:nvGraphicFramePr>
          <p:xfrm>
            <a:off x="9202862" y="1685542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203040" imgH="228600" progId="Equation.3">
                    <p:embed/>
                  </p:oleObj>
                </mc:Choice>
                <mc:Fallback>
                  <p:oleObj name="Equation" r:id="rId48" imgW="203040" imgH="228600" progId="Equation.3">
                    <p:embed/>
                    <p:pic>
                      <p:nvPicPr>
                        <p:cNvPr id="4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2862" y="1685542"/>
                          <a:ext cx="2032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  <p:extLst>
      <p:ext uri="{BB962C8B-B14F-4D97-AF65-F5344CB8AC3E}">
        <p14:creationId xmlns:p14="http://schemas.microsoft.com/office/powerpoint/2010/main" val="88760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446126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859007"/>
              </p:ext>
            </p:extLst>
          </p:nvPr>
        </p:nvGraphicFramePr>
        <p:xfrm>
          <a:off x="992752" y="1545151"/>
          <a:ext cx="56864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200" imgH="228600" progId="Equation.DSMT4">
                  <p:embed/>
                </p:oleObj>
              </mc:Choice>
              <mc:Fallback>
                <p:oleObj name="Equation" r:id="rId3" imgW="252720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752" y="1545151"/>
                        <a:ext cx="56864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067024"/>
              </p:ext>
            </p:extLst>
          </p:nvPr>
        </p:nvGraphicFramePr>
        <p:xfrm>
          <a:off x="1069975" y="2090738"/>
          <a:ext cx="41433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241200" progId="Equation.DSMT4">
                  <p:embed/>
                </p:oleObj>
              </mc:Choice>
              <mc:Fallback>
                <p:oleObj name="Equation" r:id="rId5" imgW="1841400" imgH="241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2090738"/>
                        <a:ext cx="41433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93720"/>
              </p:ext>
            </p:extLst>
          </p:nvPr>
        </p:nvGraphicFramePr>
        <p:xfrm>
          <a:off x="5832475" y="2090738"/>
          <a:ext cx="42576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92160" imgH="241200" progId="Equation.DSMT4">
                  <p:embed/>
                </p:oleObj>
              </mc:Choice>
              <mc:Fallback>
                <p:oleObj name="Equation" r:id="rId7" imgW="1892160" imgH="241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2090738"/>
                        <a:ext cx="42576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345049" y="2826823"/>
          <a:ext cx="5715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190440" progId="Equation.DSMT4">
                  <p:embed/>
                </p:oleObj>
              </mc:Choice>
              <mc:Fallback>
                <p:oleObj name="Equation" r:id="rId9" imgW="253800" imgH="1904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049" y="2826823"/>
                        <a:ext cx="5715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089518"/>
              </p:ext>
            </p:extLst>
          </p:nvPr>
        </p:nvGraphicFramePr>
        <p:xfrm>
          <a:off x="2152650" y="2827338"/>
          <a:ext cx="61150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17640" imgH="228600" progId="Equation.DSMT4">
                  <p:embed/>
                </p:oleObj>
              </mc:Choice>
              <mc:Fallback>
                <p:oleObj name="Equation" r:id="rId11" imgW="2717640" imgH="2286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2827338"/>
                        <a:ext cx="61150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444557"/>
              </p:ext>
            </p:extLst>
          </p:nvPr>
        </p:nvGraphicFramePr>
        <p:xfrm>
          <a:off x="2809760" y="3618786"/>
          <a:ext cx="48577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8920" imgH="228600" progId="Equation.DSMT4">
                  <p:embed/>
                </p:oleObj>
              </mc:Choice>
              <mc:Fallback>
                <p:oleObj name="Equation" r:id="rId13" imgW="215892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760" y="3618786"/>
                        <a:ext cx="48577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915947"/>
              </p:ext>
            </p:extLst>
          </p:nvPr>
        </p:nvGraphicFramePr>
        <p:xfrm>
          <a:off x="7680210" y="3632201"/>
          <a:ext cx="1714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61760" imgH="241200" progId="Equation.DSMT4">
                  <p:embed/>
                </p:oleObj>
              </mc:Choice>
              <mc:Fallback>
                <p:oleObj name="Equation" r:id="rId15" imgW="761760" imgH="241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210" y="3632201"/>
                        <a:ext cx="1714500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641542"/>
              </p:ext>
            </p:extLst>
          </p:nvPr>
        </p:nvGraphicFramePr>
        <p:xfrm>
          <a:off x="1539032" y="4383306"/>
          <a:ext cx="82010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44640" imgH="228600" progId="Equation.DSMT4">
                  <p:embed/>
                </p:oleObj>
              </mc:Choice>
              <mc:Fallback>
                <p:oleObj name="Equation" r:id="rId17" imgW="3644640" imgH="228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032" y="4383306"/>
                        <a:ext cx="82010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291072"/>
              </p:ext>
            </p:extLst>
          </p:nvPr>
        </p:nvGraphicFramePr>
        <p:xfrm>
          <a:off x="952501" y="4457443"/>
          <a:ext cx="5429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41200" imgH="190440" progId="Equation.DSMT4">
                  <p:embed/>
                </p:oleObj>
              </mc:Choice>
              <mc:Fallback>
                <p:oleObj name="Equation" r:id="rId19" imgW="241200" imgH="1904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1" y="4457443"/>
                        <a:ext cx="5429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58"/>
          <p:cNvGrpSpPr>
            <a:grpSpLocks/>
          </p:cNvGrpSpPr>
          <p:nvPr/>
        </p:nvGrpSpPr>
        <p:grpSpPr bwMode="auto">
          <a:xfrm>
            <a:off x="10246469" y="2668806"/>
            <a:ext cx="1263650" cy="1973262"/>
            <a:chOff x="3705" y="1151"/>
            <a:chExt cx="796" cy="1243"/>
          </a:xfrm>
        </p:grpSpPr>
        <p:sp>
          <p:nvSpPr>
            <p:cNvPr id="28" name="Line 21"/>
            <p:cNvSpPr>
              <a:spLocks noChangeShapeType="1"/>
            </p:cNvSpPr>
            <p:nvPr/>
          </p:nvSpPr>
          <p:spPr bwMode="auto">
            <a:xfrm flipV="1">
              <a:off x="3705" y="1278"/>
              <a:ext cx="492" cy="111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" name="Object 26"/>
            <p:cNvGraphicFramePr>
              <a:graphicFrameLocks noChangeAspect="1"/>
            </p:cNvGraphicFramePr>
            <p:nvPr/>
          </p:nvGraphicFramePr>
          <p:xfrm>
            <a:off x="4222" y="1151"/>
            <a:ext cx="27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520700" imgH="368300" progId="Equation.3">
                    <p:embed/>
                  </p:oleObj>
                </mc:Choice>
                <mc:Fallback>
                  <p:oleObj name="公式" r:id="rId21" imgW="520700" imgH="368300" progId="Equation.3">
                    <p:embed/>
                    <p:pic>
                      <p:nvPicPr>
                        <p:cNvPr id="29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2" y="1151"/>
                          <a:ext cx="279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Arc 37"/>
          <p:cNvSpPr>
            <a:spLocks/>
          </p:cNvSpPr>
          <p:nvPr/>
        </p:nvSpPr>
        <p:spPr bwMode="auto">
          <a:xfrm>
            <a:off x="10249644" y="4072156"/>
            <a:ext cx="573087" cy="577850"/>
          </a:xfrm>
          <a:custGeom>
            <a:avLst/>
            <a:gdLst>
              <a:gd name="T0" fmla="*/ 247039 w 19635"/>
              <a:gd name="T1" fmla="*/ 0 h 19873"/>
              <a:gd name="T2" fmla="*/ 573087 w 19635"/>
              <a:gd name="T3" fmla="*/ 316127 h 19873"/>
              <a:gd name="T4" fmla="*/ 0 w 19635"/>
              <a:gd name="T5" fmla="*/ 577850 h 198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635" h="19873" fill="none" extrusionOk="0">
                <a:moveTo>
                  <a:pt x="8463" y="0"/>
                </a:moveTo>
                <a:cubicBezTo>
                  <a:pt x="13411" y="2107"/>
                  <a:pt x="17394" y="5983"/>
                  <a:pt x="19635" y="10871"/>
                </a:cubicBezTo>
              </a:path>
              <a:path w="19635" h="19873" stroke="0" extrusionOk="0">
                <a:moveTo>
                  <a:pt x="8463" y="0"/>
                </a:moveTo>
                <a:cubicBezTo>
                  <a:pt x="13411" y="2107"/>
                  <a:pt x="17394" y="5983"/>
                  <a:pt x="19635" y="10871"/>
                </a:cubicBezTo>
                <a:lnTo>
                  <a:pt x="0" y="19873"/>
                </a:lnTo>
                <a:lnTo>
                  <a:pt x="8463" y="0"/>
                </a:lnTo>
                <a:close/>
              </a:path>
            </a:pathLst>
          </a:custGeom>
          <a:noFill/>
          <a:ln w="12700">
            <a:solidFill>
              <a:srgbClr val="006600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" name="Group 53"/>
          <p:cNvGrpSpPr>
            <a:grpSpLocks/>
          </p:cNvGrpSpPr>
          <p:nvPr/>
        </p:nvGrpSpPr>
        <p:grpSpPr bwMode="auto">
          <a:xfrm>
            <a:off x="10016281" y="2683093"/>
            <a:ext cx="1984375" cy="2328863"/>
            <a:chOff x="3560" y="1160"/>
            <a:chExt cx="1250" cy="1467"/>
          </a:xfrm>
        </p:grpSpPr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3564" y="2394"/>
              <a:ext cx="12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 flipV="1">
              <a:off x="3708" y="1176"/>
              <a:ext cx="0" cy="1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5" name="Group 52"/>
            <p:cNvGrpSpPr>
              <a:grpSpLocks/>
            </p:cNvGrpSpPr>
            <p:nvPr/>
          </p:nvGrpSpPr>
          <p:grpSpPr bwMode="auto">
            <a:xfrm>
              <a:off x="3560" y="1160"/>
              <a:ext cx="1250" cy="1393"/>
              <a:chOff x="3560" y="1160"/>
              <a:chExt cx="1250" cy="1393"/>
            </a:xfrm>
          </p:grpSpPr>
          <p:graphicFrame>
            <p:nvGraphicFramePr>
              <p:cNvPr id="36" name="Object 39"/>
              <p:cNvGraphicFramePr>
                <a:graphicFrameLocks noChangeAspect="1"/>
              </p:cNvGraphicFramePr>
              <p:nvPr/>
            </p:nvGraphicFramePr>
            <p:xfrm>
              <a:off x="3939" y="2217"/>
              <a:ext cx="129" cy="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3" imgW="291973" imgH="368140" progId="Equation.3">
                      <p:embed/>
                    </p:oleObj>
                  </mc:Choice>
                  <mc:Fallback>
                    <p:oleObj name="公式" r:id="rId23" imgW="291973" imgH="368140" progId="Equation.3">
                      <p:embed/>
                      <p:pic>
                        <p:nvPicPr>
                          <p:cNvPr id="36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9" y="2217"/>
                            <a:ext cx="129" cy="1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Line 22"/>
              <p:cNvSpPr>
                <a:spLocks noChangeShapeType="1"/>
              </p:cNvSpPr>
              <p:nvPr/>
            </p:nvSpPr>
            <p:spPr bwMode="auto">
              <a:xfrm flipV="1">
                <a:off x="3705" y="1767"/>
                <a:ext cx="720" cy="624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Line 24"/>
              <p:cNvSpPr>
                <a:spLocks noChangeShapeType="1"/>
              </p:cNvSpPr>
              <p:nvPr/>
            </p:nvSpPr>
            <p:spPr bwMode="auto">
              <a:xfrm flipV="1">
                <a:off x="3705" y="2142"/>
                <a:ext cx="582" cy="252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0" name="Object 27"/>
              <p:cNvGraphicFramePr>
                <a:graphicFrameLocks noChangeAspect="1"/>
              </p:cNvGraphicFramePr>
              <p:nvPr/>
            </p:nvGraphicFramePr>
            <p:xfrm>
              <a:off x="4295" y="2008"/>
              <a:ext cx="143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5" imgW="266584" imgH="368140" progId="Equation.3">
                      <p:embed/>
                    </p:oleObj>
                  </mc:Choice>
                  <mc:Fallback>
                    <p:oleObj name="公式" r:id="rId25" imgW="266584" imgH="368140" progId="Equation.3">
                      <p:embed/>
                      <p:pic>
                        <p:nvPicPr>
                          <p:cNvPr id="4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5" y="2008"/>
                            <a:ext cx="143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Object 28"/>
              <p:cNvGraphicFramePr>
                <a:graphicFrameLocks noChangeAspect="1"/>
              </p:cNvGraphicFramePr>
              <p:nvPr/>
            </p:nvGraphicFramePr>
            <p:xfrm>
              <a:off x="4429" y="1642"/>
              <a:ext cx="150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7" imgW="279400" imgH="368300" progId="Equation.3">
                      <p:embed/>
                    </p:oleObj>
                  </mc:Choice>
                  <mc:Fallback>
                    <p:oleObj name="公式" r:id="rId27" imgW="279400" imgH="368300" progId="Equation.3">
                      <p:embed/>
                      <p:pic>
                        <p:nvPicPr>
                          <p:cNvPr id="41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9" y="1642"/>
                            <a:ext cx="150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Object 29"/>
              <p:cNvGraphicFramePr>
                <a:graphicFrameLocks noChangeAspect="1"/>
              </p:cNvGraphicFramePr>
              <p:nvPr/>
            </p:nvGraphicFramePr>
            <p:xfrm>
              <a:off x="4687" y="2437"/>
              <a:ext cx="123" cy="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228501" imgH="215806" progId="Equation.3">
                      <p:embed/>
                    </p:oleObj>
                  </mc:Choice>
                  <mc:Fallback>
                    <p:oleObj name="公式" r:id="rId29" imgW="228501" imgH="215806" progId="Equation.3">
                      <p:embed/>
                      <p:pic>
                        <p:nvPicPr>
                          <p:cNvPr id="42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7" y="2437"/>
                            <a:ext cx="123" cy="1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30"/>
              <p:cNvGraphicFramePr>
                <a:graphicFrameLocks noChangeAspect="1"/>
              </p:cNvGraphicFramePr>
              <p:nvPr/>
            </p:nvGraphicFramePr>
            <p:xfrm>
              <a:off x="3560" y="1160"/>
              <a:ext cx="12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1" imgW="228600" imgH="279400" progId="Equation.3">
                      <p:embed/>
                    </p:oleObj>
                  </mc:Choice>
                  <mc:Fallback>
                    <p:oleObj name="公式" r:id="rId31" imgW="228600" imgH="279400" progId="Equation.3">
                      <p:embed/>
                      <p:pic>
                        <p:nvPicPr>
                          <p:cNvPr id="43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60" y="1160"/>
                            <a:ext cx="12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Arc 36"/>
              <p:cNvSpPr>
                <a:spLocks/>
              </p:cNvSpPr>
              <p:nvPr/>
            </p:nvSpPr>
            <p:spPr bwMode="auto">
              <a:xfrm>
                <a:off x="3707" y="2233"/>
                <a:ext cx="397" cy="162"/>
              </a:xfrm>
              <a:custGeom>
                <a:avLst/>
                <a:gdLst>
                  <a:gd name="T0" fmla="*/ 362 w 21600"/>
                  <a:gd name="T1" fmla="*/ 0 h 8870"/>
                  <a:gd name="T2" fmla="*/ 397 w 21600"/>
                  <a:gd name="T3" fmla="*/ 161 h 8870"/>
                  <a:gd name="T4" fmla="*/ 0 w 21600"/>
                  <a:gd name="T5" fmla="*/ 162 h 88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8870" fill="none" extrusionOk="0">
                    <a:moveTo>
                      <a:pt x="19694" y="0"/>
                    </a:moveTo>
                    <a:cubicBezTo>
                      <a:pt x="20940" y="2765"/>
                      <a:pt x="21589" y="5762"/>
                      <a:pt x="21599" y="8796"/>
                    </a:cubicBezTo>
                  </a:path>
                  <a:path w="21600" h="8870" stroke="0" extrusionOk="0">
                    <a:moveTo>
                      <a:pt x="19694" y="0"/>
                    </a:moveTo>
                    <a:cubicBezTo>
                      <a:pt x="20940" y="2765"/>
                      <a:pt x="21589" y="5762"/>
                      <a:pt x="21599" y="8796"/>
                    </a:cubicBezTo>
                    <a:lnTo>
                      <a:pt x="0" y="8870"/>
                    </a:lnTo>
                    <a:lnTo>
                      <a:pt x="19694" y="0"/>
                    </a:lnTo>
                    <a:close/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stealth" w="med" len="lg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Arc 38"/>
              <p:cNvSpPr>
                <a:spLocks/>
              </p:cNvSpPr>
              <p:nvPr/>
            </p:nvSpPr>
            <p:spPr bwMode="auto">
              <a:xfrm>
                <a:off x="3709" y="2239"/>
                <a:ext cx="227" cy="157"/>
              </a:xfrm>
              <a:custGeom>
                <a:avLst/>
                <a:gdLst>
                  <a:gd name="T0" fmla="*/ 164 w 21599"/>
                  <a:gd name="T1" fmla="*/ 0 h 14885"/>
                  <a:gd name="T2" fmla="*/ 227 w 21599"/>
                  <a:gd name="T3" fmla="*/ 154 h 14885"/>
                  <a:gd name="T4" fmla="*/ 0 w 21599"/>
                  <a:gd name="T5" fmla="*/ 157 h 148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14885" fill="none" extrusionOk="0">
                    <a:moveTo>
                      <a:pt x="15652" y="-1"/>
                    </a:moveTo>
                    <a:cubicBezTo>
                      <a:pt x="19412" y="3953"/>
                      <a:pt x="21536" y="9184"/>
                      <a:pt x="21598" y="14640"/>
                    </a:cubicBezTo>
                  </a:path>
                  <a:path w="21599" h="14885" stroke="0" extrusionOk="0">
                    <a:moveTo>
                      <a:pt x="15652" y="-1"/>
                    </a:moveTo>
                    <a:cubicBezTo>
                      <a:pt x="19412" y="3953"/>
                      <a:pt x="21536" y="9184"/>
                      <a:pt x="21598" y="14640"/>
                    </a:cubicBezTo>
                    <a:lnTo>
                      <a:pt x="0" y="14885"/>
                    </a:lnTo>
                    <a:lnTo>
                      <a:pt x="15652" y="-1"/>
                    </a:lnTo>
                    <a:close/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stealth" w="med" len="lg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6" name="Object 40"/>
              <p:cNvGraphicFramePr>
                <a:graphicFrameLocks noChangeAspect="1"/>
              </p:cNvGraphicFramePr>
              <p:nvPr/>
            </p:nvGraphicFramePr>
            <p:xfrm>
              <a:off x="4136" y="2210"/>
              <a:ext cx="125" cy="1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3" imgW="279400" imgH="368300" progId="Equation.3">
                      <p:embed/>
                    </p:oleObj>
                  </mc:Choice>
                  <mc:Fallback>
                    <p:oleObj name="公式" r:id="rId33" imgW="279400" imgH="368300" progId="Equation.3">
                      <p:embed/>
                      <p:pic>
                        <p:nvPicPr>
                          <p:cNvPr id="46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6" y="2210"/>
                            <a:ext cx="125" cy="1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009511"/>
              </p:ext>
            </p:extLst>
          </p:nvPr>
        </p:nvGraphicFramePr>
        <p:xfrm>
          <a:off x="992752" y="5000221"/>
          <a:ext cx="7286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238200" imgH="215640" progId="Equation.DSMT4">
                  <p:embed/>
                </p:oleObj>
              </mc:Choice>
              <mc:Fallback>
                <p:oleObj name="Equation" r:id="rId35" imgW="3238200" imgH="215640" progId="Equation.DSMT4">
                  <p:embed/>
                  <p:pic>
                    <p:nvPicPr>
                      <p:cNvPr id="47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752" y="5000221"/>
                        <a:ext cx="7286625" cy="4841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622376"/>
              </p:ext>
            </p:extLst>
          </p:nvPr>
        </p:nvGraphicFramePr>
        <p:xfrm>
          <a:off x="2211884" y="5588732"/>
          <a:ext cx="64293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857320" imgH="203040" progId="Equation.DSMT4">
                  <p:embed/>
                </p:oleObj>
              </mc:Choice>
              <mc:Fallback>
                <p:oleObj name="Equation" r:id="rId37" imgW="2857320" imgH="203040" progId="Equation.DSMT4">
                  <p:embed/>
                  <p:pic>
                    <p:nvPicPr>
                      <p:cNvPr id="48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884" y="5588732"/>
                        <a:ext cx="6429375" cy="4556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36401" y="2236927"/>
            <a:ext cx="3381375" cy="1504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6302" y="2360759"/>
            <a:ext cx="1133475" cy="1352550"/>
          </a:xfrm>
          <a:prstGeom prst="rect">
            <a:avLst/>
          </a:prstGeom>
        </p:spPr>
      </p:pic>
      <p:graphicFrame>
        <p:nvGraphicFramePr>
          <p:cNvPr id="50" name="Object 39"/>
          <p:cNvGraphicFramePr>
            <a:graphicFrameLocks noChangeAspect="1"/>
          </p:cNvGraphicFramePr>
          <p:nvPr/>
        </p:nvGraphicFramePr>
        <p:xfrm>
          <a:off x="10604085" y="3759223"/>
          <a:ext cx="286219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64880" imgH="228600" progId="Equation.DSMT4">
                  <p:embed/>
                </p:oleObj>
              </mc:Choice>
              <mc:Fallback>
                <p:oleObj name="Equation" r:id="rId41" imgW="164880" imgH="228600" progId="Equation.DSMT4">
                  <p:embed/>
                  <p:pic>
                    <p:nvPicPr>
                      <p:cNvPr id="5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085" y="3759223"/>
                        <a:ext cx="286219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4427619" y="944638"/>
          <a:ext cx="18367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901440" imgH="203040" progId="Equation.DSMT4">
                  <p:embed/>
                </p:oleObj>
              </mc:Choice>
              <mc:Fallback>
                <p:oleObj name="Equation" r:id="rId43" imgW="901440" imgH="203040" progId="Equation.DSMT4">
                  <p:embed/>
                  <p:pic>
                    <p:nvPicPr>
                      <p:cNvPr id="51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619" y="944638"/>
                        <a:ext cx="18367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614363" y="912813"/>
          <a:ext cx="34782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574640" imgH="203040" progId="Equation.DSMT4">
                  <p:embed/>
                </p:oleObj>
              </mc:Choice>
              <mc:Fallback>
                <p:oleObj name="Equation" r:id="rId45" imgW="1574640" imgH="20304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912813"/>
                        <a:ext cx="34782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C9C4391-BC5B-FDC3-9EFD-FE8BC2A3F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049822"/>
              </p:ext>
            </p:extLst>
          </p:nvPr>
        </p:nvGraphicFramePr>
        <p:xfrm>
          <a:off x="862112" y="6222167"/>
          <a:ext cx="59436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2641320" imgH="215640" progId="Equation.DSMT4">
                  <p:embed/>
                </p:oleObj>
              </mc:Choice>
              <mc:Fallback>
                <p:oleObj name="Equation" r:id="rId47" imgW="2641320" imgH="2156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112" y="6222167"/>
                        <a:ext cx="59436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箭头 14">
            <a:extLst>
              <a:ext uri="{FF2B5EF4-FFF2-40B4-BE49-F238E27FC236}">
                <a16:creationId xmlns:a16="http://schemas.microsoft.com/office/drawing/2014/main" id="{5A54DA46-8A15-2943-5122-90BEC04E7C71}"/>
              </a:ext>
            </a:extLst>
          </p:cNvPr>
          <p:cNvSpPr/>
          <p:nvPr/>
        </p:nvSpPr>
        <p:spPr>
          <a:xfrm>
            <a:off x="6845821" y="6320245"/>
            <a:ext cx="576064" cy="288032"/>
          </a:xfrm>
          <a:prstGeom prst="rightArrow">
            <a:avLst/>
          </a:prstGeom>
          <a:solidFill>
            <a:schemeClr val="accent1"/>
          </a:solidFill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2403C45-F711-1EBC-7794-B268D363AB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022732"/>
              </p:ext>
            </p:extLst>
          </p:nvPr>
        </p:nvGraphicFramePr>
        <p:xfrm>
          <a:off x="7461994" y="6190177"/>
          <a:ext cx="43434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930320" imgH="228600" progId="Equation.DSMT4">
                  <p:embed/>
                </p:oleObj>
              </mc:Choice>
              <mc:Fallback>
                <p:oleObj name="Equation" r:id="rId49" imgW="1930320" imgH="228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994" y="6190177"/>
                        <a:ext cx="43434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0445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994214" y="1021232"/>
          <a:ext cx="697622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720" imgH="190440" progId="Equation.DSMT4">
                  <p:embed/>
                </p:oleObj>
              </mc:Choice>
              <mc:Fallback>
                <p:oleObj name="Equation" r:id="rId3" imgW="342720" imgH="1904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214" y="1021232"/>
                        <a:ext cx="697622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202107"/>
              </p:ext>
            </p:extLst>
          </p:nvPr>
        </p:nvGraphicFramePr>
        <p:xfrm>
          <a:off x="1140315" y="1584375"/>
          <a:ext cx="64579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69920" imgH="253800" progId="Equation.DSMT4">
                  <p:embed/>
                </p:oleObj>
              </mc:Choice>
              <mc:Fallback>
                <p:oleObj name="Equation" r:id="rId5" imgW="2869920" imgH="2538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315" y="1584375"/>
                        <a:ext cx="64579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673813"/>
              </p:ext>
            </p:extLst>
          </p:nvPr>
        </p:nvGraphicFramePr>
        <p:xfrm>
          <a:off x="1140315" y="2132065"/>
          <a:ext cx="66579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58840" imgH="406080" progId="Equation.DSMT4">
                  <p:embed/>
                </p:oleObj>
              </mc:Choice>
              <mc:Fallback>
                <p:oleObj name="Equation" r:id="rId7" imgW="2958840" imgH="40608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315" y="2132065"/>
                        <a:ext cx="66579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678194"/>
              </p:ext>
            </p:extLst>
          </p:nvPr>
        </p:nvGraphicFramePr>
        <p:xfrm>
          <a:off x="1140315" y="3107092"/>
          <a:ext cx="66865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71800" imgH="228600" progId="Equation.DSMT4">
                  <p:embed/>
                </p:oleObj>
              </mc:Choice>
              <mc:Fallback>
                <p:oleObj name="Equation" r:id="rId9" imgW="297180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315" y="3107092"/>
                        <a:ext cx="66865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823321"/>
              </p:ext>
            </p:extLst>
          </p:nvPr>
        </p:nvGraphicFramePr>
        <p:xfrm>
          <a:off x="1110208" y="3795663"/>
          <a:ext cx="68580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7760" imgH="406080" progId="Equation.DSMT4">
                  <p:embed/>
                </p:oleObj>
              </mc:Choice>
              <mc:Fallback>
                <p:oleObj name="Equation" r:id="rId11" imgW="3047760" imgH="40608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0208" y="3795663"/>
                        <a:ext cx="685800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2424" y="836613"/>
            <a:ext cx="2054530" cy="2944623"/>
          </a:xfrm>
          <a:prstGeom prst="rect">
            <a:avLst/>
          </a:prstGeom>
        </p:spPr>
      </p:pic>
      <p:sp>
        <p:nvSpPr>
          <p:cNvPr id="1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62518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乘积与商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27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930275" y="1020763"/>
          <a:ext cx="8270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1020763"/>
                        <a:ext cx="8270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420392"/>
              </p:ext>
            </p:extLst>
          </p:nvPr>
        </p:nvGraphicFramePr>
        <p:xfrm>
          <a:off x="1928812" y="1020763"/>
          <a:ext cx="31718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203040" progId="Equation.DSMT4">
                  <p:embed/>
                </p:oleObj>
              </mc:Choice>
              <mc:Fallback>
                <p:oleObj name="Equation" r:id="rId5" imgW="1409400" imgH="203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2" y="1020763"/>
                        <a:ext cx="31718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917957"/>
              </p:ext>
            </p:extLst>
          </p:nvPr>
        </p:nvGraphicFramePr>
        <p:xfrm>
          <a:off x="1228725" y="1766888"/>
          <a:ext cx="74295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920" imgH="241200" progId="Equation.DSMT4">
                  <p:embed/>
                </p:oleObj>
              </mc:Choice>
              <mc:Fallback>
                <p:oleObj name="Equation" r:id="rId7" imgW="3301920" imgH="2412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1766888"/>
                        <a:ext cx="74295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047641"/>
              </p:ext>
            </p:extLst>
          </p:nvPr>
        </p:nvGraphicFramePr>
        <p:xfrm>
          <a:off x="1299013" y="2600325"/>
          <a:ext cx="474345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08160" imgH="241200" progId="Equation.DSMT4">
                  <p:embed/>
                </p:oleObj>
              </mc:Choice>
              <mc:Fallback>
                <p:oleObj name="Equation" r:id="rId9" imgW="2108160" imgH="2412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013" y="2600325"/>
                        <a:ext cx="4743450" cy="5381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乘积与商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358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750468" y="949342"/>
          <a:ext cx="15509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60" imgH="203040" progId="Equation.DSMT4">
                  <p:embed/>
                </p:oleObj>
              </mc:Choice>
              <mc:Fallback>
                <p:oleObj name="Equation" r:id="rId3" imgW="761760" imgH="2030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468" y="949342"/>
                        <a:ext cx="15509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367814"/>
              </p:ext>
            </p:extLst>
          </p:nvPr>
        </p:nvGraphicFramePr>
        <p:xfrm>
          <a:off x="1068762" y="1535260"/>
          <a:ext cx="56864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7200" imgH="228600" progId="Equation.DSMT4">
                  <p:embed/>
                </p:oleObj>
              </mc:Choice>
              <mc:Fallback>
                <p:oleObj name="Equation" r:id="rId5" imgW="2527200" imgH="22860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762" y="1535260"/>
                        <a:ext cx="56864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314256"/>
              </p:ext>
            </p:extLst>
          </p:nvPr>
        </p:nvGraphicFramePr>
        <p:xfrm>
          <a:off x="1069975" y="2090738"/>
          <a:ext cx="41433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41400" imgH="241200" progId="Equation.DSMT4">
                  <p:embed/>
                </p:oleObj>
              </mc:Choice>
              <mc:Fallback>
                <p:oleObj name="Equation" r:id="rId7" imgW="1841400" imgH="241200" progId="Equation.DSMT4">
                  <p:embed/>
                  <p:pic>
                    <p:nvPicPr>
                      <p:cNvPr id="53" name="对象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2090738"/>
                        <a:ext cx="41433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620274"/>
              </p:ext>
            </p:extLst>
          </p:nvPr>
        </p:nvGraphicFramePr>
        <p:xfrm>
          <a:off x="5832475" y="2090738"/>
          <a:ext cx="42576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92160" imgH="241200" progId="Equation.DSMT4">
                  <p:embed/>
                </p:oleObj>
              </mc:Choice>
              <mc:Fallback>
                <p:oleObj name="Equation" r:id="rId9" imgW="1892160" imgH="241200" progId="Equation.DSMT4">
                  <p:embed/>
                  <p:pic>
                    <p:nvPicPr>
                      <p:cNvPr id="54" name="对象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2090738"/>
                        <a:ext cx="42576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1068762" y="3208500"/>
          <a:ext cx="9144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06080" imgH="203040" progId="Equation.DSMT4">
                  <p:embed/>
                </p:oleObj>
              </mc:Choice>
              <mc:Fallback>
                <p:oleObj name="Equation" r:id="rId11" imgW="406080" imgH="203040" progId="Equation.DSMT4">
                  <p:embed/>
                  <p:pic>
                    <p:nvPicPr>
                      <p:cNvPr id="55" name="对象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762" y="3208500"/>
                        <a:ext cx="9144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654673"/>
              </p:ext>
            </p:extLst>
          </p:nvPr>
        </p:nvGraphicFramePr>
        <p:xfrm>
          <a:off x="2036027" y="2994500"/>
          <a:ext cx="20288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01440" imgH="444240" progId="Equation.DSMT4">
                  <p:embed/>
                </p:oleObj>
              </mc:Choice>
              <mc:Fallback>
                <p:oleObj name="Equation" r:id="rId13" imgW="901440" imgH="444240" progId="Equation.DSMT4">
                  <p:embed/>
                  <p:pic>
                    <p:nvPicPr>
                      <p:cNvPr id="56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027" y="2994500"/>
                        <a:ext cx="202882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667060"/>
              </p:ext>
            </p:extLst>
          </p:nvPr>
        </p:nvGraphicFramePr>
        <p:xfrm>
          <a:off x="4283168" y="3244248"/>
          <a:ext cx="5429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1200" imgH="190440" progId="Equation.DSMT4">
                  <p:embed/>
                </p:oleObj>
              </mc:Choice>
              <mc:Fallback>
                <p:oleObj name="Equation" r:id="rId15" imgW="241200" imgH="190440" progId="Equation.DSMT4">
                  <p:embed/>
                  <p:pic>
                    <p:nvPicPr>
                      <p:cNvPr id="58" name="对象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168" y="3244248"/>
                        <a:ext cx="5429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570900"/>
              </p:ext>
            </p:extLst>
          </p:nvPr>
        </p:nvGraphicFramePr>
        <p:xfrm>
          <a:off x="4890542" y="2951637"/>
          <a:ext cx="13716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09480" imgH="482400" progId="Equation.DSMT4">
                  <p:embed/>
                </p:oleObj>
              </mc:Choice>
              <mc:Fallback>
                <p:oleObj name="Equation" r:id="rId17" imgW="609480" imgH="482400" progId="Equation.DSMT4">
                  <p:embed/>
                  <p:pic>
                    <p:nvPicPr>
                      <p:cNvPr id="59" name="对象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0542" y="2951637"/>
                        <a:ext cx="13716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244291"/>
              </p:ext>
            </p:extLst>
          </p:nvPr>
        </p:nvGraphicFramePr>
        <p:xfrm>
          <a:off x="6487610" y="2976938"/>
          <a:ext cx="56578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14600" imgH="444240" progId="Equation.DSMT4">
                  <p:embed/>
                </p:oleObj>
              </mc:Choice>
              <mc:Fallback>
                <p:oleObj name="Equation" r:id="rId19" imgW="2514600" imgH="444240" progId="Equation.DSMT4">
                  <p:embed/>
                  <p:pic>
                    <p:nvPicPr>
                      <p:cNvPr id="60" name="对象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7610" y="2976938"/>
                        <a:ext cx="56578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/>
        </p:nvGraphicFramePr>
        <p:xfrm>
          <a:off x="1136434" y="4467595"/>
          <a:ext cx="66008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933640" imgH="215640" progId="Equation.DSMT4">
                  <p:embed/>
                </p:oleObj>
              </mc:Choice>
              <mc:Fallback>
                <p:oleObj name="Equation" r:id="rId21" imgW="2933640" imgH="215640" progId="Equation.DSMT4">
                  <p:embed/>
                  <p:pic>
                    <p:nvPicPr>
                      <p:cNvPr id="61" name="对象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434" y="4467595"/>
                        <a:ext cx="6600825" cy="4841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/>
        </p:nvGraphicFramePr>
        <p:xfrm>
          <a:off x="2351584" y="5059804"/>
          <a:ext cx="60864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05040" imgH="203040" progId="Equation.DSMT4">
                  <p:embed/>
                </p:oleObj>
              </mc:Choice>
              <mc:Fallback>
                <p:oleObj name="Equation" r:id="rId23" imgW="2705040" imgH="203040" progId="Equation.DSMT4">
                  <p:embed/>
                  <p:pic>
                    <p:nvPicPr>
                      <p:cNvPr id="62" name="对象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5059804"/>
                        <a:ext cx="6086475" cy="4556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095034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乘积与商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25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849319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742544"/>
              </p:ext>
            </p:extLst>
          </p:nvPr>
        </p:nvGraphicFramePr>
        <p:xfrm>
          <a:off x="747713" y="1103313"/>
          <a:ext cx="14287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203040" progId="Equation.DSMT4">
                  <p:embed/>
                </p:oleObj>
              </mc:Choice>
              <mc:Fallback>
                <p:oleObj name="Equation" r:id="rId3" imgW="634680" imgH="20304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1103313"/>
                        <a:ext cx="14287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410649"/>
              </p:ext>
            </p:extLst>
          </p:nvPr>
        </p:nvGraphicFramePr>
        <p:xfrm>
          <a:off x="2284945" y="1093368"/>
          <a:ext cx="7315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51160" imgH="228600" progId="Equation.DSMT4">
                  <p:embed/>
                </p:oleObj>
              </mc:Choice>
              <mc:Fallback>
                <p:oleObj name="Equation" r:id="rId5" imgW="3251160" imgH="228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945" y="1093368"/>
                        <a:ext cx="7315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776349"/>
              </p:ext>
            </p:extLst>
          </p:nvPr>
        </p:nvGraphicFramePr>
        <p:xfrm>
          <a:off x="1589777" y="1995921"/>
          <a:ext cx="81153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06480" imgH="228600" progId="Equation.DSMT4">
                  <p:embed/>
                </p:oleObj>
              </mc:Choice>
              <mc:Fallback>
                <p:oleObj name="Equation" r:id="rId7" imgW="3606480" imgH="2286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777" y="1995921"/>
                        <a:ext cx="81153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346998"/>
              </p:ext>
            </p:extLst>
          </p:nvPr>
        </p:nvGraphicFramePr>
        <p:xfrm>
          <a:off x="6720606" y="2647398"/>
          <a:ext cx="49434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97080" imgH="419040" progId="Equation.DSMT4">
                  <p:embed/>
                </p:oleObj>
              </mc:Choice>
              <mc:Fallback>
                <p:oleObj name="Equation" r:id="rId9" imgW="2197080" imgH="4190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0606" y="2647398"/>
                        <a:ext cx="49434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593519"/>
              </p:ext>
            </p:extLst>
          </p:nvPr>
        </p:nvGraphicFramePr>
        <p:xfrm>
          <a:off x="1462088" y="3740685"/>
          <a:ext cx="41148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241200" progId="Equation.DSMT4">
                  <p:embed/>
                </p:oleObj>
              </mc:Choice>
              <mc:Fallback>
                <p:oleObj name="Equation" r:id="rId11" imgW="1828800" imgH="2412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3740685"/>
                        <a:ext cx="41148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986187"/>
              </p:ext>
            </p:extLst>
          </p:nvPr>
        </p:nvGraphicFramePr>
        <p:xfrm>
          <a:off x="1624013" y="2797659"/>
          <a:ext cx="50863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60440" imgH="291960" progId="Equation.DSMT4">
                  <p:embed/>
                </p:oleObj>
              </mc:Choice>
              <mc:Fallback>
                <p:oleObj name="Equation" r:id="rId13" imgW="2260440" imgH="29196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2797659"/>
                        <a:ext cx="508635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463603"/>
              </p:ext>
            </p:extLst>
          </p:nvPr>
        </p:nvGraphicFramePr>
        <p:xfrm>
          <a:off x="6710363" y="3717925"/>
          <a:ext cx="48577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58920" imgH="228600" progId="Equation.DSMT4">
                  <p:embed/>
                </p:oleObj>
              </mc:Choice>
              <mc:Fallback>
                <p:oleObj name="Equation" r:id="rId15" imgW="2158920" imgH="228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3" y="3717925"/>
                        <a:ext cx="4857750" cy="5111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右箭头 23"/>
          <p:cNvSpPr/>
          <p:nvPr/>
        </p:nvSpPr>
        <p:spPr>
          <a:xfrm>
            <a:off x="5843670" y="3833190"/>
            <a:ext cx="576064" cy="288032"/>
          </a:xfrm>
          <a:prstGeom prst="rightArrow">
            <a:avLst/>
          </a:prstGeom>
          <a:solidFill>
            <a:schemeClr val="accent1"/>
          </a:solidFill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595801"/>
              </p:ext>
            </p:extLst>
          </p:nvPr>
        </p:nvGraphicFramePr>
        <p:xfrm>
          <a:off x="7339013" y="4460875"/>
          <a:ext cx="36004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00200" imgH="215640" progId="Equation.DSMT4">
                  <p:embed/>
                </p:oleObj>
              </mc:Choice>
              <mc:Fallback>
                <p:oleObj name="Equation" r:id="rId17" imgW="1600200" imgH="2156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9013" y="4460875"/>
                        <a:ext cx="3600450" cy="4826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7692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74700" y="969963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969963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16217" y="1729778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00" imgH="203040" progId="Equation.DSMT4">
                  <p:embed/>
                </p:oleObj>
              </mc:Choice>
              <mc:Fallback>
                <p:oleObj name="Equation" r:id="rId5" imgW="253800" imgH="20304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217" y="1729778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22840"/>
              </p:ext>
            </p:extLst>
          </p:nvPr>
        </p:nvGraphicFramePr>
        <p:xfrm>
          <a:off x="1655763" y="963613"/>
          <a:ext cx="30289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6040" imgH="228600" progId="Equation.DSMT4">
                  <p:embed/>
                </p:oleObj>
              </mc:Choice>
              <mc:Fallback>
                <p:oleObj name="Equation" r:id="rId7" imgW="134604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963613"/>
                        <a:ext cx="30289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457284"/>
              </p:ext>
            </p:extLst>
          </p:nvPr>
        </p:nvGraphicFramePr>
        <p:xfrm>
          <a:off x="1876425" y="1474788"/>
          <a:ext cx="32575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47560" imgH="457200" progId="Equation.DSMT4">
                  <p:embed/>
                </p:oleObj>
              </mc:Choice>
              <mc:Fallback>
                <p:oleObj name="Equation" r:id="rId9" imgW="1447560" imgH="457200" progId="Equation.DSMT4">
                  <p:embed/>
                  <p:pic>
                    <p:nvPicPr>
                      <p:cNvPr id="47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1474788"/>
                        <a:ext cx="325755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387298"/>
              </p:ext>
            </p:extLst>
          </p:nvPr>
        </p:nvGraphicFramePr>
        <p:xfrm>
          <a:off x="5235575" y="1484313"/>
          <a:ext cx="30861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444240" progId="Equation.DSMT4">
                  <p:embed/>
                </p:oleObj>
              </mc:Choice>
              <mc:Fallback>
                <p:oleObj name="Equation" r:id="rId11" imgW="1371600" imgH="444240" progId="Equation.DSMT4">
                  <p:embed/>
                  <p:pic>
                    <p:nvPicPr>
                      <p:cNvPr id="48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75" y="1484313"/>
                        <a:ext cx="308610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784111"/>
              </p:ext>
            </p:extLst>
          </p:nvPr>
        </p:nvGraphicFramePr>
        <p:xfrm>
          <a:off x="1839913" y="2733675"/>
          <a:ext cx="325755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47560" imgH="457200" progId="Equation.DSMT4">
                  <p:embed/>
                </p:oleObj>
              </mc:Choice>
              <mc:Fallback>
                <p:oleObj name="Equation" r:id="rId13" imgW="1447560" imgH="457200" progId="Equation.DSMT4">
                  <p:embed/>
                  <p:pic>
                    <p:nvPicPr>
                      <p:cNvPr id="49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2733675"/>
                        <a:ext cx="325755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183191"/>
              </p:ext>
            </p:extLst>
          </p:nvPr>
        </p:nvGraphicFramePr>
        <p:xfrm>
          <a:off x="5154613" y="2724150"/>
          <a:ext cx="42862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760" imgH="457200" progId="Equation.DSMT4">
                  <p:embed/>
                </p:oleObj>
              </mc:Choice>
              <mc:Fallback>
                <p:oleObj name="Equation" r:id="rId15" imgW="1904760" imgH="457200" progId="Equation.DSMT4">
                  <p:embed/>
                  <p:pic>
                    <p:nvPicPr>
                      <p:cNvPr id="5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2724150"/>
                        <a:ext cx="42862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867405"/>
              </p:ext>
            </p:extLst>
          </p:nvPr>
        </p:nvGraphicFramePr>
        <p:xfrm>
          <a:off x="1854200" y="3998913"/>
          <a:ext cx="26003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55600" imgH="228600" progId="Equation.DSMT4">
                  <p:embed/>
                </p:oleObj>
              </mc:Choice>
              <mc:Fallback>
                <p:oleObj name="Equation" r:id="rId17" imgW="1155600" imgH="228600" progId="Equation.DSMT4">
                  <p:embed/>
                  <p:pic>
                    <p:nvPicPr>
                      <p:cNvPr id="51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3998913"/>
                        <a:ext cx="26003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849319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D8E641D-586A-2E14-9621-4FC477DDB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126142"/>
              </p:ext>
            </p:extLst>
          </p:nvPr>
        </p:nvGraphicFramePr>
        <p:xfrm>
          <a:off x="8321675" y="1471027"/>
          <a:ext cx="1243161" cy="730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81338" imgH="399784" progId="Equation.DSMT4">
                  <p:embed/>
                </p:oleObj>
              </mc:Choice>
              <mc:Fallback>
                <p:oleObj name="Equation" r:id="rId19" imgW="681338" imgH="3997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321675" y="1471027"/>
                        <a:ext cx="1243161" cy="730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90C6849-FF96-EE4A-F512-0F2D632BDB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387838"/>
              </p:ext>
            </p:extLst>
          </p:nvPr>
        </p:nvGraphicFramePr>
        <p:xfrm>
          <a:off x="9440863" y="2704389"/>
          <a:ext cx="13811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71320" imgH="304560" progId="Equation.DSMT4">
                  <p:embed/>
                </p:oleObj>
              </mc:Choice>
              <mc:Fallback>
                <p:oleObj name="Equation" r:id="rId21" imgW="5713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440863" y="2704389"/>
                        <a:ext cx="1381125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29E4E09-F174-86DD-26CB-592041681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420471"/>
              </p:ext>
            </p:extLst>
          </p:nvPr>
        </p:nvGraphicFramePr>
        <p:xfrm>
          <a:off x="4419361" y="3824718"/>
          <a:ext cx="2359264" cy="730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66680" imgH="330120" progId="Equation.DSMT4">
                  <p:embed/>
                </p:oleObj>
              </mc:Choice>
              <mc:Fallback>
                <p:oleObj name="Equation" r:id="rId23" imgW="1066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19361" y="3824718"/>
                        <a:ext cx="2359264" cy="730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F8749B1-F26E-1272-3819-A9859531D4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576211"/>
              </p:ext>
            </p:extLst>
          </p:nvPr>
        </p:nvGraphicFramePr>
        <p:xfrm>
          <a:off x="4163219" y="4625247"/>
          <a:ext cx="1868487" cy="906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63280" imgH="419040" progId="Equation.DSMT4">
                  <p:embed/>
                </p:oleObj>
              </mc:Choice>
              <mc:Fallback>
                <p:oleObj name="Equation" r:id="rId25" imgW="863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63219" y="4625247"/>
                        <a:ext cx="1868487" cy="906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826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343025" y="1137806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1137806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767935"/>
              </p:ext>
            </p:extLst>
          </p:nvPr>
        </p:nvGraphicFramePr>
        <p:xfrm>
          <a:off x="2249488" y="1635125"/>
          <a:ext cx="72580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25600" imgH="457200" progId="Equation.DSMT4">
                  <p:embed/>
                </p:oleObj>
              </mc:Choice>
              <mc:Fallback>
                <p:oleObj name="Equation" r:id="rId5" imgW="3225600" imgH="4572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1635125"/>
                        <a:ext cx="72580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783632" y="2941536"/>
          <a:ext cx="4572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164880" progId="Equation.DSMT4">
                  <p:embed/>
                </p:oleObj>
              </mc:Choice>
              <mc:Fallback>
                <p:oleObj name="Equation" r:id="rId7" imgW="203040" imgH="16488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941536"/>
                        <a:ext cx="4572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074734"/>
              </p:ext>
            </p:extLst>
          </p:nvPr>
        </p:nvGraphicFramePr>
        <p:xfrm>
          <a:off x="5589662" y="2855811"/>
          <a:ext cx="17145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241200" progId="Equation.DSMT4">
                  <p:embed/>
                </p:oleObj>
              </mc:Choice>
              <mc:Fallback>
                <p:oleObj name="Equation" r:id="rId9" imgW="761760" imgH="2412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662" y="2855811"/>
                        <a:ext cx="17145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849319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874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933769"/>
              </p:ext>
            </p:extLst>
          </p:nvPr>
        </p:nvGraphicFramePr>
        <p:xfrm>
          <a:off x="712788" y="1131888"/>
          <a:ext cx="18002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9920" imgH="190440" progId="Equation.DSMT4">
                  <p:embed/>
                </p:oleObj>
              </mc:Choice>
              <mc:Fallback>
                <p:oleObj name="Equation" r:id="rId3" imgW="799920" imgH="19044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1131888"/>
                        <a:ext cx="18002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704555"/>
              </p:ext>
            </p:extLst>
          </p:nvPr>
        </p:nvGraphicFramePr>
        <p:xfrm>
          <a:off x="2656836" y="1101726"/>
          <a:ext cx="49149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228600" progId="Equation.DSMT4">
                  <p:embed/>
                </p:oleObj>
              </mc:Choice>
              <mc:Fallback>
                <p:oleObj name="Equation" r:id="rId5" imgW="2184120" imgH="228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836" y="1101726"/>
                        <a:ext cx="49149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14547"/>
              </p:ext>
            </p:extLst>
          </p:nvPr>
        </p:nvGraphicFramePr>
        <p:xfrm>
          <a:off x="2656836" y="1839852"/>
          <a:ext cx="44291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68480" imgH="203040" progId="Equation.DSMT4">
                  <p:embed/>
                </p:oleObj>
              </mc:Choice>
              <mc:Fallback>
                <p:oleObj name="Equation" r:id="rId7" imgW="1968480" imgH="2030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836" y="1839852"/>
                        <a:ext cx="4429125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400011"/>
              </p:ext>
            </p:extLst>
          </p:nvPr>
        </p:nvGraphicFramePr>
        <p:xfrm>
          <a:off x="2536825" y="2576513"/>
          <a:ext cx="58578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03160" imgH="444240" progId="Equation.DSMT4">
                  <p:embed/>
                </p:oleObj>
              </mc:Choice>
              <mc:Fallback>
                <p:oleObj name="Equation" r:id="rId9" imgW="2603160" imgH="4442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2576513"/>
                        <a:ext cx="58578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833510" y="2846264"/>
          <a:ext cx="2457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203040" progId="Equation.DSMT4">
                  <p:embed/>
                </p:oleObj>
              </mc:Choice>
              <mc:Fallback>
                <p:oleObj name="Equation" r:id="rId11" imgW="1091880" imgH="2030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3510" y="2846264"/>
                        <a:ext cx="2457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872344"/>
              </p:ext>
            </p:extLst>
          </p:nvPr>
        </p:nvGraphicFramePr>
        <p:xfrm>
          <a:off x="2407481" y="3799018"/>
          <a:ext cx="6315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06560" imgH="215640" progId="Equation.DSMT4">
                  <p:embed/>
                </p:oleObj>
              </mc:Choice>
              <mc:Fallback>
                <p:oleObj name="Equation" r:id="rId13" imgW="2806560" imgH="21564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7481" y="3799018"/>
                        <a:ext cx="6315075" cy="4826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903632"/>
              </p:ext>
            </p:extLst>
          </p:nvPr>
        </p:nvGraphicFramePr>
        <p:xfrm>
          <a:off x="2333625" y="5751513"/>
          <a:ext cx="70580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36680" imgH="215640" progId="Equation.DSMT4">
                  <p:embed/>
                </p:oleObj>
              </mc:Choice>
              <mc:Fallback>
                <p:oleObj name="Equation" r:id="rId15" imgW="3136680" imgH="2156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5751513"/>
                        <a:ext cx="70580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651035"/>
              </p:ext>
            </p:extLst>
          </p:nvPr>
        </p:nvGraphicFramePr>
        <p:xfrm>
          <a:off x="565150" y="4586288"/>
          <a:ext cx="34861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49080" imgH="444240" progId="Equation.DSMT4">
                  <p:embed/>
                </p:oleObj>
              </mc:Choice>
              <mc:Fallback>
                <p:oleObj name="Equation" r:id="rId17" imgW="1549080" imgH="4442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" y="4586288"/>
                        <a:ext cx="348615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849319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764914"/>
              </p:ext>
            </p:extLst>
          </p:nvPr>
        </p:nvGraphicFramePr>
        <p:xfrm>
          <a:off x="4310063" y="4557713"/>
          <a:ext cx="48577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58920" imgH="444240" progId="Equation.DSMT4">
                  <p:embed/>
                </p:oleObj>
              </mc:Choice>
              <mc:Fallback>
                <p:oleObj name="Equation" r:id="rId19" imgW="2158920" imgH="4442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63" y="4557713"/>
                        <a:ext cx="485775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859389"/>
              </p:ext>
            </p:extLst>
          </p:nvPr>
        </p:nvGraphicFramePr>
        <p:xfrm>
          <a:off x="4051300" y="4575306"/>
          <a:ext cx="73437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263760" imgH="444240" progId="Equation.DSMT4">
                  <p:embed/>
                </p:oleObj>
              </mc:Choice>
              <mc:Fallback>
                <p:oleObj name="Equation" r:id="rId21" imgW="3263760" imgH="4442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4575306"/>
                        <a:ext cx="73437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305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74700" y="969963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969963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16217" y="1729778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00" imgH="203040" progId="Equation.DSMT4">
                  <p:embed/>
                </p:oleObj>
              </mc:Choice>
              <mc:Fallback>
                <p:oleObj name="Equation" r:id="rId5" imgW="253800" imgH="20304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217" y="1729778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829297"/>
              </p:ext>
            </p:extLst>
          </p:nvPr>
        </p:nvGraphicFramePr>
        <p:xfrm>
          <a:off x="1830388" y="912813"/>
          <a:ext cx="28575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9720" imgH="228600" progId="Equation.DSMT4">
                  <p:embed/>
                </p:oleObj>
              </mc:Choice>
              <mc:Fallback>
                <p:oleObj name="Equation" r:id="rId7" imgW="126972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912813"/>
                        <a:ext cx="28575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201464"/>
              </p:ext>
            </p:extLst>
          </p:nvPr>
        </p:nvGraphicFramePr>
        <p:xfrm>
          <a:off x="1876425" y="1474788"/>
          <a:ext cx="32575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47560" imgH="457200" progId="Equation.DSMT4">
                  <p:embed/>
                </p:oleObj>
              </mc:Choice>
              <mc:Fallback>
                <p:oleObj name="Equation" r:id="rId9" imgW="1447560" imgH="457200" progId="Equation.DSMT4">
                  <p:embed/>
                  <p:pic>
                    <p:nvPicPr>
                      <p:cNvPr id="47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1474788"/>
                        <a:ext cx="325755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080897"/>
              </p:ext>
            </p:extLst>
          </p:nvPr>
        </p:nvGraphicFramePr>
        <p:xfrm>
          <a:off x="5207000" y="1484313"/>
          <a:ext cx="31432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800" imgH="444240" progId="Equation.DSMT4">
                  <p:embed/>
                </p:oleObj>
              </mc:Choice>
              <mc:Fallback>
                <p:oleObj name="Equation" r:id="rId11" imgW="1396800" imgH="444240" progId="Equation.DSMT4">
                  <p:embed/>
                  <p:pic>
                    <p:nvPicPr>
                      <p:cNvPr id="48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1484313"/>
                        <a:ext cx="31432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430888"/>
              </p:ext>
            </p:extLst>
          </p:nvPr>
        </p:nvGraphicFramePr>
        <p:xfrm>
          <a:off x="1774825" y="2725738"/>
          <a:ext cx="5857875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03160" imgH="787320" progId="Equation.DSMT4">
                  <p:embed/>
                </p:oleObj>
              </mc:Choice>
              <mc:Fallback>
                <p:oleObj name="Equation" r:id="rId13" imgW="2603160" imgH="787320" progId="Equation.DSMT4">
                  <p:embed/>
                  <p:pic>
                    <p:nvPicPr>
                      <p:cNvPr id="51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2725738"/>
                        <a:ext cx="5857875" cy="175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8192219" y="3307105"/>
          <a:ext cx="20002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88840" imgH="203040" progId="Equation.DSMT4">
                  <p:embed/>
                </p:oleObj>
              </mc:Choice>
              <mc:Fallback>
                <p:oleObj name="Equation" r:id="rId15" imgW="888840" imgH="2030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2219" y="3307105"/>
                        <a:ext cx="20002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226973"/>
              </p:ext>
            </p:extLst>
          </p:nvPr>
        </p:nvGraphicFramePr>
        <p:xfrm>
          <a:off x="1573213" y="4525963"/>
          <a:ext cx="39147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39880" imgH="444240" progId="Equation.DSMT4">
                  <p:embed/>
                </p:oleObj>
              </mc:Choice>
              <mc:Fallback>
                <p:oleObj name="Equation" r:id="rId17" imgW="1739880" imgH="4442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4525963"/>
                        <a:ext cx="39147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957707"/>
              </p:ext>
            </p:extLst>
          </p:nvPr>
        </p:nvGraphicFramePr>
        <p:xfrm>
          <a:off x="6269038" y="4525963"/>
          <a:ext cx="40005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7680" imgH="444240" progId="Equation.DSMT4">
                  <p:embed/>
                </p:oleObj>
              </mc:Choice>
              <mc:Fallback>
                <p:oleObj name="Equation" r:id="rId19" imgW="1777680" imgH="4442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038" y="4525963"/>
                        <a:ext cx="400050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849319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184615"/>
              </p:ext>
            </p:extLst>
          </p:nvPr>
        </p:nvGraphicFramePr>
        <p:xfrm>
          <a:off x="1587500" y="5607050"/>
          <a:ext cx="4343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30320" imgH="444240" progId="Equation.DSMT4">
                  <p:embed/>
                </p:oleObj>
              </mc:Choice>
              <mc:Fallback>
                <p:oleObj name="Equation" r:id="rId21" imgW="1930320" imgH="4442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5607050"/>
                        <a:ext cx="4343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580111"/>
              </p:ext>
            </p:extLst>
          </p:nvPr>
        </p:nvGraphicFramePr>
        <p:xfrm>
          <a:off x="6269038" y="5605463"/>
          <a:ext cx="43719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42920" imgH="444240" progId="Equation.DSMT4">
                  <p:embed/>
                </p:oleObj>
              </mc:Choice>
              <mc:Fallback>
                <p:oleObj name="Equation" r:id="rId23" imgW="1942920" imgH="4442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038" y="5605463"/>
                        <a:ext cx="43719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2292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847528" y="3259661"/>
          <a:ext cx="90582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457200" progId="Equation.DSMT4">
                  <p:embed/>
                </p:oleObj>
              </mc:Choice>
              <mc:Fallback>
                <p:oleObj name="Equation" r:id="rId3" imgW="4025880" imgH="4572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3259661"/>
                        <a:ext cx="9058275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849319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4" name="Group 15"/>
          <p:cNvGrpSpPr>
            <a:grpSpLocks/>
          </p:cNvGrpSpPr>
          <p:nvPr/>
        </p:nvGrpSpPr>
        <p:grpSpPr bwMode="auto">
          <a:xfrm>
            <a:off x="5227885" y="3856856"/>
            <a:ext cx="2794000" cy="2257425"/>
            <a:chOff x="3180" y="2208"/>
            <a:chExt cx="1760" cy="1422"/>
          </a:xfrm>
        </p:grpSpPr>
        <p:sp>
          <p:nvSpPr>
            <p:cNvPr id="45" name="Line 8"/>
            <p:cNvSpPr>
              <a:spLocks noChangeShapeType="1"/>
            </p:cNvSpPr>
            <p:nvPr/>
          </p:nvSpPr>
          <p:spPr bwMode="auto">
            <a:xfrm flipV="1">
              <a:off x="3180" y="2972"/>
              <a:ext cx="1680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9"/>
            <p:cNvSpPr>
              <a:spLocks noChangeShapeType="1"/>
            </p:cNvSpPr>
            <p:nvPr/>
          </p:nvSpPr>
          <p:spPr bwMode="auto">
            <a:xfrm flipV="1">
              <a:off x="3972" y="2304"/>
              <a:ext cx="0" cy="1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9" name="Object 10"/>
            <p:cNvGraphicFramePr>
              <a:graphicFrameLocks noChangeAspect="1"/>
            </p:cNvGraphicFramePr>
            <p:nvPr/>
          </p:nvGraphicFramePr>
          <p:xfrm>
            <a:off x="3892" y="2996"/>
            <a:ext cx="68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713" imgH="241091" progId="Equation.3">
                    <p:embed/>
                  </p:oleObj>
                </mc:Choice>
                <mc:Fallback>
                  <p:oleObj name="Equation" r:id="rId5" imgW="215713" imgH="241091" progId="Equation.3">
                    <p:embed/>
                    <p:pic>
                      <p:nvPicPr>
                        <p:cNvPr id="4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2" y="2996"/>
                          <a:ext cx="68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1"/>
            <p:cNvGraphicFramePr>
              <a:graphicFrameLocks noChangeAspect="1"/>
            </p:cNvGraphicFramePr>
            <p:nvPr/>
          </p:nvGraphicFramePr>
          <p:xfrm>
            <a:off x="4860" y="2948"/>
            <a:ext cx="80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53890" imgH="241195" progId="Equation.3">
                    <p:embed/>
                  </p:oleObj>
                </mc:Choice>
                <mc:Fallback>
                  <p:oleObj name="Equation" r:id="rId7" imgW="253890" imgH="241195" progId="Equation.3">
                    <p:embed/>
                    <p:pic>
                      <p:nvPicPr>
                        <p:cNvPr id="5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2948"/>
                          <a:ext cx="80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12"/>
            <p:cNvGraphicFramePr>
              <a:graphicFrameLocks noChangeAspect="1"/>
            </p:cNvGraphicFramePr>
            <p:nvPr/>
          </p:nvGraphicFramePr>
          <p:xfrm>
            <a:off x="3952" y="2208"/>
            <a:ext cx="80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53780" imgH="317225" progId="Equation.3">
                    <p:embed/>
                  </p:oleObj>
                </mc:Choice>
                <mc:Fallback>
                  <p:oleObj name="Equation" r:id="rId9" imgW="253780" imgH="317225" progId="Equation.3">
                    <p:embed/>
                    <p:pic>
                      <p:nvPicPr>
                        <p:cNvPr id="5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" y="2208"/>
                          <a:ext cx="80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Oval 14"/>
            <p:cNvSpPr>
              <a:spLocks noChangeArrowheads="1"/>
            </p:cNvSpPr>
            <p:nvPr/>
          </p:nvSpPr>
          <p:spPr bwMode="auto">
            <a:xfrm>
              <a:off x="3421" y="2423"/>
              <a:ext cx="1100" cy="1100"/>
            </a:xfrm>
            <a:prstGeom prst="ellips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Group 21"/>
          <p:cNvGrpSpPr>
            <a:grpSpLocks/>
          </p:cNvGrpSpPr>
          <p:nvPr/>
        </p:nvGrpSpPr>
        <p:grpSpPr bwMode="auto">
          <a:xfrm>
            <a:off x="5369173" y="3933056"/>
            <a:ext cx="2317750" cy="2251075"/>
            <a:chOff x="3353" y="1968"/>
            <a:chExt cx="1460" cy="1418"/>
          </a:xfrm>
        </p:grpSpPr>
        <p:sp>
          <p:nvSpPr>
            <p:cNvPr id="55" name="Rectangle 16"/>
            <p:cNvSpPr>
              <a:spLocks noChangeArrowheads="1"/>
            </p:cNvSpPr>
            <p:nvPr/>
          </p:nvSpPr>
          <p:spPr bwMode="auto">
            <a:xfrm rot="-3576551">
              <a:off x="3685" y="2294"/>
              <a:ext cx="754" cy="773"/>
            </a:xfrm>
            <a:prstGeom prst="rect">
              <a:avLst/>
            </a:prstGeom>
            <a:noFill/>
            <a:ln w="19050">
              <a:solidFill>
                <a:srgbClr val="33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6" name="Object 17"/>
            <p:cNvGraphicFramePr>
              <a:graphicFrameLocks noChangeAspect="1"/>
            </p:cNvGraphicFramePr>
            <p:nvPr/>
          </p:nvGraphicFramePr>
          <p:xfrm>
            <a:off x="3792" y="1968"/>
            <a:ext cx="18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14241" imgH="352357" progId="Equation.3">
                    <p:embed/>
                  </p:oleObj>
                </mc:Choice>
                <mc:Fallback>
                  <p:oleObj name="Equation" r:id="rId11" imgW="314241" imgH="352357" progId="Equation.3">
                    <p:embed/>
                    <p:pic>
                      <p:nvPicPr>
                        <p:cNvPr id="56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968"/>
                          <a:ext cx="18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18"/>
            <p:cNvGraphicFramePr>
              <a:graphicFrameLocks noChangeAspect="1"/>
            </p:cNvGraphicFramePr>
            <p:nvPr/>
          </p:nvGraphicFramePr>
          <p:xfrm>
            <a:off x="3353" y="2719"/>
            <a:ext cx="18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23951" imgH="352357" progId="Equation.3">
                    <p:embed/>
                  </p:oleObj>
                </mc:Choice>
                <mc:Fallback>
                  <p:oleObj name="Equation" r:id="rId13" imgW="323951" imgH="352357" progId="Equation.3">
                    <p:embed/>
                    <p:pic>
                      <p:nvPicPr>
                        <p:cNvPr id="57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3" y="2719"/>
                          <a:ext cx="18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19"/>
            <p:cNvGraphicFramePr>
              <a:graphicFrameLocks noChangeAspect="1"/>
            </p:cNvGraphicFramePr>
            <p:nvPr/>
          </p:nvGraphicFramePr>
          <p:xfrm>
            <a:off x="4181" y="3181"/>
            <a:ext cx="187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23951" imgH="362085" progId="Equation.3">
                    <p:embed/>
                  </p:oleObj>
                </mc:Choice>
                <mc:Fallback>
                  <p:oleObj name="Equation" r:id="rId15" imgW="323951" imgH="362085" progId="Equation.3">
                    <p:embed/>
                    <p:pic>
                      <p:nvPicPr>
                        <p:cNvPr id="58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1" y="3181"/>
                          <a:ext cx="187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20"/>
            <p:cNvGraphicFramePr>
              <a:graphicFrameLocks noChangeAspect="1"/>
            </p:cNvGraphicFramePr>
            <p:nvPr/>
          </p:nvGraphicFramePr>
          <p:xfrm>
            <a:off x="4626" y="2461"/>
            <a:ext cx="187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23951" imgH="362085" progId="Equation.3">
                    <p:embed/>
                  </p:oleObj>
                </mc:Choice>
                <mc:Fallback>
                  <p:oleObj name="Equation" r:id="rId17" imgW="323951" imgH="362085" progId="Equation.3">
                    <p:embed/>
                    <p:pic>
                      <p:nvPicPr>
                        <p:cNvPr id="59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461"/>
                          <a:ext cx="187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Line 22"/>
          <p:cNvSpPr>
            <a:spLocks noChangeShapeType="1"/>
          </p:cNvSpPr>
          <p:nvPr/>
        </p:nvSpPr>
        <p:spPr bwMode="auto">
          <a:xfrm flipV="1">
            <a:off x="5664448" y="4861744"/>
            <a:ext cx="1655762" cy="401637"/>
          </a:xfrm>
          <a:prstGeom prst="line">
            <a:avLst/>
          </a:prstGeom>
          <a:noFill/>
          <a:ln w="9525">
            <a:solidFill>
              <a:srgbClr val="0066FF"/>
            </a:solidFill>
            <a:round/>
            <a:headEnd type="arrow" w="sm" len="sm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Line 23"/>
          <p:cNvSpPr>
            <a:spLocks noChangeShapeType="1"/>
          </p:cNvSpPr>
          <p:nvPr/>
        </p:nvSpPr>
        <p:spPr bwMode="auto">
          <a:xfrm rot="16134692" flipV="1">
            <a:off x="5651748" y="4850631"/>
            <a:ext cx="1655762" cy="401638"/>
          </a:xfrm>
          <a:prstGeom prst="line">
            <a:avLst/>
          </a:prstGeom>
          <a:noFill/>
          <a:ln w="9525">
            <a:solidFill>
              <a:srgbClr val="0066FF"/>
            </a:solidFill>
            <a:round/>
            <a:headEnd type="arrow" w="sm" len="sm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6496441" y="4305768"/>
            <a:ext cx="792000" cy="756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AD4BEA9-3700-9E1E-4926-F8DD77661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837868"/>
              </p:ext>
            </p:extLst>
          </p:nvPr>
        </p:nvGraphicFramePr>
        <p:xfrm>
          <a:off x="1847528" y="992812"/>
          <a:ext cx="39147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39880" imgH="444240" progId="Equation.DSMT4">
                  <p:embed/>
                </p:oleObj>
              </mc:Choice>
              <mc:Fallback>
                <p:oleObj name="Equation" r:id="rId19" imgW="1739880" imgH="4442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992812"/>
                        <a:ext cx="39147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72F2108-2A0B-4C7B-4A39-C314DB5C5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081887"/>
              </p:ext>
            </p:extLst>
          </p:nvPr>
        </p:nvGraphicFramePr>
        <p:xfrm>
          <a:off x="6543353" y="992812"/>
          <a:ext cx="40005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77680" imgH="444240" progId="Equation.DSMT4">
                  <p:embed/>
                </p:oleObj>
              </mc:Choice>
              <mc:Fallback>
                <p:oleObj name="Equation" r:id="rId21" imgW="1777680" imgH="4442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353" y="992812"/>
                        <a:ext cx="400050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4FDF49-E230-408E-A722-B8F3DB704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081510"/>
              </p:ext>
            </p:extLst>
          </p:nvPr>
        </p:nvGraphicFramePr>
        <p:xfrm>
          <a:off x="1861815" y="2073899"/>
          <a:ext cx="4343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30320" imgH="444240" progId="Equation.DSMT4">
                  <p:embed/>
                </p:oleObj>
              </mc:Choice>
              <mc:Fallback>
                <p:oleObj name="Equation" r:id="rId23" imgW="1930320" imgH="4442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815" y="2073899"/>
                        <a:ext cx="4343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707209C-757C-5396-B430-69011EA64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969926"/>
              </p:ext>
            </p:extLst>
          </p:nvPr>
        </p:nvGraphicFramePr>
        <p:xfrm>
          <a:off x="6543353" y="2072312"/>
          <a:ext cx="43719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42920" imgH="444240" progId="Equation.DSMT4">
                  <p:embed/>
                </p:oleObj>
              </mc:Choice>
              <mc:Fallback>
                <p:oleObj name="Equation" r:id="rId25" imgW="1942920" imgH="4442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353" y="2072312"/>
                        <a:ext cx="43719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807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343025" y="1137806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1137806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202646"/>
              </p:ext>
            </p:extLst>
          </p:nvPr>
        </p:nvGraphicFramePr>
        <p:xfrm>
          <a:off x="2624138" y="1081088"/>
          <a:ext cx="6286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960" imgH="241200" progId="Equation.DSMT4">
                  <p:embed/>
                </p:oleObj>
              </mc:Choice>
              <mc:Fallback>
                <p:oleObj name="Equation" r:id="rId5" imgW="2793960" imgH="2412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081088"/>
                        <a:ext cx="62865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026491"/>
              </p:ext>
            </p:extLst>
          </p:nvPr>
        </p:nvGraphicFramePr>
        <p:xfrm>
          <a:off x="1352550" y="1833563"/>
          <a:ext cx="942975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90760" imgH="914400" progId="Equation.DSMT4">
                  <p:embed/>
                </p:oleObj>
              </mc:Choice>
              <mc:Fallback>
                <p:oleObj name="Equation" r:id="rId7" imgW="4190760" imgH="9144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1833563"/>
                        <a:ext cx="9429750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7849319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复数的乘幂与方根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乘幂与方根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262790"/>
              </p:ext>
            </p:extLst>
          </p:nvPr>
        </p:nvGraphicFramePr>
        <p:xfrm>
          <a:off x="1295400" y="3933825"/>
          <a:ext cx="54006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00120" imgH="253800" progId="Equation.DSMT4">
                  <p:embed/>
                </p:oleObj>
              </mc:Choice>
              <mc:Fallback>
                <p:oleObj name="Equation" r:id="rId9" imgW="240012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33825"/>
                        <a:ext cx="54006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397152"/>
              </p:ext>
            </p:extLst>
          </p:nvPr>
        </p:nvGraphicFramePr>
        <p:xfrm>
          <a:off x="1352550" y="4567238"/>
          <a:ext cx="10144125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08280" imgH="876240" progId="Equation.DSMT4">
                  <p:embed/>
                </p:oleObj>
              </mc:Choice>
              <mc:Fallback>
                <p:oleObj name="Equation" r:id="rId11" imgW="4508280" imgH="8762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4567238"/>
                        <a:ext cx="10144125" cy="194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9792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9576" y="1625500"/>
          <a:ext cx="49149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120" imgH="228600" progId="Equation.DSMT4">
                  <p:embed/>
                </p:oleObj>
              </mc:Choice>
              <mc:Fallback>
                <p:oleObj name="Equation" r:id="rId3" imgW="218412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625500"/>
                        <a:ext cx="49149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132582" y="1635194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582" y="1635194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841207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几个基本概念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18282" y="913570"/>
          <a:ext cx="10287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190440" progId="Equation.DSMT4">
                  <p:embed/>
                </p:oleObj>
              </mc:Choice>
              <mc:Fallback>
                <p:oleObj name="Equation" r:id="rId7" imgW="45720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282" y="913570"/>
                        <a:ext cx="10287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066333"/>
              </p:ext>
            </p:extLst>
          </p:nvPr>
        </p:nvGraphicFramePr>
        <p:xfrm>
          <a:off x="1722438" y="2389188"/>
          <a:ext cx="82010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44640" imgH="228600" progId="Equation.DSMT4">
                  <p:embed/>
                </p:oleObj>
              </mc:Choice>
              <mc:Fallback>
                <p:oleObj name="Equation" r:id="rId9" imgW="3644640" imgH="228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2389188"/>
                        <a:ext cx="82010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526199"/>
              </p:ext>
            </p:extLst>
          </p:nvPr>
        </p:nvGraphicFramePr>
        <p:xfrm>
          <a:off x="1722438" y="3132138"/>
          <a:ext cx="99726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31960" imgH="228600" progId="Equation.DSMT4">
                  <p:embed/>
                </p:oleObj>
              </mc:Choice>
              <mc:Fallback>
                <p:oleObj name="Equation" r:id="rId11" imgW="4431960" imgH="2286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3132138"/>
                        <a:ext cx="99726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41"/>
          <p:cNvGrpSpPr>
            <a:grpSpLocks/>
          </p:cNvGrpSpPr>
          <p:nvPr/>
        </p:nvGrpSpPr>
        <p:grpSpPr bwMode="auto">
          <a:xfrm>
            <a:off x="3143672" y="3936814"/>
            <a:ext cx="2339975" cy="2339975"/>
            <a:chOff x="1341" y="2383"/>
            <a:chExt cx="1474" cy="1474"/>
          </a:xfrm>
        </p:grpSpPr>
        <p:sp>
          <p:nvSpPr>
            <p:cNvPr id="24" name="Oval 27"/>
            <p:cNvSpPr>
              <a:spLocks noChangeAspect="1" noChangeArrowheads="1"/>
            </p:cNvSpPr>
            <p:nvPr/>
          </p:nvSpPr>
          <p:spPr bwMode="auto">
            <a:xfrm>
              <a:off x="1341" y="2383"/>
              <a:ext cx="1474" cy="1474"/>
            </a:xfrm>
            <a:prstGeom prst="ellipse">
              <a:avLst/>
            </a:prstGeom>
            <a:solidFill>
              <a:srgbClr val="CCFFFF"/>
            </a:solidFill>
            <a:ln w="19050">
              <a:solidFill>
                <a:srgbClr val="000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 flipV="1">
              <a:off x="2045" y="2611"/>
              <a:ext cx="523" cy="51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2096" y="2570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2044" y="3011"/>
              <a:ext cx="4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z</a:t>
              </a:r>
              <a:r>
                <a:rPr kumimoji="1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28" name="Group 42"/>
          <p:cNvGrpSpPr>
            <a:grpSpLocks/>
          </p:cNvGrpSpPr>
          <p:nvPr/>
        </p:nvGrpSpPr>
        <p:grpSpPr bwMode="auto">
          <a:xfrm>
            <a:off x="6709242" y="3936814"/>
            <a:ext cx="2339975" cy="2339975"/>
            <a:chOff x="3211" y="2383"/>
            <a:chExt cx="1474" cy="1474"/>
          </a:xfrm>
        </p:grpSpPr>
        <p:sp>
          <p:nvSpPr>
            <p:cNvPr id="29" name="Oval 31"/>
            <p:cNvSpPr>
              <a:spLocks noChangeAspect="1" noChangeArrowheads="1"/>
            </p:cNvSpPr>
            <p:nvPr/>
          </p:nvSpPr>
          <p:spPr bwMode="auto">
            <a:xfrm>
              <a:off x="3211" y="2383"/>
              <a:ext cx="1474" cy="1474"/>
            </a:xfrm>
            <a:prstGeom prst="ellipse">
              <a:avLst/>
            </a:prstGeom>
            <a:solidFill>
              <a:srgbClr val="CCFFFF"/>
            </a:solidFill>
            <a:ln w="19050">
              <a:solidFill>
                <a:srgbClr val="00008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 flipV="1">
              <a:off x="3946" y="2610"/>
              <a:ext cx="523" cy="51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3997" y="2569"/>
              <a:ext cx="2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3" name="Text Box 34"/>
            <p:cNvSpPr txBox="1">
              <a:spLocks noChangeArrowheads="1"/>
            </p:cNvSpPr>
            <p:nvPr/>
          </p:nvSpPr>
          <p:spPr bwMode="auto">
            <a:xfrm>
              <a:off x="3945" y="3010"/>
              <a:ext cx="4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z</a:t>
              </a:r>
              <a:r>
                <a:rPr kumimoji="1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4" name="Oval 35"/>
            <p:cNvSpPr>
              <a:spLocks noChangeArrowheads="1"/>
            </p:cNvSpPr>
            <p:nvPr/>
          </p:nvSpPr>
          <p:spPr bwMode="auto">
            <a:xfrm>
              <a:off x="3924" y="3095"/>
              <a:ext cx="57" cy="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3869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283256"/>
              </p:ext>
            </p:extLst>
          </p:nvPr>
        </p:nvGraphicFramePr>
        <p:xfrm>
          <a:off x="2181364" y="1635194"/>
          <a:ext cx="48291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960" imgH="228600" progId="Equation.DSMT4">
                  <p:embed/>
                </p:oleObj>
              </mc:Choice>
              <mc:Fallback>
                <p:oleObj name="Equation" r:id="rId3" imgW="214596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364" y="1635194"/>
                        <a:ext cx="48291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132582" y="1635194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582" y="1635194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45925" y="965109"/>
          <a:ext cx="44862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93680" imgH="203040" progId="Equation.DSMT4">
                  <p:embed/>
                </p:oleObj>
              </mc:Choice>
              <mc:Fallback>
                <p:oleObj name="Equation" r:id="rId7" imgW="199368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925" y="965109"/>
                        <a:ext cx="44862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946259"/>
              </p:ext>
            </p:extLst>
          </p:nvPr>
        </p:nvGraphicFramePr>
        <p:xfrm>
          <a:off x="1388963" y="2382837"/>
          <a:ext cx="83153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95400" imgH="228600" progId="Equation.DSMT4">
                  <p:embed/>
                </p:oleObj>
              </mc:Choice>
              <mc:Fallback>
                <p:oleObj name="Equation" r:id="rId9" imgW="3695400" imgH="228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963" y="2382837"/>
                        <a:ext cx="83153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888503"/>
              </p:ext>
            </p:extLst>
          </p:nvPr>
        </p:nvGraphicFramePr>
        <p:xfrm>
          <a:off x="1400175" y="3092450"/>
          <a:ext cx="88011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11400" imgH="228600" progId="Equation.DSMT4">
                  <p:embed/>
                </p:oleObj>
              </mc:Choice>
              <mc:Fallback>
                <p:oleObj name="Equation" r:id="rId11" imgW="3911400" imgH="228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3092450"/>
                        <a:ext cx="88011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65497"/>
              </p:ext>
            </p:extLst>
          </p:nvPr>
        </p:nvGraphicFramePr>
        <p:xfrm>
          <a:off x="1409700" y="3760788"/>
          <a:ext cx="9372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165560" imgH="469800" progId="Equation.DSMT4">
                  <p:embed/>
                </p:oleObj>
              </mc:Choice>
              <mc:Fallback>
                <p:oleObj name="Equation" r:id="rId13" imgW="4165560" imgH="4698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3760788"/>
                        <a:ext cx="93726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934497"/>
              </p:ext>
            </p:extLst>
          </p:nvPr>
        </p:nvGraphicFramePr>
        <p:xfrm>
          <a:off x="1409700" y="4883324"/>
          <a:ext cx="6915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73320" imgH="215640" progId="Equation.DSMT4">
                  <p:embed/>
                </p:oleObj>
              </mc:Choice>
              <mc:Fallback>
                <p:oleObj name="Equation" r:id="rId15" imgW="3073320" imgH="21564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4883324"/>
                        <a:ext cx="69151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84"/>
          <p:cNvGrpSpPr>
            <a:grpSpLocks/>
          </p:cNvGrpSpPr>
          <p:nvPr/>
        </p:nvGrpSpPr>
        <p:grpSpPr bwMode="auto">
          <a:xfrm>
            <a:off x="8544272" y="4653136"/>
            <a:ext cx="2233612" cy="1509713"/>
            <a:chOff x="3903" y="2506"/>
            <a:chExt cx="1407" cy="951"/>
          </a:xfrm>
        </p:grpSpPr>
        <p:sp>
          <p:nvSpPr>
            <p:cNvPr id="39" name="Freeform 29"/>
            <p:cNvSpPr>
              <a:spLocks noChangeAspect="1"/>
            </p:cNvSpPr>
            <p:nvPr/>
          </p:nvSpPr>
          <p:spPr bwMode="auto">
            <a:xfrm>
              <a:off x="3903" y="2506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72"/>
            <p:cNvSpPr>
              <a:spLocks/>
            </p:cNvSpPr>
            <p:nvPr/>
          </p:nvSpPr>
          <p:spPr bwMode="auto">
            <a:xfrm>
              <a:off x="4899" y="2986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Group 81"/>
          <p:cNvGrpSpPr>
            <a:grpSpLocks/>
          </p:cNvGrpSpPr>
          <p:nvPr/>
        </p:nvGrpSpPr>
        <p:grpSpPr bwMode="auto">
          <a:xfrm>
            <a:off x="9343925" y="5142086"/>
            <a:ext cx="1090613" cy="336550"/>
            <a:chOff x="4316" y="2814"/>
            <a:chExt cx="687" cy="212"/>
          </a:xfrm>
        </p:grpSpPr>
        <p:sp>
          <p:nvSpPr>
            <p:cNvPr id="42" name="Oval 30"/>
            <p:cNvSpPr>
              <a:spLocks noChangeAspect="1" noChangeArrowheads="1"/>
            </p:cNvSpPr>
            <p:nvPr/>
          </p:nvSpPr>
          <p:spPr bwMode="auto">
            <a:xfrm>
              <a:off x="4316" y="2822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1"/>
            <p:cNvSpPr>
              <a:spLocks noChangeAspect="1" noChangeShapeType="1"/>
            </p:cNvSpPr>
            <p:nvPr/>
          </p:nvSpPr>
          <p:spPr bwMode="auto">
            <a:xfrm flipV="1">
              <a:off x="4414" y="2852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Rectangle 41"/>
            <p:cNvSpPr>
              <a:spLocks noChangeArrowheads="1"/>
            </p:cNvSpPr>
            <p:nvPr/>
          </p:nvSpPr>
          <p:spPr bwMode="auto">
            <a:xfrm>
              <a:off x="4495" y="2814"/>
              <a:ext cx="5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楷体_GB2312" pitchFamily="49" charset="-122"/>
                  <a:cs typeface="+mn-cs"/>
                </a:rPr>
                <a:t>内点</a:t>
              </a:r>
            </a:p>
          </p:txBody>
        </p:sp>
      </p:grpSp>
      <p:grpSp>
        <p:nvGrpSpPr>
          <p:cNvPr id="45" name="Group 82"/>
          <p:cNvGrpSpPr>
            <a:grpSpLocks/>
          </p:cNvGrpSpPr>
          <p:nvPr/>
        </p:nvGrpSpPr>
        <p:grpSpPr bwMode="auto">
          <a:xfrm>
            <a:off x="9704288" y="4559474"/>
            <a:ext cx="1152525" cy="336550"/>
            <a:chOff x="4543" y="2447"/>
            <a:chExt cx="726" cy="212"/>
          </a:xfrm>
        </p:grpSpPr>
        <p:sp>
          <p:nvSpPr>
            <p:cNvPr id="46" name="Oval 36"/>
            <p:cNvSpPr>
              <a:spLocks noChangeAspect="1" noChangeArrowheads="1"/>
            </p:cNvSpPr>
            <p:nvPr/>
          </p:nvSpPr>
          <p:spPr bwMode="auto">
            <a:xfrm>
              <a:off x="4543" y="2455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37"/>
            <p:cNvSpPr>
              <a:spLocks noChangeAspect="1" noChangeShapeType="1"/>
            </p:cNvSpPr>
            <p:nvPr/>
          </p:nvSpPr>
          <p:spPr bwMode="auto">
            <a:xfrm flipV="1">
              <a:off x="4641" y="2485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734" y="2447"/>
              <a:ext cx="5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楷体_GB2312" pitchFamily="49" charset="-122"/>
                  <a:cs typeface="+mn-cs"/>
                </a:rPr>
                <a:t>外点</a:t>
              </a:r>
            </a:p>
          </p:txBody>
        </p:sp>
      </p:grpSp>
      <p:grpSp>
        <p:nvGrpSpPr>
          <p:cNvPr id="49" name="Group 83"/>
          <p:cNvGrpSpPr>
            <a:grpSpLocks/>
          </p:cNvGrpSpPr>
          <p:nvPr/>
        </p:nvGrpSpPr>
        <p:grpSpPr bwMode="auto">
          <a:xfrm>
            <a:off x="9445525" y="5696124"/>
            <a:ext cx="1054100" cy="647700"/>
            <a:chOff x="4380" y="3163"/>
            <a:chExt cx="664" cy="408"/>
          </a:xfrm>
        </p:grpSpPr>
        <p:sp>
          <p:nvSpPr>
            <p:cNvPr id="50" name="Oval 39"/>
            <p:cNvSpPr>
              <a:spLocks noChangeArrowheads="1"/>
            </p:cNvSpPr>
            <p:nvPr/>
          </p:nvSpPr>
          <p:spPr bwMode="auto">
            <a:xfrm>
              <a:off x="4525" y="3163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4578" y="3262"/>
              <a:ext cx="45" cy="8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Rectangle 43"/>
            <p:cNvSpPr>
              <a:spLocks noChangeArrowheads="1"/>
            </p:cNvSpPr>
            <p:nvPr/>
          </p:nvSpPr>
          <p:spPr bwMode="auto">
            <a:xfrm>
              <a:off x="4380" y="3359"/>
              <a:ext cx="6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楷体_GB2312" pitchFamily="49" charset="-122"/>
                  <a:cs typeface="+mn-cs"/>
                </a:rPr>
                <a:t>边界点</a:t>
              </a:r>
            </a:p>
          </p:txBody>
        </p:sp>
      </p:grp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841207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几个基本概念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B5D8E6-3BCD-A02C-E082-1DB3A5FB5AE9}"/>
              </a:ext>
            </a:extLst>
          </p:cNvPr>
          <p:cNvSpPr txBox="1"/>
          <p:nvPr/>
        </p:nvSpPr>
        <p:spPr>
          <a:xfrm>
            <a:off x="4377272" y="4360965"/>
            <a:ext cx="4012926" cy="43859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的边界点可以属于</a:t>
            </a:r>
            <a:r>
              <a:rPr lang="en-US" altLang="zh-CN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也可以不属于</a:t>
            </a:r>
            <a:r>
              <a:rPr lang="en-US" altLang="zh-CN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b="1" kern="1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119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22513" y="1556792"/>
          <a:ext cx="48291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960" imgH="228600" progId="Equation.DSMT4">
                  <p:embed/>
                </p:oleObj>
              </mc:Choice>
              <mc:Fallback>
                <p:oleObj name="Equation" r:id="rId3" imgW="214596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1556792"/>
                        <a:ext cx="48291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132582" y="1566386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582" y="1566386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55440" y="985838"/>
          <a:ext cx="36290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12800" imgH="215640" progId="Equation.DSMT4">
                  <p:embed/>
                </p:oleObj>
              </mc:Choice>
              <mc:Fallback>
                <p:oleObj name="Equation" r:id="rId7" imgW="161280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985838"/>
                        <a:ext cx="36290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114204"/>
              </p:ext>
            </p:extLst>
          </p:nvPr>
        </p:nvGraphicFramePr>
        <p:xfrm>
          <a:off x="1649710" y="2118351"/>
          <a:ext cx="70294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24080" imgH="469800" progId="Equation.DSMT4">
                  <p:embed/>
                </p:oleObj>
              </mc:Choice>
              <mc:Fallback>
                <p:oleObj name="Equation" r:id="rId9" imgW="3124080" imgH="469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710" y="2118351"/>
                        <a:ext cx="702945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025078"/>
              </p:ext>
            </p:extLst>
          </p:nvPr>
        </p:nvGraphicFramePr>
        <p:xfrm>
          <a:off x="1627485" y="3228013"/>
          <a:ext cx="68294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35160" imgH="228600" progId="Equation.DSMT4">
                  <p:embed/>
                </p:oleObj>
              </mc:Choice>
              <mc:Fallback>
                <p:oleObj name="Equation" r:id="rId11" imgW="3035160" imgH="228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485" y="3228013"/>
                        <a:ext cx="68294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84"/>
          <p:cNvGrpSpPr>
            <a:grpSpLocks/>
          </p:cNvGrpSpPr>
          <p:nvPr/>
        </p:nvGrpSpPr>
        <p:grpSpPr bwMode="auto">
          <a:xfrm>
            <a:off x="7392144" y="3963820"/>
            <a:ext cx="2233612" cy="1509713"/>
            <a:chOff x="3903" y="2506"/>
            <a:chExt cx="1407" cy="951"/>
          </a:xfrm>
        </p:grpSpPr>
        <p:sp>
          <p:nvSpPr>
            <p:cNvPr id="39" name="Freeform 29"/>
            <p:cNvSpPr>
              <a:spLocks noChangeAspect="1"/>
            </p:cNvSpPr>
            <p:nvPr/>
          </p:nvSpPr>
          <p:spPr bwMode="auto">
            <a:xfrm>
              <a:off x="3903" y="2506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72"/>
            <p:cNvSpPr>
              <a:spLocks/>
            </p:cNvSpPr>
            <p:nvPr/>
          </p:nvSpPr>
          <p:spPr bwMode="auto">
            <a:xfrm>
              <a:off x="4899" y="2986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Group 81"/>
          <p:cNvGrpSpPr>
            <a:grpSpLocks/>
          </p:cNvGrpSpPr>
          <p:nvPr/>
        </p:nvGrpSpPr>
        <p:grpSpPr bwMode="auto">
          <a:xfrm>
            <a:off x="8191797" y="4452770"/>
            <a:ext cx="1090613" cy="336550"/>
            <a:chOff x="4316" y="2814"/>
            <a:chExt cx="687" cy="212"/>
          </a:xfrm>
        </p:grpSpPr>
        <p:sp>
          <p:nvSpPr>
            <p:cNvPr id="42" name="Oval 30"/>
            <p:cNvSpPr>
              <a:spLocks noChangeAspect="1" noChangeArrowheads="1"/>
            </p:cNvSpPr>
            <p:nvPr/>
          </p:nvSpPr>
          <p:spPr bwMode="auto">
            <a:xfrm>
              <a:off x="4316" y="2822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1"/>
            <p:cNvSpPr>
              <a:spLocks noChangeAspect="1" noChangeShapeType="1"/>
            </p:cNvSpPr>
            <p:nvPr/>
          </p:nvSpPr>
          <p:spPr bwMode="auto">
            <a:xfrm flipV="1">
              <a:off x="4414" y="2852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Rectangle 41"/>
            <p:cNvSpPr>
              <a:spLocks noChangeArrowheads="1"/>
            </p:cNvSpPr>
            <p:nvPr/>
          </p:nvSpPr>
          <p:spPr bwMode="auto">
            <a:xfrm>
              <a:off x="4495" y="2814"/>
              <a:ext cx="5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楷体_GB2312" pitchFamily="49" charset="-122"/>
                  <a:cs typeface="+mn-cs"/>
                </a:rPr>
                <a:t>聚点</a:t>
              </a:r>
            </a:p>
          </p:txBody>
        </p:sp>
      </p:grpSp>
      <p:sp>
        <p:nvSpPr>
          <p:cNvPr id="48" name="Rectangle 42"/>
          <p:cNvSpPr>
            <a:spLocks noChangeArrowheads="1"/>
          </p:cNvSpPr>
          <p:nvPr/>
        </p:nvSpPr>
        <p:spPr bwMode="auto">
          <a:xfrm>
            <a:off x="8867781" y="3845551"/>
            <a:ext cx="118865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楷体_GB2312" pitchFamily="49" charset="-122"/>
                <a:cs typeface="+mn-cs"/>
              </a:rPr>
              <a:t>孤立点</a:t>
            </a:r>
          </a:p>
        </p:txBody>
      </p:sp>
      <p:grpSp>
        <p:nvGrpSpPr>
          <p:cNvPr id="49" name="Group 83"/>
          <p:cNvGrpSpPr>
            <a:grpSpLocks/>
          </p:cNvGrpSpPr>
          <p:nvPr/>
        </p:nvGrpSpPr>
        <p:grpSpPr bwMode="auto">
          <a:xfrm>
            <a:off x="8293397" y="5006808"/>
            <a:ext cx="1054100" cy="647700"/>
            <a:chOff x="4380" y="3163"/>
            <a:chExt cx="664" cy="408"/>
          </a:xfrm>
        </p:grpSpPr>
        <p:sp>
          <p:nvSpPr>
            <p:cNvPr id="50" name="Oval 39"/>
            <p:cNvSpPr>
              <a:spLocks noChangeArrowheads="1"/>
            </p:cNvSpPr>
            <p:nvPr/>
          </p:nvSpPr>
          <p:spPr bwMode="auto">
            <a:xfrm>
              <a:off x="4525" y="3163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4578" y="3262"/>
              <a:ext cx="45" cy="8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Rectangle 43"/>
            <p:cNvSpPr>
              <a:spLocks noChangeArrowheads="1"/>
            </p:cNvSpPr>
            <p:nvPr/>
          </p:nvSpPr>
          <p:spPr bwMode="auto">
            <a:xfrm>
              <a:off x="4380" y="3359"/>
              <a:ext cx="6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楷体_GB2312" pitchFamily="49" charset="-122"/>
                  <a:cs typeface="+mn-cs"/>
                </a:rPr>
                <a:t>聚点</a:t>
              </a:r>
            </a:p>
          </p:txBody>
        </p:sp>
      </p:grp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8669142" y="3875336"/>
          <a:ext cx="228067" cy="2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120" imgH="126720" progId="Equation.DSMT4">
                  <p:embed/>
                </p:oleObj>
              </mc:Choice>
              <mc:Fallback>
                <p:oleObj name="Equation" r:id="rId13" imgW="114120" imgH="12672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9142" y="3875336"/>
                        <a:ext cx="228067" cy="25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298637"/>
              </p:ext>
            </p:extLst>
          </p:nvPr>
        </p:nvGraphicFramePr>
        <p:xfrm>
          <a:off x="1708150" y="4059238"/>
          <a:ext cx="35147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62040" imgH="203040" progId="Equation.DSMT4">
                  <p:embed/>
                </p:oleObj>
              </mc:Choice>
              <mc:Fallback>
                <p:oleObj name="Equation" r:id="rId15" imgW="1562040" imgH="20304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4059238"/>
                        <a:ext cx="35147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841207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几个基本概念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413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45369" y="1511042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511042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87594" y="897344"/>
          <a:ext cx="48577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8920" imgH="203040" progId="Equation.DSMT4">
                  <p:embed/>
                </p:oleObj>
              </mc:Choice>
              <mc:Fallback>
                <p:oleObj name="Equation" r:id="rId5" imgW="215892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594" y="897344"/>
                        <a:ext cx="48577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357313" y="2163763"/>
          <a:ext cx="70008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11480" imgH="215640" progId="Equation.DSMT4">
                  <p:embed/>
                </p:oleObj>
              </mc:Choice>
              <mc:Fallback>
                <p:oleObj name="Equation" r:id="rId7" imgW="311148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163763"/>
                        <a:ext cx="70008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343025" y="2857500"/>
          <a:ext cx="69437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85920" imgH="215640" progId="Equation.DSMT4">
                  <p:embed/>
                </p:oleObj>
              </mc:Choice>
              <mc:Fallback>
                <p:oleObj name="Equation" r:id="rId9" imgW="3085920" imgH="2156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857500"/>
                        <a:ext cx="69437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490448"/>
              </p:ext>
            </p:extLst>
          </p:nvPr>
        </p:nvGraphicFramePr>
        <p:xfrm>
          <a:off x="1357313" y="3551238"/>
          <a:ext cx="74009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88960" imgH="444240" progId="Equation.DSMT4">
                  <p:embed/>
                </p:oleObj>
              </mc:Choice>
              <mc:Fallback>
                <p:oleObj name="Equation" r:id="rId11" imgW="3288960" imgH="4442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551238"/>
                        <a:ext cx="74009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eform 10"/>
          <p:cNvSpPr>
            <a:spLocks/>
          </p:cNvSpPr>
          <p:nvPr/>
        </p:nvSpPr>
        <p:spPr bwMode="auto">
          <a:xfrm>
            <a:off x="9264352" y="1557338"/>
            <a:ext cx="1943100" cy="1801812"/>
          </a:xfrm>
          <a:custGeom>
            <a:avLst/>
            <a:gdLst>
              <a:gd name="T0" fmla="*/ 53 w 1224"/>
              <a:gd name="T1" fmla="*/ 504 h 1135"/>
              <a:gd name="T2" fmla="*/ 117 w 1224"/>
              <a:gd name="T3" fmla="*/ 367 h 1135"/>
              <a:gd name="T4" fmla="*/ 218 w 1224"/>
              <a:gd name="T5" fmla="*/ 212 h 1135"/>
              <a:gd name="T6" fmla="*/ 264 w 1224"/>
              <a:gd name="T7" fmla="*/ 175 h 1135"/>
              <a:gd name="T8" fmla="*/ 282 w 1224"/>
              <a:gd name="T9" fmla="*/ 148 h 1135"/>
              <a:gd name="T10" fmla="*/ 328 w 1224"/>
              <a:gd name="T11" fmla="*/ 111 h 1135"/>
              <a:gd name="T12" fmla="*/ 382 w 1224"/>
              <a:gd name="T13" fmla="*/ 93 h 1135"/>
              <a:gd name="T14" fmla="*/ 629 w 1224"/>
              <a:gd name="T15" fmla="*/ 2 h 1135"/>
              <a:gd name="T16" fmla="*/ 812 w 1224"/>
              <a:gd name="T17" fmla="*/ 20 h 1135"/>
              <a:gd name="T18" fmla="*/ 894 w 1224"/>
              <a:gd name="T19" fmla="*/ 47 h 1135"/>
              <a:gd name="T20" fmla="*/ 922 w 1224"/>
              <a:gd name="T21" fmla="*/ 56 h 1135"/>
              <a:gd name="T22" fmla="*/ 949 w 1224"/>
              <a:gd name="T23" fmla="*/ 75 h 1135"/>
              <a:gd name="T24" fmla="*/ 977 w 1224"/>
              <a:gd name="T25" fmla="*/ 84 h 1135"/>
              <a:gd name="T26" fmla="*/ 1032 w 1224"/>
              <a:gd name="T27" fmla="*/ 120 h 1135"/>
              <a:gd name="T28" fmla="*/ 1114 w 1224"/>
              <a:gd name="T29" fmla="*/ 194 h 1135"/>
              <a:gd name="T30" fmla="*/ 1169 w 1224"/>
              <a:gd name="T31" fmla="*/ 267 h 1135"/>
              <a:gd name="T32" fmla="*/ 1224 w 1224"/>
              <a:gd name="T33" fmla="*/ 514 h 1135"/>
              <a:gd name="T34" fmla="*/ 1214 w 1224"/>
              <a:gd name="T35" fmla="*/ 605 h 1135"/>
              <a:gd name="T36" fmla="*/ 1205 w 1224"/>
              <a:gd name="T37" fmla="*/ 642 h 1135"/>
              <a:gd name="T38" fmla="*/ 1150 w 1224"/>
              <a:gd name="T39" fmla="*/ 843 h 1135"/>
              <a:gd name="T40" fmla="*/ 1077 w 1224"/>
              <a:gd name="T41" fmla="*/ 971 h 1135"/>
              <a:gd name="T42" fmla="*/ 940 w 1224"/>
              <a:gd name="T43" fmla="*/ 1071 h 1135"/>
              <a:gd name="T44" fmla="*/ 675 w 1224"/>
              <a:gd name="T45" fmla="*/ 1135 h 1135"/>
              <a:gd name="T46" fmla="*/ 520 w 1224"/>
              <a:gd name="T47" fmla="*/ 1126 h 1135"/>
              <a:gd name="T48" fmla="*/ 392 w 1224"/>
              <a:gd name="T49" fmla="*/ 1053 h 1135"/>
              <a:gd name="T50" fmla="*/ 382 w 1224"/>
              <a:gd name="T51" fmla="*/ 1026 h 1135"/>
              <a:gd name="T52" fmla="*/ 364 w 1224"/>
              <a:gd name="T53" fmla="*/ 998 h 1135"/>
              <a:gd name="T54" fmla="*/ 346 w 1224"/>
              <a:gd name="T55" fmla="*/ 943 h 1135"/>
              <a:gd name="T56" fmla="*/ 337 w 1224"/>
              <a:gd name="T57" fmla="*/ 916 h 1135"/>
              <a:gd name="T58" fmla="*/ 254 w 1224"/>
              <a:gd name="T59" fmla="*/ 843 h 1135"/>
              <a:gd name="T60" fmla="*/ 26 w 1224"/>
              <a:gd name="T61" fmla="*/ 724 h 1135"/>
              <a:gd name="T62" fmla="*/ 62 w 1224"/>
              <a:gd name="T63" fmla="*/ 504 h 1135"/>
              <a:gd name="T64" fmla="*/ 53 w 1224"/>
              <a:gd name="T65" fmla="*/ 504 h 1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24" h="1135">
                <a:moveTo>
                  <a:pt x="53" y="504"/>
                </a:moveTo>
                <a:cubicBezTo>
                  <a:pt x="62" y="448"/>
                  <a:pt x="68" y="401"/>
                  <a:pt x="117" y="367"/>
                </a:cubicBezTo>
                <a:cubicBezTo>
                  <a:pt x="134" y="316"/>
                  <a:pt x="178" y="252"/>
                  <a:pt x="218" y="212"/>
                </a:cubicBezTo>
                <a:cubicBezTo>
                  <a:pt x="267" y="163"/>
                  <a:pt x="225" y="224"/>
                  <a:pt x="264" y="175"/>
                </a:cubicBezTo>
                <a:cubicBezTo>
                  <a:pt x="271" y="167"/>
                  <a:pt x="274" y="156"/>
                  <a:pt x="282" y="148"/>
                </a:cubicBezTo>
                <a:cubicBezTo>
                  <a:pt x="296" y="134"/>
                  <a:pt x="310" y="120"/>
                  <a:pt x="328" y="111"/>
                </a:cubicBezTo>
                <a:cubicBezTo>
                  <a:pt x="345" y="102"/>
                  <a:pt x="382" y="93"/>
                  <a:pt x="382" y="93"/>
                </a:cubicBezTo>
                <a:cubicBezTo>
                  <a:pt x="440" y="38"/>
                  <a:pt x="550" y="15"/>
                  <a:pt x="629" y="2"/>
                </a:cubicBezTo>
                <a:cubicBezTo>
                  <a:pt x="723" y="8"/>
                  <a:pt x="745" y="0"/>
                  <a:pt x="812" y="20"/>
                </a:cubicBezTo>
                <a:cubicBezTo>
                  <a:pt x="830" y="25"/>
                  <a:pt x="871" y="40"/>
                  <a:pt x="894" y="47"/>
                </a:cubicBezTo>
                <a:cubicBezTo>
                  <a:pt x="903" y="50"/>
                  <a:pt x="922" y="56"/>
                  <a:pt x="922" y="56"/>
                </a:cubicBezTo>
                <a:cubicBezTo>
                  <a:pt x="931" y="62"/>
                  <a:pt x="939" y="70"/>
                  <a:pt x="949" y="75"/>
                </a:cubicBezTo>
                <a:cubicBezTo>
                  <a:pt x="958" y="79"/>
                  <a:pt x="969" y="79"/>
                  <a:pt x="977" y="84"/>
                </a:cubicBezTo>
                <a:cubicBezTo>
                  <a:pt x="1046" y="129"/>
                  <a:pt x="965" y="98"/>
                  <a:pt x="1032" y="120"/>
                </a:cubicBezTo>
                <a:cubicBezTo>
                  <a:pt x="1058" y="147"/>
                  <a:pt x="1092" y="164"/>
                  <a:pt x="1114" y="194"/>
                </a:cubicBezTo>
                <a:cubicBezTo>
                  <a:pt x="1172" y="273"/>
                  <a:pt x="1128" y="226"/>
                  <a:pt x="1169" y="267"/>
                </a:cubicBezTo>
                <a:cubicBezTo>
                  <a:pt x="1190" y="350"/>
                  <a:pt x="1212" y="428"/>
                  <a:pt x="1224" y="514"/>
                </a:cubicBezTo>
                <a:cubicBezTo>
                  <a:pt x="1221" y="544"/>
                  <a:pt x="1218" y="575"/>
                  <a:pt x="1214" y="605"/>
                </a:cubicBezTo>
                <a:cubicBezTo>
                  <a:pt x="1212" y="618"/>
                  <a:pt x="1207" y="629"/>
                  <a:pt x="1205" y="642"/>
                </a:cubicBezTo>
                <a:cubicBezTo>
                  <a:pt x="1195" y="708"/>
                  <a:pt x="1201" y="792"/>
                  <a:pt x="1150" y="843"/>
                </a:cubicBezTo>
                <a:cubicBezTo>
                  <a:pt x="1133" y="894"/>
                  <a:pt x="1116" y="932"/>
                  <a:pt x="1077" y="971"/>
                </a:cubicBezTo>
                <a:cubicBezTo>
                  <a:pt x="1053" y="1043"/>
                  <a:pt x="1004" y="1050"/>
                  <a:pt x="940" y="1071"/>
                </a:cubicBezTo>
                <a:cubicBezTo>
                  <a:pt x="848" y="1101"/>
                  <a:pt x="771" y="1116"/>
                  <a:pt x="675" y="1135"/>
                </a:cubicBezTo>
                <a:cubicBezTo>
                  <a:pt x="623" y="1132"/>
                  <a:pt x="571" y="1133"/>
                  <a:pt x="520" y="1126"/>
                </a:cubicBezTo>
                <a:cubicBezTo>
                  <a:pt x="463" y="1119"/>
                  <a:pt x="436" y="1082"/>
                  <a:pt x="392" y="1053"/>
                </a:cubicBezTo>
                <a:cubicBezTo>
                  <a:pt x="389" y="1044"/>
                  <a:pt x="386" y="1035"/>
                  <a:pt x="382" y="1026"/>
                </a:cubicBezTo>
                <a:cubicBezTo>
                  <a:pt x="377" y="1016"/>
                  <a:pt x="368" y="1008"/>
                  <a:pt x="364" y="998"/>
                </a:cubicBezTo>
                <a:cubicBezTo>
                  <a:pt x="356" y="980"/>
                  <a:pt x="352" y="961"/>
                  <a:pt x="346" y="943"/>
                </a:cubicBezTo>
                <a:cubicBezTo>
                  <a:pt x="343" y="934"/>
                  <a:pt x="344" y="923"/>
                  <a:pt x="337" y="916"/>
                </a:cubicBezTo>
                <a:cubicBezTo>
                  <a:pt x="311" y="892"/>
                  <a:pt x="285" y="861"/>
                  <a:pt x="254" y="843"/>
                </a:cubicBezTo>
                <a:cubicBezTo>
                  <a:pt x="165" y="791"/>
                  <a:pt x="89" y="819"/>
                  <a:pt x="26" y="724"/>
                </a:cubicBezTo>
                <a:cubicBezTo>
                  <a:pt x="0" y="644"/>
                  <a:pt x="2" y="568"/>
                  <a:pt x="62" y="504"/>
                </a:cubicBezTo>
                <a:cubicBezTo>
                  <a:pt x="76" y="455"/>
                  <a:pt x="78" y="457"/>
                  <a:pt x="53" y="504"/>
                </a:cubicBezTo>
                <a:close/>
              </a:path>
            </a:pathLst>
          </a:custGeom>
          <a:solidFill>
            <a:schemeClr val="accent2"/>
          </a:solidFill>
          <a:ln w="2857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0020002" y="2135013"/>
            <a:ext cx="4318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841207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几个基本概念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44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45369" y="1511042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511042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11129" y="940380"/>
          <a:ext cx="23717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203040" progId="Equation.DSMT4">
                  <p:embed/>
                </p:oleObj>
              </mc:Choice>
              <mc:Fallback>
                <p:oleObj name="Equation" r:id="rId5" imgW="105408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129" y="940380"/>
                        <a:ext cx="23717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96991" y="1557338"/>
          <a:ext cx="81724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32040" imgH="215640" progId="Equation.DSMT4">
                  <p:embed/>
                </p:oleObj>
              </mc:Choice>
              <mc:Fallback>
                <p:oleObj name="Equation" r:id="rId7" imgW="363204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991" y="1557338"/>
                        <a:ext cx="81724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196991" y="2241367"/>
          <a:ext cx="2886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82680" imgH="215640" progId="Equation.DSMT4">
                  <p:embed/>
                </p:oleObj>
              </mc:Choice>
              <mc:Fallback>
                <p:oleObj name="Equation" r:id="rId9" imgW="1282680" imgH="2156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991" y="2241367"/>
                        <a:ext cx="2886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196991" y="2916642"/>
          <a:ext cx="22288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90360" imgH="215640" progId="Equation.DSMT4">
                  <p:embed/>
                </p:oleObj>
              </mc:Choice>
              <mc:Fallback>
                <p:oleObj name="Equation" r:id="rId11" imgW="990360" imgH="215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991" y="2916642"/>
                        <a:ext cx="22288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583832" y="2922610"/>
          <a:ext cx="57150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9800" imgH="431640" progId="Equation.DSMT4">
                  <p:embed/>
                </p:oleObj>
              </mc:Choice>
              <mc:Fallback>
                <p:oleObj name="Equation" r:id="rId13" imgW="2539800" imgH="4316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2922610"/>
                        <a:ext cx="5715000" cy="96361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1"/>
          <p:cNvGrpSpPr>
            <a:grpSpLocks/>
          </p:cNvGrpSpPr>
          <p:nvPr/>
        </p:nvGrpSpPr>
        <p:grpSpPr bwMode="auto">
          <a:xfrm>
            <a:off x="1549121" y="3868008"/>
            <a:ext cx="2233612" cy="1739900"/>
            <a:chOff x="1257" y="2337"/>
            <a:chExt cx="1407" cy="1096"/>
          </a:xfrm>
        </p:grpSpPr>
        <p:sp>
          <p:nvSpPr>
            <p:cNvPr id="32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chemeClr val="bg1"/>
            </a:solidFill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Freeform 23"/>
            <p:cNvSpPr>
              <a:spLocks/>
            </p:cNvSpPr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" name="Rectangle 24"/>
          <p:cNvSpPr>
            <a:spLocks noChangeArrowheads="1"/>
          </p:cNvSpPr>
          <p:nvPr/>
        </p:nvSpPr>
        <p:spPr bwMode="auto">
          <a:xfrm>
            <a:off x="1422121" y="3801333"/>
            <a:ext cx="5699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楷体_GB2312" pitchFamily="49" charset="-122"/>
                <a:cs typeface="+mn-cs"/>
              </a:rPr>
              <a:t>不连通</a:t>
            </a:r>
          </a:p>
        </p:txBody>
      </p:sp>
      <p:sp>
        <p:nvSpPr>
          <p:cNvPr id="36" name="Freeform 26"/>
          <p:cNvSpPr>
            <a:spLocks/>
          </p:cNvSpPr>
          <p:nvPr/>
        </p:nvSpPr>
        <p:spPr bwMode="auto">
          <a:xfrm>
            <a:off x="2036483" y="3948970"/>
            <a:ext cx="688975" cy="809625"/>
          </a:xfrm>
          <a:custGeom>
            <a:avLst/>
            <a:gdLst>
              <a:gd name="T0" fmla="*/ 404 w 434"/>
              <a:gd name="T1" fmla="*/ 510 h 510"/>
              <a:gd name="T2" fmla="*/ 434 w 434"/>
              <a:gd name="T3" fmla="*/ 174 h 510"/>
              <a:gd name="T4" fmla="*/ 176 w 434"/>
              <a:gd name="T5" fmla="*/ 0 h 510"/>
              <a:gd name="T6" fmla="*/ 0 w 434"/>
              <a:gd name="T7" fmla="*/ 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4" h="510">
                <a:moveTo>
                  <a:pt x="404" y="510"/>
                </a:moveTo>
                <a:lnTo>
                  <a:pt x="434" y="174"/>
                </a:lnTo>
                <a:lnTo>
                  <a:pt x="176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Group 32"/>
          <p:cNvGrpSpPr>
            <a:grpSpLocks/>
          </p:cNvGrpSpPr>
          <p:nvPr/>
        </p:nvGrpSpPr>
        <p:grpSpPr bwMode="auto">
          <a:xfrm>
            <a:off x="4357276" y="4124695"/>
            <a:ext cx="2233612" cy="1509713"/>
            <a:chOff x="3285" y="2482"/>
            <a:chExt cx="1407" cy="951"/>
          </a:xfrm>
          <a:solidFill>
            <a:schemeClr val="bg1"/>
          </a:solidFill>
        </p:grpSpPr>
        <p:sp>
          <p:nvSpPr>
            <p:cNvPr id="55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27"/>
            <p:cNvSpPr>
              <a:spLocks/>
            </p:cNvSpPr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grpFill/>
            <a:ln w="28575" cap="flat" cmpd="sng">
              <a:solidFill>
                <a:srgbClr val="1217E4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7" name="Freeform 25"/>
          <p:cNvSpPr>
            <a:spLocks/>
          </p:cNvSpPr>
          <p:nvPr/>
        </p:nvSpPr>
        <p:spPr bwMode="auto">
          <a:xfrm>
            <a:off x="5027201" y="4675558"/>
            <a:ext cx="1071562" cy="593725"/>
          </a:xfrm>
          <a:custGeom>
            <a:avLst/>
            <a:gdLst>
              <a:gd name="T0" fmla="*/ 1414 w 1467"/>
              <a:gd name="T1" fmla="*/ 1100 h 1100"/>
              <a:gd name="T2" fmla="*/ 1467 w 1467"/>
              <a:gd name="T3" fmla="*/ 537 h 1100"/>
              <a:gd name="T4" fmla="*/ 917 w 1467"/>
              <a:gd name="T5" fmla="*/ 66 h 1100"/>
              <a:gd name="T6" fmla="*/ 380 w 1467"/>
              <a:gd name="T7" fmla="*/ 0 h 1100"/>
              <a:gd name="T8" fmla="*/ 0 w 1467"/>
              <a:gd name="T9" fmla="*/ 223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67" h="1100">
                <a:moveTo>
                  <a:pt x="1414" y="1100"/>
                </a:moveTo>
                <a:lnTo>
                  <a:pt x="1467" y="537"/>
                </a:lnTo>
                <a:lnTo>
                  <a:pt x="917" y="66"/>
                </a:lnTo>
                <a:lnTo>
                  <a:pt x="380" y="0"/>
                </a:lnTo>
                <a:lnTo>
                  <a:pt x="0" y="223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5711985" y="4040211"/>
            <a:ext cx="1239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楷体_GB2312" pitchFamily="49" charset="-122"/>
                <a:cs typeface="+mn-cs"/>
              </a:rPr>
              <a:t>连通</a:t>
            </a:r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1343025" y="5785322"/>
          <a:ext cx="85439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797280" imgH="228600" progId="Equation.DSMT4">
                  <p:embed/>
                </p:oleObj>
              </mc:Choice>
              <mc:Fallback>
                <p:oleObj name="Equation" r:id="rId15" imgW="3797280" imgH="228600" progId="Equation.DSMT4">
                  <p:embed/>
                  <p:pic>
                    <p:nvPicPr>
                      <p:cNvPr id="59" name="对象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5785322"/>
                        <a:ext cx="85439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256240" y="4114864"/>
          <a:ext cx="2857500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69720" imgH="660240" progId="Equation.DSMT4">
                  <p:embed/>
                </p:oleObj>
              </mc:Choice>
              <mc:Fallback>
                <p:oleObj name="Equation" r:id="rId17" imgW="1269720" imgH="6602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240" y="4114864"/>
                        <a:ext cx="2857500" cy="14763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841207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区域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145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45369" y="1511042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511042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96670" y="949449"/>
          <a:ext cx="34575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36480" imgH="203040" progId="Equation.DSMT4">
                  <p:embed/>
                </p:oleObj>
              </mc:Choice>
              <mc:Fallback>
                <p:oleObj name="Equation" r:id="rId5" imgW="153648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670" y="949449"/>
                        <a:ext cx="34575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091419"/>
              </p:ext>
            </p:extLst>
          </p:nvPr>
        </p:nvGraphicFramePr>
        <p:xfrm>
          <a:off x="2147475" y="1527307"/>
          <a:ext cx="888682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49560" imgH="698400" progId="Equation.DSMT4">
                  <p:embed/>
                </p:oleObj>
              </mc:Choice>
              <mc:Fallback>
                <p:oleObj name="Equation" r:id="rId7" imgW="3949560" imgH="6984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475" y="1527307"/>
                        <a:ext cx="8886825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040" y="2708920"/>
            <a:ext cx="3932261" cy="3249450"/>
          </a:xfrm>
          <a:prstGeom prst="rect">
            <a:avLst/>
          </a:prstGeom>
        </p:spPr>
      </p:pic>
      <p:sp>
        <p:nvSpPr>
          <p:cNvPr id="11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6841207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区域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25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21083" y="1025154"/>
          <a:ext cx="3771901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203040" progId="Equation.DSMT4">
                  <p:embed/>
                </p:oleObj>
              </mc:Choice>
              <mc:Fallback>
                <p:oleObj name="Equation" r:id="rId3" imgW="1676160" imgH="203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083" y="1025154"/>
                        <a:ext cx="3771901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723560"/>
              </p:ext>
            </p:extLst>
          </p:nvPr>
        </p:nvGraphicFramePr>
        <p:xfrm>
          <a:off x="1255713" y="966788"/>
          <a:ext cx="4286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190440" progId="Equation.DSMT4">
                  <p:embed/>
                </p:oleObj>
              </mc:Choice>
              <mc:Fallback>
                <p:oleObj name="Equation" r:id="rId5" imgW="19044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713" y="966788"/>
                        <a:ext cx="4286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504950" y="1772816"/>
          <a:ext cx="38290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253800" progId="Equation.DSMT4">
                  <p:embed/>
                </p:oleObj>
              </mc:Choice>
              <mc:Fallback>
                <p:oleObj name="Equation" r:id="rId7" imgW="1701720" imgH="253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1772816"/>
                        <a:ext cx="38290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8616280" y="1252960"/>
            <a:ext cx="1295400" cy="1295400"/>
            <a:chOff x="3635" y="964"/>
            <a:chExt cx="816" cy="816"/>
          </a:xfrm>
        </p:grpSpPr>
        <p:sp>
          <p:nvSpPr>
            <p:cNvPr id="13" name="AutoShape 6" descr="浅色上对角线"/>
            <p:cNvSpPr>
              <a:spLocks noChangeArrowheads="1"/>
            </p:cNvSpPr>
            <p:nvPr/>
          </p:nvSpPr>
          <p:spPr bwMode="auto">
            <a:xfrm>
              <a:off x="3635" y="964"/>
              <a:ext cx="816" cy="816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5" name="Object 7"/>
            <p:cNvGraphicFramePr>
              <a:graphicFrameLocks noChangeAspect="1"/>
            </p:cNvGraphicFramePr>
            <p:nvPr/>
          </p:nvGraphicFramePr>
          <p:xfrm>
            <a:off x="3984" y="1313"/>
            <a:ext cx="1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04560" imgH="431640" progId="Equation.3">
                    <p:embed/>
                  </p:oleObj>
                </mc:Choice>
                <mc:Fallback>
                  <p:oleObj name="Equation" r:id="rId9" imgW="304560" imgH="431640" progId="Equation.3">
                    <p:embed/>
                    <p:pic>
                      <p:nvPicPr>
                        <p:cNvPr id="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313"/>
                          <a:ext cx="1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" name="Group 8"/>
            <p:cNvGrpSpPr>
              <a:grpSpLocks/>
            </p:cNvGrpSpPr>
            <p:nvPr/>
          </p:nvGrpSpPr>
          <p:grpSpPr bwMode="auto">
            <a:xfrm>
              <a:off x="4045" y="977"/>
              <a:ext cx="184" cy="406"/>
              <a:chOff x="4045" y="624"/>
              <a:chExt cx="184" cy="406"/>
            </a:xfrm>
          </p:grpSpPr>
          <p:sp>
            <p:nvSpPr>
              <p:cNvPr id="21" name="Line 9"/>
              <p:cNvSpPr>
                <a:spLocks noChangeShapeType="1"/>
              </p:cNvSpPr>
              <p:nvPr/>
            </p:nvSpPr>
            <p:spPr bwMode="auto">
              <a:xfrm flipV="1">
                <a:off x="4058" y="642"/>
                <a:ext cx="171" cy="388"/>
              </a:xfrm>
              <a:prstGeom prst="line">
                <a:avLst/>
              </a:prstGeom>
              <a:noFill/>
              <a:ln w="28575">
                <a:solidFill>
                  <a:srgbClr val="1217E4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2" name="Object 10"/>
              <p:cNvGraphicFramePr>
                <a:graphicFrameLocks noChangeAspect="1"/>
              </p:cNvGraphicFramePr>
              <p:nvPr/>
            </p:nvGraphicFramePr>
            <p:xfrm>
              <a:off x="4045" y="624"/>
              <a:ext cx="118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66400" imgH="419040" progId="Equation.3">
                      <p:embed/>
                    </p:oleObj>
                  </mc:Choice>
                  <mc:Fallback>
                    <p:oleObj name="Equation" r:id="rId11" imgW="266400" imgH="419040" progId="Equation.3">
                      <p:embed/>
                      <p:pic>
                        <p:nvPicPr>
                          <p:cNvPr id="22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5" y="624"/>
                            <a:ext cx="118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Group 11"/>
            <p:cNvGrpSpPr>
              <a:grpSpLocks/>
            </p:cNvGrpSpPr>
            <p:nvPr/>
          </p:nvGrpSpPr>
          <p:grpSpPr bwMode="auto">
            <a:xfrm>
              <a:off x="3862" y="1156"/>
              <a:ext cx="193" cy="218"/>
              <a:chOff x="3862" y="803"/>
              <a:chExt cx="193" cy="218"/>
            </a:xfrm>
          </p:grpSpPr>
          <p:graphicFrame>
            <p:nvGraphicFramePr>
              <p:cNvPr id="18" name="Object 12"/>
              <p:cNvGraphicFramePr>
                <a:graphicFrameLocks noChangeAspect="1"/>
              </p:cNvGraphicFramePr>
              <p:nvPr/>
            </p:nvGraphicFramePr>
            <p:xfrm>
              <a:off x="3949" y="803"/>
              <a:ext cx="106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41200" imgH="419040" progId="Equation.3">
                      <p:embed/>
                    </p:oleObj>
                  </mc:Choice>
                  <mc:Fallback>
                    <p:oleObj name="Equation" r:id="rId13" imgW="241200" imgH="419040" progId="Equation.3">
                      <p:embed/>
                      <p:pic>
                        <p:nvPicPr>
                          <p:cNvPr id="18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9" y="803"/>
                            <a:ext cx="106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 flipH="1" flipV="1">
                <a:off x="3862" y="877"/>
                <a:ext cx="192" cy="1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504950" y="2610768"/>
          <a:ext cx="3314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73120" imgH="215640" progId="Equation.DSMT4">
                  <p:embed/>
                </p:oleObj>
              </mc:Choice>
              <mc:Fallback>
                <p:oleObj name="Equation" r:id="rId15" imgW="1473120" imgH="21564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2610768"/>
                        <a:ext cx="3314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" descr="浅色上对角线"/>
          <p:cNvSpPr>
            <a:spLocks noChangeArrowheads="1"/>
          </p:cNvSpPr>
          <p:nvPr/>
        </p:nvSpPr>
        <p:spPr bwMode="auto">
          <a:xfrm>
            <a:off x="8187216" y="3196666"/>
            <a:ext cx="2209800" cy="1066800"/>
          </a:xfrm>
          <a:prstGeom prst="rect">
            <a:avLst/>
          </a:prstGeom>
          <a:pattFill prst="ltUpDiag">
            <a:fgClr>
              <a:srgbClr val="FF0000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Group 24"/>
          <p:cNvGrpSpPr>
            <a:grpSpLocks/>
          </p:cNvGrpSpPr>
          <p:nvPr/>
        </p:nvGrpSpPr>
        <p:grpSpPr bwMode="auto">
          <a:xfrm rot="-2700000">
            <a:off x="8801579" y="3088716"/>
            <a:ext cx="1143000" cy="914400"/>
            <a:chOff x="4080" y="3264"/>
            <a:chExt cx="720" cy="576"/>
          </a:xfrm>
        </p:grpSpPr>
        <p:sp>
          <p:nvSpPr>
            <p:cNvPr id="26" name="Rectangle 25" descr="浅色上对角线"/>
            <p:cNvSpPr>
              <a:spLocks noChangeArrowheads="1"/>
            </p:cNvSpPr>
            <p:nvPr/>
          </p:nvSpPr>
          <p:spPr bwMode="auto">
            <a:xfrm>
              <a:off x="4080" y="3264"/>
              <a:ext cx="720" cy="576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80808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4080" y="3264"/>
              <a:ext cx="0" cy="576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4080" y="3840"/>
              <a:ext cx="720" cy="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8049104" y="3341129"/>
            <a:ext cx="2459037" cy="914400"/>
            <a:chOff x="3923" y="3264"/>
            <a:chExt cx="1549" cy="576"/>
          </a:xfrm>
        </p:grpSpPr>
        <p:sp>
          <p:nvSpPr>
            <p:cNvPr id="30" name="Rectangle 29" descr="浅色横线"/>
            <p:cNvSpPr>
              <a:spLocks noChangeArrowheads="1"/>
            </p:cNvSpPr>
            <p:nvPr/>
          </p:nvSpPr>
          <p:spPr bwMode="auto">
            <a:xfrm>
              <a:off x="3936" y="3264"/>
              <a:ext cx="1536" cy="576"/>
            </a:xfrm>
            <a:prstGeom prst="rect">
              <a:avLst/>
            </a:prstGeom>
            <a:pattFill prst="ltHorz">
              <a:fgClr>
                <a:srgbClr val="FF812B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80808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3923" y="3840"/>
              <a:ext cx="1536" cy="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3936" y="3264"/>
              <a:ext cx="1536" cy="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" name="Group 32"/>
          <p:cNvGrpSpPr>
            <a:grpSpLocks/>
          </p:cNvGrpSpPr>
          <p:nvPr/>
        </p:nvGrpSpPr>
        <p:grpSpPr bwMode="auto">
          <a:xfrm>
            <a:off x="8041605" y="2853160"/>
            <a:ext cx="2825750" cy="1635125"/>
            <a:chOff x="3360" y="1968"/>
            <a:chExt cx="1780" cy="1030"/>
          </a:xfrm>
        </p:grpSpPr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3360" y="2854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V="1">
              <a:off x="4154" y="2086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7" name="Object 35"/>
            <p:cNvGraphicFramePr>
              <a:graphicFrameLocks noChangeAspect="1"/>
            </p:cNvGraphicFramePr>
            <p:nvPr/>
          </p:nvGraphicFramePr>
          <p:xfrm>
            <a:off x="5035" y="2806"/>
            <a:ext cx="105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53800" imgH="241200" progId="Equation.3">
                    <p:embed/>
                  </p:oleObj>
                </mc:Choice>
                <mc:Fallback>
                  <p:oleObj name="Equation" r:id="rId17" imgW="253800" imgH="241200" progId="Equation.3">
                    <p:embed/>
                    <p:pic>
                      <p:nvPicPr>
                        <p:cNvPr id="37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2806"/>
                          <a:ext cx="105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6"/>
            <p:cNvGraphicFramePr>
              <a:graphicFrameLocks noChangeAspect="1"/>
            </p:cNvGraphicFramePr>
            <p:nvPr/>
          </p:nvGraphicFramePr>
          <p:xfrm>
            <a:off x="4119" y="1968"/>
            <a:ext cx="105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3800" imgH="317160" progId="Equation.3">
                    <p:embed/>
                  </p:oleObj>
                </mc:Choice>
                <mc:Fallback>
                  <p:oleObj name="Equation" r:id="rId19" imgW="253800" imgH="317160" progId="Equation.3">
                    <p:embed/>
                    <p:pic>
                      <p:nvPicPr>
                        <p:cNvPr id="38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9" y="1968"/>
                          <a:ext cx="105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7"/>
            <p:cNvGraphicFramePr>
              <a:graphicFrameLocks noChangeAspect="1"/>
            </p:cNvGraphicFramePr>
            <p:nvPr/>
          </p:nvGraphicFramePr>
          <p:xfrm>
            <a:off x="4071" y="2867"/>
            <a:ext cx="89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15640" imgH="241200" progId="Equation.3">
                    <p:embed/>
                  </p:oleObj>
                </mc:Choice>
                <mc:Fallback>
                  <p:oleObj name="Equation" r:id="rId21" imgW="215640" imgH="241200" progId="Equation.3">
                    <p:embed/>
                    <p:pic>
                      <p:nvPicPr>
                        <p:cNvPr id="3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2867"/>
                          <a:ext cx="89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1504950" y="3364583"/>
          <a:ext cx="35718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87240" imgH="215640" progId="Equation.DSMT4">
                  <p:embed/>
                </p:oleObj>
              </mc:Choice>
              <mc:Fallback>
                <p:oleObj name="Equation" r:id="rId23" imgW="1587240" imgH="215640" progId="Equation.DSMT4">
                  <p:embed/>
                  <p:pic>
                    <p:nvPicPr>
                      <p:cNvPr id="4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364583"/>
                        <a:ext cx="35718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1504950" y="4117975"/>
          <a:ext cx="3486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215640" progId="Equation.DSMT4">
                  <p:embed/>
                </p:oleObj>
              </mc:Choice>
              <mc:Fallback>
                <p:oleObj name="Equation" r:id="rId25" imgW="1549080" imgH="2156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4117975"/>
                        <a:ext cx="34861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824983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区域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8EC3409-B3DF-A065-B47A-BB9DE37319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25083"/>
              </p:ext>
            </p:extLst>
          </p:nvPr>
        </p:nvGraphicFramePr>
        <p:xfrm>
          <a:off x="5694363" y="1856396"/>
          <a:ext cx="705825" cy="41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48571" imgH="266523" progId="Equation.DSMT4">
                  <p:embed/>
                </p:oleObj>
              </mc:Choice>
              <mc:Fallback>
                <p:oleObj name="Equation" r:id="rId27" imgW="448571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94363" y="1856396"/>
                        <a:ext cx="705825" cy="419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484AA3B-E611-1847-C9EC-84F13C6E0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33731"/>
              </p:ext>
            </p:extLst>
          </p:nvPr>
        </p:nvGraphicFramePr>
        <p:xfrm>
          <a:off x="5460943" y="2621484"/>
          <a:ext cx="707065" cy="419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42720" imgH="203040" progId="Equation.DSMT4">
                  <p:embed/>
                </p:oleObj>
              </mc:Choice>
              <mc:Fallback>
                <p:oleObj name="Equation" r:id="rId29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460943" y="2621484"/>
                        <a:ext cx="707065" cy="419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5CEC05F-C62A-C3AB-B126-73B8D67D3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783268"/>
              </p:ext>
            </p:extLst>
          </p:nvPr>
        </p:nvGraphicFramePr>
        <p:xfrm>
          <a:off x="5487204" y="3396333"/>
          <a:ext cx="7080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707453" imgH="419415" progId="Equation.DSMT4">
                  <p:embed/>
                </p:oleObj>
              </mc:Choice>
              <mc:Fallback>
                <p:oleObj name="Equation" r:id="rId31" imgW="707453" imgH="4194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87204" y="3396333"/>
                        <a:ext cx="70802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583434A-3007-4C8B-D2F3-FF75682476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908026"/>
              </p:ext>
            </p:extLst>
          </p:nvPr>
        </p:nvGraphicFramePr>
        <p:xfrm>
          <a:off x="5513790" y="4132685"/>
          <a:ext cx="7080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707453" imgH="419415" progId="Equation.DSMT4">
                  <p:embed/>
                </p:oleObj>
              </mc:Choice>
              <mc:Fallback>
                <p:oleObj name="Equation" r:id="rId33" imgW="707453" imgH="4194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513790" y="4132685"/>
                        <a:ext cx="70802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91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332722"/>
              </p:ext>
            </p:extLst>
          </p:nvPr>
        </p:nvGraphicFramePr>
        <p:xfrm>
          <a:off x="1343025" y="1355061"/>
          <a:ext cx="582771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480" imgH="469800" progId="Equation.DSMT4">
                  <p:embed/>
                </p:oleObj>
              </mc:Choice>
              <mc:Fallback>
                <p:oleObj name="Equation" r:id="rId3" imgW="2679480" imgH="4698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1355061"/>
                        <a:ext cx="5827713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97541" y="909379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160" imgH="203040" progId="Equation.DSMT4">
                  <p:embed/>
                </p:oleObj>
              </mc:Choice>
              <mc:Fallback>
                <p:oleObj name="Equation" r:id="rId5" imgW="74916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541" y="909379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220063"/>
              </p:ext>
            </p:extLst>
          </p:nvPr>
        </p:nvGraphicFramePr>
        <p:xfrm>
          <a:off x="1343025" y="2565956"/>
          <a:ext cx="695801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00400" imgH="215640" progId="Equation.DSMT4">
                  <p:embed/>
                </p:oleObj>
              </mc:Choice>
              <mc:Fallback>
                <p:oleObj name="Equation" r:id="rId7" imgW="3200400" imgH="2156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565956"/>
                        <a:ext cx="695801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09661" y="3429000"/>
          <a:ext cx="2057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190440" progId="Equation.DSMT4">
                  <p:embed/>
                </p:oleObj>
              </mc:Choice>
              <mc:Fallback>
                <p:oleObj name="Equation" r:id="rId9" imgW="914400" imgH="1904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61" y="3429000"/>
                        <a:ext cx="2057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925831"/>
              </p:ext>
            </p:extLst>
          </p:nvPr>
        </p:nvGraphicFramePr>
        <p:xfrm>
          <a:off x="3180210" y="3429000"/>
          <a:ext cx="74834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41600" imgH="215640" progId="Equation.DSMT4">
                  <p:embed/>
                </p:oleObj>
              </mc:Choice>
              <mc:Fallback>
                <p:oleObj name="Equation" r:id="rId11" imgW="344160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0210" y="3429000"/>
                        <a:ext cx="74834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985328"/>
              </p:ext>
            </p:extLst>
          </p:nvPr>
        </p:nvGraphicFramePr>
        <p:xfrm>
          <a:off x="1372127" y="4128294"/>
          <a:ext cx="988536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546440" imgH="228600" progId="Equation.DSMT4">
                  <p:embed/>
                </p:oleObj>
              </mc:Choice>
              <mc:Fallback>
                <p:oleObj name="Equation" r:id="rId13" imgW="454644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127" y="4128294"/>
                        <a:ext cx="9885362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604538"/>
              </p:ext>
            </p:extLst>
          </p:nvPr>
        </p:nvGraphicFramePr>
        <p:xfrm>
          <a:off x="1372127" y="4829175"/>
          <a:ext cx="59086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17640" imgH="215640" progId="Equation.DSMT4">
                  <p:embed/>
                </p:oleObj>
              </mc:Choice>
              <mc:Fallback>
                <p:oleObj name="Equation" r:id="rId15" imgW="271764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127" y="4829175"/>
                        <a:ext cx="59086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048018"/>
              </p:ext>
            </p:extLst>
          </p:nvPr>
        </p:nvGraphicFramePr>
        <p:xfrm>
          <a:off x="1372127" y="5528470"/>
          <a:ext cx="89725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127400" imgH="215640" progId="Equation.DSMT4">
                  <p:embed/>
                </p:oleObj>
              </mc:Choice>
              <mc:Fallback>
                <p:oleObj name="Equation" r:id="rId17" imgW="4127400" imgH="215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127" y="5528470"/>
                        <a:ext cx="897255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654528" y="4856163"/>
          <a:ext cx="30924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22360" imgH="203040" progId="Equation.DSMT4">
                  <p:embed/>
                </p:oleObj>
              </mc:Choice>
              <mc:Fallback>
                <p:oleObj name="Equation" r:id="rId19" imgW="1422360" imgH="2030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4528" y="4856163"/>
                        <a:ext cx="30924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曲线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A7F11EF-7B78-E005-A38D-60248F6A3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369436"/>
              </p:ext>
            </p:extLst>
          </p:nvPr>
        </p:nvGraphicFramePr>
        <p:xfrm>
          <a:off x="4458340" y="6110048"/>
          <a:ext cx="57927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6880" imgH="203040" progId="Equation.DSMT4">
                  <p:embed/>
                </p:oleObj>
              </mc:Choice>
              <mc:Fallback>
                <p:oleObj name="Equation" r:id="rId21" imgW="2666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58340" y="6110048"/>
                        <a:ext cx="5792788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3217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" name="Group 62"/>
          <p:cNvGrpSpPr>
            <a:grpSpLocks/>
          </p:cNvGrpSpPr>
          <p:nvPr/>
        </p:nvGrpSpPr>
        <p:grpSpPr bwMode="auto">
          <a:xfrm>
            <a:off x="1343025" y="1007165"/>
            <a:ext cx="8783638" cy="1365250"/>
            <a:chOff x="319" y="2698"/>
            <a:chExt cx="5533" cy="860"/>
          </a:xfrm>
        </p:grpSpPr>
        <p:pic>
          <p:nvPicPr>
            <p:cNvPr id="27" name="Picture 50" descr="aa09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" y="2715"/>
              <a:ext cx="973" cy="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51" descr="aa09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3" y="2796"/>
              <a:ext cx="1043" cy="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52" descr="aa09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6" y="2828"/>
              <a:ext cx="1000" cy="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53" descr="aa09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7" y="2698"/>
              <a:ext cx="925" cy="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Rectangle 54"/>
          <p:cNvSpPr>
            <a:spLocks noChangeArrowheads="1"/>
          </p:cNvSpPr>
          <p:nvPr/>
        </p:nvSpPr>
        <p:spPr bwMode="auto">
          <a:xfrm>
            <a:off x="3727250" y="2499415"/>
            <a:ext cx="1746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简单、不闭</a:t>
            </a:r>
          </a:p>
        </p:txBody>
      </p:sp>
      <p:sp>
        <p:nvSpPr>
          <p:cNvPr id="33" name="Rectangle 55"/>
          <p:cNvSpPr>
            <a:spLocks noChangeArrowheads="1"/>
          </p:cNvSpPr>
          <p:nvPr/>
        </p:nvSpPr>
        <p:spPr bwMode="auto">
          <a:xfrm>
            <a:off x="1394619" y="2499415"/>
            <a:ext cx="1441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简单、闭</a:t>
            </a:r>
          </a:p>
        </p:txBody>
      </p:sp>
      <p:sp>
        <p:nvSpPr>
          <p:cNvPr id="34" name="Rectangle 56"/>
          <p:cNvSpPr>
            <a:spLocks noChangeArrowheads="1"/>
          </p:cNvSpPr>
          <p:nvPr/>
        </p:nvSpPr>
        <p:spPr bwMode="auto">
          <a:xfrm>
            <a:off x="6100521" y="2499415"/>
            <a:ext cx="1746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不简单、闭</a:t>
            </a:r>
          </a:p>
        </p:txBody>
      </p:sp>
      <p:sp>
        <p:nvSpPr>
          <p:cNvPr id="35" name="Rectangle 57"/>
          <p:cNvSpPr>
            <a:spLocks noChangeArrowheads="1"/>
          </p:cNvSpPr>
          <p:nvPr/>
        </p:nvSpPr>
        <p:spPr bwMode="auto">
          <a:xfrm>
            <a:off x="8514431" y="2499415"/>
            <a:ext cx="2052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不简单、不闭</a:t>
            </a: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877189" y="3117775"/>
          <a:ext cx="1714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760" imgH="203040" progId="Equation.DSMT4">
                  <p:embed/>
                </p:oleObj>
              </mc:Choice>
              <mc:Fallback>
                <p:oleObj name="Equation" r:id="rId7" imgW="761760" imgH="20304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189" y="3117775"/>
                        <a:ext cx="1714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1111250" y="3740579"/>
          <a:ext cx="9969500" cy="154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84600" imgH="711000" progId="Equation.DSMT4">
                  <p:embed/>
                </p:oleObj>
              </mc:Choice>
              <mc:Fallback>
                <p:oleObj name="Equation" r:id="rId9" imgW="4584600" imgH="71100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3740579"/>
                        <a:ext cx="9969500" cy="154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9"/>
          <p:cNvGraphicFramePr>
            <a:graphicFrameLocks noChangeAspect="1"/>
          </p:cNvGraphicFramePr>
          <p:nvPr/>
        </p:nvGraphicFramePr>
        <p:xfrm>
          <a:off x="2711624" y="5390027"/>
          <a:ext cx="16383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11" imgW="1638529" imgH="1343212" progId="Paint.Picture">
                  <p:embed/>
                </p:oleObj>
              </mc:Choice>
              <mc:Fallback>
                <p:oleObj name="位图图像" r:id="rId11" imgW="1638529" imgH="1343212" progId="Paint.Picture">
                  <p:embed/>
                  <p:pic>
                    <p:nvPicPr>
                      <p:cNvPr id="44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5390027"/>
                        <a:ext cx="1638300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0"/>
          <p:cNvGraphicFramePr>
            <a:graphicFrameLocks noChangeAspect="1"/>
          </p:cNvGraphicFramePr>
          <p:nvPr/>
        </p:nvGraphicFramePr>
        <p:xfrm>
          <a:off x="5663952" y="5390026"/>
          <a:ext cx="16383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13" imgW="1638529" imgH="1343212" progId="Paint.Picture">
                  <p:embed/>
                </p:oleObj>
              </mc:Choice>
              <mc:Fallback>
                <p:oleObj name="位图图像" r:id="rId13" imgW="1638529" imgH="1343212" progId="Paint.Picture">
                  <p:embed/>
                  <p:pic>
                    <p:nvPicPr>
                      <p:cNvPr id="45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5390026"/>
                        <a:ext cx="1638300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曲线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373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862013" y="927829"/>
          <a:ext cx="34575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203040" progId="Equation.DSMT4">
                  <p:embed/>
                </p:oleObj>
              </mc:Choice>
              <mc:Fallback>
                <p:oleObj name="Equation" r:id="rId3" imgW="1536480" imgH="20304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927829"/>
                        <a:ext cx="34575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084013"/>
              </p:ext>
            </p:extLst>
          </p:nvPr>
        </p:nvGraphicFramePr>
        <p:xfrm>
          <a:off x="1800225" y="1554872"/>
          <a:ext cx="95821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06760" imgH="457200" progId="Equation.DSMT4">
                  <p:embed/>
                </p:oleObj>
              </mc:Choice>
              <mc:Fallback>
                <p:oleObj name="Equation" r:id="rId5" imgW="4406760" imgH="45720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1554872"/>
                        <a:ext cx="95821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138647"/>
              </p:ext>
            </p:extLst>
          </p:nvPr>
        </p:nvGraphicFramePr>
        <p:xfrm>
          <a:off x="862013" y="2771231"/>
          <a:ext cx="82565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97280" imgH="203040" progId="Equation.DSMT4">
                  <p:embed/>
                </p:oleObj>
              </mc:Choice>
              <mc:Fallback>
                <p:oleObj name="Equation" r:id="rId7" imgW="3797280" imgH="2030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2771231"/>
                        <a:ext cx="82565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885825" y="1557338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6080" imgH="190440" progId="Equation.DSMT4">
                  <p:embed/>
                </p:oleObj>
              </mc:Choice>
              <mc:Fallback>
                <p:oleObj name="Equation" r:id="rId9" imgW="406080" imgH="1904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1557338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Freeform 4" descr="浅色上对角线"/>
          <p:cNvSpPr>
            <a:spLocks/>
          </p:cNvSpPr>
          <p:nvPr/>
        </p:nvSpPr>
        <p:spPr bwMode="auto">
          <a:xfrm>
            <a:off x="2755032" y="3715000"/>
            <a:ext cx="1514475" cy="1436687"/>
          </a:xfrm>
          <a:custGeom>
            <a:avLst/>
            <a:gdLst>
              <a:gd name="T0" fmla="*/ 671 w 954"/>
              <a:gd name="T1" fmla="*/ 276 h 905"/>
              <a:gd name="T2" fmla="*/ 605 w 954"/>
              <a:gd name="T3" fmla="*/ 28 h 905"/>
              <a:gd name="T4" fmla="*/ 488 w 954"/>
              <a:gd name="T5" fmla="*/ 1 h 905"/>
              <a:gd name="T6" fmla="*/ 291 w 954"/>
              <a:gd name="T7" fmla="*/ 14 h 905"/>
              <a:gd name="T8" fmla="*/ 160 w 954"/>
              <a:gd name="T9" fmla="*/ 54 h 905"/>
              <a:gd name="T10" fmla="*/ 29 w 954"/>
              <a:gd name="T11" fmla="*/ 211 h 905"/>
              <a:gd name="T12" fmla="*/ 95 w 954"/>
              <a:gd name="T13" fmla="*/ 774 h 905"/>
              <a:gd name="T14" fmla="*/ 226 w 954"/>
              <a:gd name="T15" fmla="*/ 878 h 905"/>
              <a:gd name="T16" fmla="*/ 330 w 954"/>
              <a:gd name="T17" fmla="*/ 905 h 905"/>
              <a:gd name="T18" fmla="*/ 749 w 954"/>
              <a:gd name="T19" fmla="*/ 826 h 905"/>
              <a:gd name="T20" fmla="*/ 920 w 954"/>
              <a:gd name="T21" fmla="*/ 577 h 905"/>
              <a:gd name="T22" fmla="*/ 920 w 954"/>
              <a:gd name="T23" fmla="*/ 329 h 905"/>
              <a:gd name="T24" fmla="*/ 841 w 954"/>
              <a:gd name="T25" fmla="*/ 276 h 905"/>
              <a:gd name="T26" fmla="*/ 736 w 954"/>
              <a:gd name="T27" fmla="*/ 289 h 905"/>
              <a:gd name="T28" fmla="*/ 710 w 954"/>
              <a:gd name="T29" fmla="*/ 316 h 905"/>
              <a:gd name="T30" fmla="*/ 671 w 954"/>
              <a:gd name="T31" fmla="*/ 329 h 905"/>
              <a:gd name="T32" fmla="*/ 671 w 954"/>
              <a:gd name="T33" fmla="*/ 276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54" h="905">
                <a:moveTo>
                  <a:pt x="671" y="276"/>
                </a:moveTo>
                <a:cubicBezTo>
                  <a:pt x="664" y="211"/>
                  <a:pt x="661" y="84"/>
                  <a:pt x="605" y="28"/>
                </a:cubicBezTo>
                <a:cubicBezTo>
                  <a:pt x="577" y="0"/>
                  <a:pt x="527" y="8"/>
                  <a:pt x="488" y="1"/>
                </a:cubicBezTo>
                <a:cubicBezTo>
                  <a:pt x="422" y="5"/>
                  <a:pt x="356" y="5"/>
                  <a:pt x="291" y="14"/>
                </a:cubicBezTo>
                <a:cubicBezTo>
                  <a:pt x="246" y="21"/>
                  <a:pt x="204" y="43"/>
                  <a:pt x="160" y="54"/>
                </a:cubicBezTo>
                <a:cubicBezTo>
                  <a:pt x="96" y="97"/>
                  <a:pt x="64" y="143"/>
                  <a:pt x="29" y="211"/>
                </a:cubicBezTo>
                <a:cubicBezTo>
                  <a:pt x="34" y="350"/>
                  <a:pt x="0" y="621"/>
                  <a:pt x="95" y="774"/>
                </a:cubicBezTo>
                <a:cubicBezTo>
                  <a:pt x="124" y="821"/>
                  <a:pt x="174" y="859"/>
                  <a:pt x="226" y="878"/>
                </a:cubicBezTo>
                <a:cubicBezTo>
                  <a:pt x="260" y="890"/>
                  <a:pt x="330" y="905"/>
                  <a:pt x="330" y="905"/>
                </a:cubicBezTo>
                <a:cubicBezTo>
                  <a:pt x="417" y="900"/>
                  <a:pt x="656" y="898"/>
                  <a:pt x="749" y="826"/>
                </a:cubicBezTo>
                <a:cubicBezTo>
                  <a:pt x="827" y="766"/>
                  <a:pt x="888" y="668"/>
                  <a:pt x="920" y="577"/>
                </a:cubicBezTo>
                <a:cubicBezTo>
                  <a:pt x="934" y="496"/>
                  <a:pt x="954" y="411"/>
                  <a:pt x="920" y="329"/>
                </a:cubicBezTo>
                <a:cubicBezTo>
                  <a:pt x="908" y="300"/>
                  <a:pt x="841" y="276"/>
                  <a:pt x="841" y="276"/>
                </a:cubicBezTo>
                <a:cubicBezTo>
                  <a:pt x="806" y="280"/>
                  <a:pt x="770" y="279"/>
                  <a:pt x="736" y="289"/>
                </a:cubicBezTo>
                <a:cubicBezTo>
                  <a:pt x="724" y="293"/>
                  <a:pt x="721" y="309"/>
                  <a:pt x="710" y="316"/>
                </a:cubicBezTo>
                <a:cubicBezTo>
                  <a:pt x="698" y="323"/>
                  <a:pt x="684" y="325"/>
                  <a:pt x="671" y="329"/>
                </a:cubicBezTo>
                <a:cubicBezTo>
                  <a:pt x="656" y="283"/>
                  <a:pt x="648" y="299"/>
                  <a:pt x="671" y="276"/>
                </a:cubicBezTo>
                <a:close/>
              </a:path>
            </a:pathLst>
          </a:custGeom>
          <a:pattFill prst="ltUpDiag">
            <a:fgClr>
              <a:schemeClr val="accent1"/>
            </a:fgClr>
            <a:bgClr>
              <a:schemeClr val="bg1"/>
            </a:bgClr>
          </a:pattFill>
          <a:ln w="9525" cap="flat" cmpd="sng">
            <a:solidFill>
              <a:srgbClr val="08080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4" name="AutoShape 5" descr="浅色上对角线"/>
          <p:cNvSpPr>
            <a:spLocks noChangeArrowheads="1"/>
          </p:cNvSpPr>
          <p:nvPr/>
        </p:nvSpPr>
        <p:spPr bwMode="auto">
          <a:xfrm>
            <a:off x="4583832" y="3938837"/>
            <a:ext cx="1143000" cy="1066800"/>
          </a:xfrm>
          <a:prstGeom prst="pentagon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  <a:ln w="9525">
            <a:solidFill>
              <a:srgbClr val="08080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5" name="Text Box 6"/>
          <p:cNvSpPr txBox="1">
            <a:spLocks noChangeArrowheads="1"/>
          </p:cNvSpPr>
          <p:nvPr/>
        </p:nvSpPr>
        <p:spPr bwMode="auto">
          <a:xfrm>
            <a:off x="3517032" y="5234237"/>
            <a:ext cx="20574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8080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单连通域</a:t>
            </a:r>
          </a:p>
        </p:txBody>
      </p:sp>
      <p:grpSp>
        <p:nvGrpSpPr>
          <p:cNvPr id="86" name="Group 7"/>
          <p:cNvGrpSpPr>
            <a:grpSpLocks/>
          </p:cNvGrpSpPr>
          <p:nvPr/>
        </p:nvGrpSpPr>
        <p:grpSpPr bwMode="auto">
          <a:xfrm>
            <a:off x="6980957" y="3595937"/>
            <a:ext cx="1641475" cy="1638300"/>
            <a:chOff x="3574" y="2136"/>
            <a:chExt cx="1034" cy="1032"/>
          </a:xfrm>
        </p:grpSpPr>
        <p:sp>
          <p:nvSpPr>
            <p:cNvPr id="87" name="Freeform 8"/>
            <p:cNvSpPr>
              <a:spLocks/>
            </p:cNvSpPr>
            <p:nvPr/>
          </p:nvSpPr>
          <p:spPr bwMode="auto">
            <a:xfrm>
              <a:off x="3574" y="2136"/>
              <a:ext cx="1034" cy="1032"/>
            </a:xfrm>
            <a:custGeom>
              <a:avLst/>
              <a:gdLst>
                <a:gd name="T0" fmla="*/ 651 w 1034"/>
                <a:gd name="T1" fmla="*/ 11 h 1032"/>
                <a:gd name="T2" fmla="*/ 428 w 1034"/>
                <a:gd name="T3" fmla="*/ 24 h 1032"/>
                <a:gd name="T4" fmla="*/ 323 w 1034"/>
                <a:gd name="T5" fmla="*/ 50 h 1032"/>
                <a:gd name="T6" fmla="*/ 166 w 1034"/>
                <a:gd name="T7" fmla="*/ 142 h 1032"/>
                <a:gd name="T8" fmla="*/ 22 w 1034"/>
                <a:gd name="T9" fmla="*/ 378 h 1032"/>
                <a:gd name="T10" fmla="*/ 101 w 1034"/>
                <a:gd name="T11" fmla="*/ 783 h 1032"/>
                <a:gd name="T12" fmla="*/ 376 w 1034"/>
                <a:gd name="T13" fmla="*/ 1032 h 1032"/>
                <a:gd name="T14" fmla="*/ 677 w 1034"/>
                <a:gd name="T15" fmla="*/ 1019 h 1032"/>
                <a:gd name="T16" fmla="*/ 782 w 1034"/>
                <a:gd name="T17" fmla="*/ 954 h 1032"/>
                <a:gd name="T18" fmla="*/ 991 w 1034"/>
                <a:gd name="T19" fmla="*/ 666 h 1032"/>
                <a:gd name="T20" fmla="*/ 965 w 1034"/>
                <a:gd name="T21" fmla="*/ 142 h 1032"/>
                <a:gd name="T22" fmla="*/ 860 w 1034"/>
                <a:gd name="T23" fmla="*/ 37 h 1032"/>
                <a:gd name="T24" fmla="*/ 651 w 1034"/>
                <a:gd name="T25" fmla="*/ 11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34" h="1032">
                  <a:moveTo>
                    <a:pt x="651" y="11"/>
                  </a:moveTo>
                  <a:cubicBezTo>
                    <a:pt x="577" y="15"/>
                    <a:pt x="502" y="15"/>
                    <a:pt x="428" y="24"/>
                  </a:cubicBezTo>
                  <a:cubicBezTo>
                    <a:pt x="392" y="28"/>
                    <a:pt x="323" y="50"/>
                    <a:pt x="323" y="50"/>
                  </a:cubicBezTo>
                  <a:cubicBezTo>
                    <a:pt x="249" y="88"/>
                    <a:pt x="222" y="94"/>
                    <a:pt x="166" y="142"/>
                  </a:cubicBezTo>
                  <a:cubicBezTo>
                    <a:pt x="94" y="203"/>
                    <a:pt x="57" y="293"/>
                    <a:pt x="22" y="378"/>
                  </a:cubicBezTo>
                  <a:cubicBezTo>
                    <a:pt x="0" y="531"/>
                    <a:pt x="16" y="655"/>
                    <a:pt x="101" y="783"/>
                  </a:cubicBezTo>
                  <a:cubicBezTo>
                    <a:pt x="141" y="905"/>
                    <a:pt x="258" y="993"/>
                    <a:pt x="376" y="1032"/>
                  </a:cubicBezTo>
                  <a:cubicBezTo>
                    <a:pt x="476" y="1028"/>
                    <a:pt x="577" y="1030"/>
                    <a:pt x="677" y="1019"/>
                  </a:cubicBezTo>
                  <a:cubicBezTo>
                    <a:pt x="701" y="1016"/>
                    <a:pt x="767" y="967"/>
                    <a:pt x="782" y="954"/>
                  </a:cubicBezTo>
                  <a:cubicBezTo>
                    <a:pt x="875" y="871"/>
                    <a:pt x="936" y="777"/>
                    <a:pt x="991" y="666"/>
                  </a:cubicBezTo>
                  <a:cubicBezTo>
                    <a:pt x="1034" y="492"/>
                    <a:pt x="1021" y="310"/>
                    <a:pt x="965" y="142"/>
                  </a:cubicBezTo>
                  <a:cubicBezTo>
                    <a:pt x="965" y="142"/>
                    <a:pt x="874" y="51"/>
                    <a:pt x="860" y="37"/>
                  </a:cubicBezTo>
                  <a:cubicBezTo>
                    <a:pt x="823" y="0"/>
                    <a:pt x="703" y="11"/>
                    <a:pt x="651" y="1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8080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8" name="Freeform 9"/>
            <p:cNvSpPr>
              <a:spLocks/>
            </p:cNvSpPr>
            <p:nvPr/>
          </p:nvSpPr>
          <p:spPr bwMode="auto">
            <a:xfrm>
              <a:off x="3863" y="2395"/>
              <a:ext cx="342" cy="303"/>
            </a:xfrm>
            <a:custGeom>
              <a:avLst/>
              <a:gdLst>
                <a:gd name="T0" fmla="*/ 152 w 342"/>
                <a:gd name="T1" fmla="*/ 27 h 303"/>
                <a:gd name="T2" fmla="*/ 34 w 342"/>
                <a:gd name="T3" fmla="*/ 66 h 303"/>
                <a:gd name="T4" fmla="*/ 8 w 342"/>
                <a:gd name="T5" fmla="*/ 145 h 303"/>
                <a:gd name="T6" fmla="*/ 100 w 342"/>
                <a:gd name="T7" fmla="*/ 289 h 303"/>
                <a:gd name="T8" fmla="*/ 257 w 342"/>
                <a:gd name="T9" fmla="*/ 236 h 303"/>
                <a:gd name="T10" fmla="*/ 309 w 342"/>
                <a:gd name="T11" fmla="*/ 158 h 303"/>
                <a:gd name="T12" fmla="*/ 336 w 342"/>
                <a:gd name="T13" fmla="*/ 79 h 303"/>
                <a:gd name="T14" fmla="*/ 322 w 342"/>
                <a:gd name="T15" fmla="*/ 14 h 303"/>
                <a:gd name="T16" fmla="*/ 218 w 342"/>
                <a:gd name="T17" fmla="*/ 27 h 303"/>
                <a:gd name="T18" fmla="*/ 152 w 342"/>
                <a:gd name="T19" fmla="*/ 2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2" h="303">
                  <a:moveTo>
                    <a:pt x="152" y="27"/>
                  </a:moveTo>
                  <a:cubicBezTo>
                    <a:pt x="115" y="32"/>
                    <a:pt x="56" y="23"/>
                    <a:pt x="34" y="66"/>
                  </a:cubicBezTo>
                  <a:cubicBezTo>
                    <a:pt x="22" y="91"/>
                    <a:pt x="8" y="145"/>
                    <a:pt x="8" y="145"/>
                  </a:cubicBezTo>
                  <a:cubicBezTo>
                    <a:pt x="22" y="258"/>
                    <a:pt x="0" y="264"/>
                    <a:pt x="100" y="289"/>
                  </a:cubicBezTo>
                  <a:cubicBezTo>
                    <a:pt x="204" y="278"/>
                    <a:pt x="206" y="303"/>
                    <a:pt x="257" y="236"/>
                  </a:cubicBezTo>
                  <a:cubicBezTo>
                    <a:pt x="276" y="211"/>
                    <a:pt x="299" y="188"/>
                    <a:pt x="309" y="158"/>
                  </a:cubicBezTo>
                  <a:cubicBezTo>
                    <a:pt x="318" y="132"/>
                    <a:pt x="336" y="79"/>
                    <a:pt x="336" y="79"/>
                  </a:cubicBezTo>
                  <a:cubicBezTo>
                    <a:pt x="331" y="57"/>
                    <a:pt x="342" y="23"/>
                    <a:pt x="322" y="14"/>
                  </a:cubicBezTo>
                  <a:cubicBezTo>
                    <a:pt x="290" y="0"/>
                    <a:pt x="253" y="24"/>
                    <a:pt x="218" y="27"/>
                  </a:cubicBezTo>
                  <a:cubicBezTo>
                    <a:pt x="196" y="29"/>
                    <a:pt x="174" y="27"/>
                    <a:pt x="152" y="2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8080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9" name="Freeform 10"/>
            <p:cNvSpPr>
              <a:spLocks/>
            </p:cNvSpPr>
            <p:nvPr/>
          </p:nvSpPr>
          <p:spPr bwMode="auto">
            <a:xfrm>
              <a:off x="4214" y="2859"/>
              <a:ext cx="169" cy="152"/>
            </a:xfrm>
            <a:custGeom>
              <a:avLst/>
              <a:gdLst>
                <a:gd name="T0" fmla="*/ 142 w 169"/>
                <a:gd name="T1" fmla="*/ 73 h 152"/>
                <a:gd name="T2" fmla="*/ 63 w 169"/>
                <a:gd name="T3" fmla="*/ 21 h 152"/>
                <a:gd name="T4" fmla="*/ 50 w 169"/>
                <a:gd name="T5" fmla="*/ 139 h 152"/>
                <a:gd name="T6" fmla="*/ 89 w 169"/>
                <a:gd name="T7" fmla="*/ 152 h 152"/>
                <a:gd name="T8" fmla="*/ 142 w 169"/>
                <a:gd name="T9" fmla="*/ 7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52">
                  <a:moveTo>
                    <a:pt x="142" y="73"/>
                  </a:moveTo>
                  <a:cubicBezTo>
                    <a:pt x="123" y="15"/>
                    <a:pt x="125" y="0"/>
                    <a:pt x="63" y="21"/>
                  </a:cubicBezTo>
                  <a:cubicBezTo>
                    <a:pt x="37" y="59"/>
                    <a:pt x="0" y="99"/>
                    <a:pt x="50" y="139"/>
                  </a:cubicBezTo>
                  <a:cubicBezTo>
                    <a:pt x="61" y="148"/>
                    <a:pt x="76" y="148"/>
                    <a:pt x="89" y="152"/>
                  </a:cubicBezTo>
                  <a:cubicBezTo>
                    <a:pt x="137" y="137"/>
                    <a:pt x="169" y="129"/>
                    <a:pt x="142" y="7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8080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90" name="Text Box 11"/>
          <p:cNvSpPr txBox="1">
            <a:spLocks noChangeArrowheads="1"/>
          </p:cNvSpPr>
          <p:nvPr/>
        </p:nvSpPr>
        <p:spPr bwMode="auto">
          <a:xfrm>
            <a:off x="7098432" y="5234237"/>
            <a:ext cx="20574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8080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多连通域</a:t>
            </a:r>
          </a:p>
        </p:txBody>
      </p:sp>
      <p:sp>
        <p:nvSpPr>
          <p:cNvPr id="17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曲线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58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utoUpdateAnimBg="0"/>
      <p:bldP spid="90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2" name="Group 52"/>
          <p:cNvGrpSpPr>
            <a:grpSpLocks/>
          </p:cNvGrpSpPr>
          <p:nvPr/>
        </p:nvGrpSpPr>
        <p:grpSpPr bwMode="auto">
          <a:xfrm>
            <a:off x="8234859" y="1479327"/>
            <a:ext cx="1444625" cy="808038"/>
            <a:chOff x="4470" y="1338"/>
            <a:chExt cx="910" cy="509"/>
          </a:xfrm>
        </p:grpSpPr>
        <p:sp>
          <p:nvSpPr>
            <p:cNvPr id="53" name="Rectangle 39"/>
            <p:cNvSpPr>
              <a:spLocks noChangeArrowheads="1"/>
            </p:cNvSpPr>
            <p:nvPr/>
          </p:nvSpPr>
          <p:spPr bwMode="auto">
            <a:xfrm>
              <a:off x="4615" y="1338"/>
              <a:ext cx="70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省</a:t>
              </a:r>
            </a:p>
          </p:txBody>
        </p:sp>
        <p:sp>
          <p:nvSpPr>
            <p:cNvPr id="54" name="Rectangle 41"/>
            <p:cNvSpPr>
              <a:spLocks noChangeArrowheads="1"/>
            </p:cNvSpPr>
            <p:nvPr/>
          </p:nvSpPr>
          <p:spPr bwMode="auto">
            <a:xfrm>
              <a:off x="4470" y="1597"/>
              <a:ext cx="9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二连域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55" name="Rectangle 55"/>
          <p:cNvSpPr>
            <a:spLocks noChangeArrowheads="1"/>
          </p:cNvSpPr>
          <p:nvPr/>
        </p:nvSpPr>
        <p:spPr bwMode="auto">
          <a:xfrm>
            <a:off x="8336459" y="1928590"/>
            <a:ext cx="1052513" cy="3190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6" name="Group 54"/>
          <p:cNvGrpSpPr>
            <a:grpSpLocks/>
          </p:cNvGrpSpPr>
          <p:nvPr/>
        </p:nvGrpSpPr>
        <p:grpSpPr bwMode="auto">
          <a:xfrm>
            <a:off x="6245722" y="1195165"/>
            <a:ext cx="3697287" cy="4529138"/>
            <a:chOff x="3217" y="1159"/>
            <a:chExt cx="2329" cy="2853"/>
          </a:xfrm>
        </p:grpSpPr>
        <p:grpSp>
          <p:nvGrpSpPr>
            <p:cNvPr id="57" name="Group 23"/>
            <p:cNvGrpSpPr>
              <a:grpSpLocks/>
            </p:cNvGrpSpPr>
            <p:nvPr/>
          </p:nvGrpSpPr>
          <p:grpSpPr bwMode="auto">
            <a:xfrm>
              <a:off x="3217" y="1159"/>
              <a:ext cx="2329" cy="2853"/>
              <a:chOff x="561" y="1029"/>
              <a:chExt cx="2329" cy="2853"/>
            </a:xfrm>
          </p:grpSpPr>
          <p:sp>
            <p:nvSpPr>
              <p:cNvPr id="59" name="Freeform 24"/>
              <p:cNvSpPr>
                <a:spLocks/>
              </p:cNvSpPr>
              <p:nvPr/>
            </p:nvSpPr>
            <p:spPr bwMode="auto">
              <a:xfrm>
                <a:off x="561" y="1029"/>
                <a:ext cx="1149" cy="2079"/>
              </a:xfrm>
              <a:custGeom>
                <a:avLst/>
                <a:gdLst>
                  <a:gd name="T0" fmla="*/ 1032 w 1149"/>
                  <a:gd name="T1" fmla="*/ 186 h 2079"/>
                  <a:gd name="T2" fmla="*/ 1020 w 1149"/>
                  <a:gd name="T3" fmla="*/ 333 h 2079"/>
                  <a:gd name="T4" fmla="*/ 1005 w 1149"/>
                  <a:gd name="T5" fmla="*/ 465 h 2079"/>
                  <a:gd name="T6" fmla="*/ 1031 w 1149"/>
                  <a:gd name="T7" fmla="*/ 551 h 2079"/>
                  <a:gd name="T8" fmla="*/ 1014 w 1149"/>
                  <a:gd name="T9" fmla="*/ 675 h 2079"/>
                  <a:gd name="T10" fmla="*/ 1011 w 1149"/>
                  <a:gd name="T11" fmla="*/ 756 h 2079"/>
                  <a:gd name="T12" fmla="*/ 1026 w 1149"/>
                  <a:gd name="T13" fmla="*/ 858 h 2079"/>
                  <a:gd name="T14" fmla="*/ 1050 w 1149"/>
                  <a:gd name="T15" fmla="*/ 1059 h 2079"/>
                  <a:gd name="T16" fmla="*/ 1011 w 1149"/>
                  <a:gd name="T17" fmla="*/ 1185 h 2079"/>
                  <a:gd name="T18" fmla="*/ 999 w 1149"/>
                  <a:gd name="T19" fmla="*/ 1266 h 2079"/>
                  <a:gd name="T20" fmla="*/ 1008 w 1149"/>
                  <a:gd name="T21" fmla="*/ 1386 h 2079"/>
                  <a:gd name="T22" fmla="*/ 1047 w 1149"/>
                  <a:gd name="T23" fmla="*/ 1488 h 2079"/>
                  <a:gd name="T24" fmla="*/ 1125 w 1149"/>
                  <a:gd name="T25" fmla="*/ 1563 h 2079"/>
                  <a:gd name="T26" fmla="*/ 1149 w 1149"/>
                  <a:gd name="T27" fmla="*/ 1632 h 2079"/>
                  <a:gd name="T28" fmla="*/ 1137 w 1149"/>
                  <a:gd name="T29" fmla="*/ 1671 h 2079"/>
                  <a:gd name="T30" fmla="*/ 1026 w 1149"/>
                  <a:gd name="T31" fmla="*/ 1692 h 2079"/>
                  <a:gd name="T32" fmla="*/ 960 w 1149"/>
                  <a:gd name="T33" fmla="*/ 1683 h 2079"/>
                  <a:gd name="T34" fmla="*/ 882 w 1149"/>
                  <a:gd name="T35" fmla="*/ 1734 h 2079"/>
                  <a:gd name="T36" fmla="*/ 897 w 1149"/>
                  <a:gd name="T37" fmla="*/ 1797 h 2079"/>
                  <a:gd name="T38" fmla="*/ 873 w 1149"/>
                  <a:gd name="T39" fmla="*/ 1896 h 2079"/>
                  <a:gd name="T40" fmla="*/ 831 w 1149"/>
                  <a:gd name="T41" fmla="*/ 1974 h 2079"/>
                  <a:gd name="T42" fmla="*/ 783 w 1149"/>
                  <a:gd name="T43" fmla="*/ 2064 h 2079"/>
                  <a:gd name="T44" fmla="*/ 654 w 1149"/>
                  <a:gd name="T45" fmla="*/ 1950 h 2079"/>
                  <a:gd name="T46" fmla="*/ 501 w 1149"/>
                  <a:gd name="T47" fmla="*/ 1932 h 2079"/>
                  <a:gd name="T48" fmla="*/ 447 w 1149"/>
                  <a:gd name="T49" fmla="*/ 1935 h 2079"/>
                  <a:gd name="T50" fmla="*/ 372 w 1149"/>
                  <a:gd name="T51" fmla="*/ 1881 h 2079"/>
                  <a:gd name="T52" fmla="*/ 255 w 1149"/>
                  <a:gd name="T53" fmla="*/ 1836 h 2079"/>
                  <a:gd name="T54" fmla="*/ 99 w 1149"/>
                  <a:gd name="T55" fmla="*/ 1797 h 2079"/>
                  <a:gd name="T56" fmla="*/ 24 w 1149"/>
                  <a:gd name="T57" fmla="*/ 1683 h 2079"/>
                  <a:gd name="T58" fmla="*/ 69 w 1149"/>
                  <a:gd name="T59" fmla="*/ 1596 h 2079"/>
                  <a:gd name="T60" fmla="*/ 144 w 1149"/>
                  <a:gd name="T61" fmla="*/ 1545 h 2079"/>
                  <a:gd name="T62" fmla="*/ 171 w 1149"/>
                  <a:gd name="T63" fmla="*/ 1434 h 2079"/>
                  <a:gd name="T64" fmla="*/ 168 w 1149"/>
                  <a:gd name="T65" fmla="*/ 1323 h 2079"/>
                  <a:gd name="T66" fmla="*/ 222 w 1149"/>
                  <a:gd name="T67" fmla="*/ 1218 h 2079"/>
                  <a:gd name="T68" fmla="*/ 276 w 1149"/>
                  <a:gd name="T69" fmla="*/ 1236 h 2079"/>
                  <a:gd name="T70" fmla="*/ 432 w 1149"/>
                  <a:gd name="T71" fmla="*/ 1209 h 2079"/>
                  <a:gd name="T72" fmla="*/ 531 w 1149"/>
                  <a:gd name="T73" fmla="*/ 1134 h 2079"/>
                  <a:gd name="T74" fmla="*/ 624 w 1149"/>
                  <a:gd name="T75" fmla="*/ 1119 h 2079"/>
                  <a:gd name="T76" fmla="*/ 630 w 1149"/>
                  <a:gd name="T77" fmla="*/ 1017 h 2079"/>
                  <a:gd name="T78" fmla="*/ 651 w 1149"/>
                  <a:gd name="T79" fmla="*/ 924 h 2079"/>
                  <a:gd name="T80" fmla="*/ 624 w 1149"/>
                  <a:gd name="T81" fmla="*/ 834 h 2079"/>
                  <a:gd name="T82" fmla="*/ 540 w 1149"/>
                  <a:gd name="T83" fmla="*/ 765 h 2079"/>
                  <a:gd name="T84" fmla="*/ 426 w 1149"/>
                  <a:gd name="T85" fmla="*/ 705 h 2079"/>
                  <a:gd name="T86" fmla="*/ 351 w 1149"/>
                  <a:gd name="T87" fmla="*/ 651 h 2079"/>
                  <a:gd name="T88" fmla="*/ 342 w 1149"/>
                  <a:gd name="T89" fmla="*/ 594 h 2079"/>
                  <a:gd name="T90" fmla="*/ 363 w 1149"/>
                  <a:gd name="T91" fmla="*/ 498 h 2079"/>
                  <a:gd name="T92" fmla="*/ 435 w 1149"/>
                  <a:gd name="T93" fmla="*/ 444 h 2079"/>
                  <a:gd name="T94" fmla="*/ 480 w 1149"/>
                  <a:gd name="T95" fmla="*/ 474 h 2079"/>
                  <a:gd name="T96" fmla="*/ 600 w 1149"/>
                  <a:gd name="T97" fmla="*/ 525 h 2079"/>
                  <a:gd name="T98" fmla="*/ 657 w 1149"/>
                  <a:gd name="T99" fmla="*/ 459 h 2079"/>
                  <a:gd name="T100" fmla="*/ 696 w 1149"/>
                  <a:gd name="T101" fmla="*/ 351 h 2079"/>
                  <a:gd name="T102" fmla="*/ 741 w 1149"/>
                  <a:gd name="T103" fmla="*/ 267 h 2079"/>
                  <a:gd name="T104" fmla="*/ 816 w 1149"/>
                  <a:gd name="T105" fmla="*/ 147 h 2079"/>
                  <a:gd name="T106" fmla="*/ 837 w 1149"/>
                  <a:gd name="T107" fmla="*/ 108 h 2079"/>
                  <a:gd name="T108" fmla="*/ 912 w 1149"/>
                  <a:gd name="T109" fmla="*/ 57 h 2079"/>
                  <a:gd name="T110" fmla="*/ 972 w 1149"/>
                  <a:gd name="T111" fmla="*/ 0 h 2079"/>
                  <a:gd name="T112" fmla="*/ 1026 w 1149"/>
                  <a:gd name="T113" fmla="*/ 36 h 2079"/>
                  <a:gd name="T114" fmla="*/ 1056 w 1149"/>
                  <a:gd name="T115" fmla="*/ 66 h 20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49" h="2079">
                    <a:moveTo>
                      <a:pt x="1053" y="66"/>
                    </a:moveTo>
                    <a:cubicBezTo>
                      <a:pt x="1049" y="121"/>
                      <a:pt x="1056" y="102"/>
                      <a:pt x="1029" y="120"/>
                    </a:cubicBezTo>
                    <a:cubicBezTo>
                      <a:pt x="1024" y="140"/>
                      <a:pt x="1031" y="166"/>
                      <a:pt x="1032" y="186"/>
                    </a:cubicBezTo>
                    <a:cubicBezTo>
                      <a:pt x="1033" y="206"/>
                      <a:pt x="1037" y="224"/>
                      <a:pt x="1035" y="243"/>
                    </a:cubicBezTo>
                    <a:cubicBezTo>
                      <a:pt x="1032" y="282"/>
                      <a:pt x="1032" y="274"/>
                      <a:pt x="1023" y="300"/>
                    </a:cubicBezTo>
                    <a:cubicBezTo>
                      <a:pt x="1021" y="314"/>
                      <a:pt x="1019" y="320"/>
                      <a:pt x="1020" y="333"/>
                    </a:cubicBezTo>
                    <a:cubicBezTo>
                      <a:pt x="1021" y="346"/>
                      <a:pt x="1033" y="367"/>
                      <a:pt x="1032" y="381"/>
                    </a:cubicBezTo>
                    <a:cubicBezTo>
                      <a:pt x="1028" y="399"/>
                      <a:pt x="1017" y="403"/>
                      <a:pt x="1011" y="420"/>
                    </a:cubicBezTo>
                    <a:cubicBezTo>
                      <a:pt x="1010" y="435"/>
                      <a:pt x="1003" y="450"/>
                      <a:pt x="1005" y="465"/>
                    </a:cubicBezTo>
                    <a:cubicBezTo>
                      <a:pt x="1006" y="471"/>
                      <a:pt x="1011" y="483"/>
                      <a:pt x="1011" y="483"/>
                    </a:cubicBezTo>
                    <a:cubicBezTo>
                      <a:pt x="1011" y="486"/>
                      <a:pt x="1005" y="542"/>
                      <a:pt x="1017" y="546"/>
                    </a:cubicBezTo>
                    <a:cubicBezTo>
                      <a:pt x="1023" y="548"/>
                      <a:pt x="1031" y="551"/>
                      <a:pt x="1031" y="551"/>
                    </a:cubicBezTo>
                    <a:cubicBezTo>
                      <a:pt x="1030" y="554"/>
                      <a:pt x="1030" y="561"/>
                      <a:pt x="1027" y="563"/>
                    </a:cubicBezTo>
                    <a:cubicBezTo>
                      <a:pt x="1022" y="567"/>
                      <a:pt x="1014" y="567"/>
                      <a:pt x="1014" y="567"/>
                    </a:cubicBezTo>
                    <a:cubicBezTo>
                      <a:pt x="1012" y="602"/>
                      <a:pt x="1003" y="641"/>
                      <a:pt x="1014" y="675"/>
                    </a:cubicBezTo>
                    <a:cubicBezTo>
                      <a:pt x="1011" y="710"/>
                      <a:pt x="1010" y="705"/>
                      <a:pt x="1002" y="729"/>
                    </a:cubicBezTo>
                    <a:cubicBezTo>
                      <a:pt x="1004" y="735"/>
                      <a:pt x="1006" y="741"/>
                      <a:pt x="1008" y="747"/>
                    </a:cubicBezTo>
                    <a:cubicBezTo>
                      <a:pt x="1009" y="750"/>
                      <a:pt x="1011" y="756"/>
                      <a:pt x="1011" y="756"/>
                    </a:cubicBezTo>
                    <a:cubicBezTo>
                      <a:pt x="1007" y="778"/>
                      <a:pt x="1004" y="780"/>
                      <a:pt x="1011" y="801"/>
                    </a:cubicBezTo>
                    <a:cubicBezTo>
                      <a:pt x="1013" y="807"/>
                      <a:pt x="1017" y="819"/>
                      <a:pt x="1017" y="819"/>
                    </a:cubicBezTo>
                    <a:cubicBezTo>
                      <a:pt x="1013" y="839"/>
                      <a:pt x="1007" y="845"/>
                      <a:pt x="1026" y="858"/>
                    </a:cubicBezTo>
                    <a:cubicBezTo>
                      <a:pt x="1034" y="881"/>
                      <a:pt x="1024" y="906"/>
                      <a:pt x="1029" y="930"/>
                    </a:cubicBezTo>
                    <a:cubicBezTo>
                      <a:pt x="1026" y="953"/>
                      <a:pt x="1019" y="959"/>
                      <a:pt x="1026" y="981"/>
                    </a:cubicBezTo>
                    <a:cubicBezTo>
                      <a:pt x="1028" y="1014"/>
                      <a:pt x="1016" y="1048"/>
                      <a:pt x="1050" y="1059"/>
                    </a:cubicBezTo>
                    <a:cubicBezTo>
                      <a:pt x="1057" y="1079"/>
                      <a:pt x="1052" y="1096"/>
                      <a:pt x="1035" y="1107"/>
                    </a:cubicBezTo>
                    <a:cubicBezTo>
                      <a:pt x="1029" y="1130"/>
                      <a:pt x="1036" y="1156"/>
                      <a:pt x="1029" y="1179"/>
                    </a:cubicBezTo>
                    <a:cubicBezTo>
                      <a:pt x="1027" y="1185"/>
                      <a:pt x="1011" y="1185"/>
                      <a:pt x="1011" y="1185"/>
                    </a:cubicBezTo>
                    <a:cubicBezTo>
                      <a:pt x="1001" y="1200"/>
                      <a:pt x="1006" y="1214"/>
                      <a:pt x="1011" y="1230"/>
                    </a:cubicBezTo>
                    <a:cubicBezTo>
                      <a:pt x="1008" y="1239"/>
                      <a:pt x="1005" y="1248"/>
                      <a:pt x="1002" y="1257"/>
                    </a:cubicBezTo>
                    <a:cubicBezTo>
                      <a:pt x="1001" y="1260"/>
                      <a:pt x="999" y="1266"/>
                      <a:pt x="999" y="1266"/>
                    </a:cubicBezTo>
                    <a:cubicBezTo>
                      <a:pt x="1002" y="1304"/>
                      <a:pt x="999" y="1301"/>
                      <a:pt x="1005" y="1326"/>
                    </a:cubicBezTo>
                    <a:cubicBezTo>
                      <a:pt x="1007" y="1336"/>
                      <a:pt x="1014" y="1356"/>
                      <a:pt x="1014" y="1356"/>
                    </a:cubicBezTo>
                    <a:cubicBezTo>
                      <a:pt x="1015" y="1366"/>
                      <a:pt x="1008" y="1375"/>
                      <a:pt x="1008" y="1386"/>
                    </a:cubicBezTo>
                    <a:cubicBezTo>
                      <a:pt x="1008" y="1397"/>
                      <a:pt x="1013" y="1408"/>
                      <a:pt x="1014" y="1422"/>
                    </a:cubicBezTo>
                    <a:cubicBezTo>
                      <a:pt x="1015" y="1436"/>
                      <a:pt x="1006" y="1459"/>
                      <a:pt x="1011" y="1470"/>
                    </a:cubicBezTo>
                    <a:cubicBezTo>
                      <a:pt x="1015" y="1483"/>
                      <a:pt x="1047" y="1488"/>
                      <a:pt x="1047" y="1488"/>
                    </a:cubicBezTo>
                    <a:cubicBezTo>
                      <a:pt x="1051" y="1505"/>
                      <a:pt x="1064" y="1503"/>
                      <a:pt x="1077" y="1512"/>
                    </a:cubicBezTo>
                    <a:cubicBezTo>
                      <a:pt x="1081" y="1532"/>
                      <a:pt x="1083" y="1526"/>
                      <a:pt x="1098" y="1536"/>
                    </a:cubicBezTo>
                    <a:cubicBezTo>
                      <a:pt x="1107" y="1550"/>
                      <a:pt x="1108" y="1557"/>
                      <a:pt x="1125" y="1563"/>
                    </a:cubicBezTo>
                    <a:cubicBezTo>
                      <a:pt x="1131" y="1572"/>
                      <a:pt x="1137" y="1575"/>
                      <a:pt x="1143" y="1587"/>
                    </a:cubicBezTo>
                    <a:cubicBezTo>
                      <a:pt x="1145" y="1596"/>
                      <a:pt x="1139" y="1613"/>
                      <a:pt x="1140" y="1620"/>
                    </a:cubicBezTo>
                    <a:cubicBezTo>
                      <a:pt x="1141" y="1627"/>
                      <a:pt x="1148" y="1628"/>
                      <a:pt x="1149" y="1632"/>
                    </a:cubicBezTo>
                    <a:cubicBezTo>
                      <a:pt x="1148" y="1637"/>
                      <a:pt x="1149" y="1643"/>
                      <a:pt x="1146" y="1647"/>
                    </a:cubicBezTo>
                    <a:cubicBezTo>
                      <a:pt x="1143" y="1650"/>
                      <a:pt x="1146" y="1650"/>
                      <a:pt x="1143" y="1653"/>
                    </a:cubicBezTo>
                    <a:cubicBezTo>
                      <a:pt x="1139" y="1658"/>
                      <a:pt x="1143" y="1669"/>
                      <a:pt x="1137" y="1671"/>
                    </a:cubicBezTo>
                    <a:cubicBezTo>
                      <a:pt x="1109" y="1680"/>
                      <a:pt x="1107" y="1683"/>
                      <a:pt x="1071" y="1686"/>
                    </a:cubicBezTo>
                    <a:cubicBezTo>
                      <a:pt x="1050" y="1693"/>
                      <a:pt x="1058" y="1688"/>
                      <a:pt x="1044" y="1698"/>
                    </a:cubicBezTo>
                    <a:cubicBezTo>
                      <a:pt x="1038" y="1696"/>
                      <a:pt x="1032" y="1694"/>
                      <a:pt x="1026" y="1692"/>
                    </a:cubicBezTo>
                    <a:cubicBezTo>
                      <a:pt x="1020" y="1690"/>
                      <a:pt x="1008" y="1698"/>
                      <a:pt x="1008" y="1698"/>
                    </a:cubicBezTo>
                    <a:cubicBezTo>
                      <a:pt x="962" y="1691"/>
                      <a:pt x="1004" y="1700"/>
                      <a:pt x="978" y="1689"/>
                    </a:cubicBezTo>
                    <a:cubicBezTo>
                      <a:pt x="972" y="1686"/>
                      <a:pt x="960" y="1683"/>
                      <a:pt x="960" y="1683"/>
                    </a:cubicBezTo>
                    <a:cubicBezTo>
                      <a:pt x="953" y="1683"/>
                      <a:pt x="947" y="1696"/>
                      <a:pt x="936" y="1698"/>
                    </a:cubicBezTo>
                    <a:cubicBezTo>
                      <a:pt x="925" y="1700"/>
                      <a:pt x="903" y="1689"/>
                      <a:pt x="894" y="1695"/>
                    </a:cubicBezTo>
                    <a:cubicBezTo>
                      <a:pt x="889" y="1711"/>
                      <a:pt x="885" y="1716"/>
                      <a:pt x="882" y="1734"/>
                    </a:cubicBezTo>
                    <a:cubicBezTo>
                      <a:pt x="883" y="1749"/>
                      <a:pt x="880" y="1765"/>
                      <a:pt x="885" y="1779"/>
                    </a:cubicBezTo>
                    <a:cubicBezTo>
                      <a:pt x="888" y="1786"/>
                      <a:pt x="898" y="1809"/>
                      <a:pt x="900" y="1812"/>
                    </a:cubicBezTo>
                    <a:cubicBezTo>
                      <a:pt x="902" y="1815"/>
                      <a:pt x="896" y="1791"/>
                      <a:pt x="897" y="1797"/>
                    </a:cubicBezTo>
                    <a:cubicBezTo>
                      <a:pt x="904" y="1817"/>
                      <a:pt x="913" y="1829"/>
                      <a:pt x="906" y="1851"/>
                    </a:cubicBezTo>
                    <a:cubicBezTo>
                      <a:pt x="905" y="1865"/>
                      <a:pt x="901" y="1881"/>
                      <a:pt x="894" y="1893"/>
                    </a:cubicBezTo>
                    <a:cubicBezTo>
                      <a:pt x="891" y="1899"/>
                      <a:pt x="879" y="1893"/>
                      <a:pt x="873" y="1896"/>
                    </a:cubicBezTo>
                    <a:cubicBezTo>
                      <a:pt x="867" y="1899"/>
                      <a:pt x="870" y="1912"/>
                      <a:pt x="864" y="1914"/>
                    </a:cubicBezTo>
                    <a:cubicBezTo>
                      <a:pt x="852" y="1918"/>
                      <a:pt x="837" y="1907"/>
                      <a:pt x="825" y="1908"/>
                    </a:cubicBezTo>
                    <a:cubicBezTo>
                      <a:pt x="812" y="1927"/>
                      <a:pt x="819" y="1955"/>
                      <a:pt x="831" y="1974"/>
                    </a:cubicBezTo>
                    <a:cubicBezTo>
                      <a:pt x="828" y="1991"/>
                      <a:pt x="821" y="1989"/>
                      <a:pt x="816" y="2004"/>
                    </a:cubicBezTo>
                    <a:cubicBezTo>
                      <a:pt x="814" y="2032"/>
                      <a:pt x="817" y="2041"/>
                      <a:pt x="804" y="2061"/>
                    </a:cubicBezTo>
                    <a:cubicBezTo>
                      <a:pt x="800" y="2079"/>
                      <a:pt x="796" y="2073"/>
                      <a:pt x="783" y="2064"/>
                    </a:cubicBezTo>
                    <a:cubicBezTo>
                      <a:pt x="774" y="2051"/>
                      <a:pt x="746" y="2035"/>
                      <a:pt x="732" y="2025"/>
                    </a:cubicBezTo>
                    <a:cubicBezTo>
                      <a:pt x="723" y="2012"/>
                      <a:pt x="717" y="2013"/>
                      <a:pt x="702" y="2010"/>
                    </a:cubicBezTo>
                    <a:cubicBezTo>
                      <a:pt x="689" y="2000"/>
                      <a:pt x="668" y="1960"/>
                      <a:pt x="654" y="1950"/>
                    </a:cubicBezTo>
                    <a:cubicBezTo>
                      <a:pt x="640" y="1940"/>
                      <a:pt x="634" y="1951"/>
                      <a:pt x="618" y="1950"/>
                    </a:cubicBezTo>
                    <a:cubicBezTo>
                      <a:pt x="591" y="1932"/>
                      <a:pt x="594" y="1941"/>
                      <a:pt x="555" y="1944"/>
                    </a:cubicBezTo>
                    <a:cubicBezTo>
                      <a:pt x="524" y="1954"/>
                      <a:pt x="530" y="1942"/>
                      <a:pt x="501" y="1932"/>
                    </a:cubicBezTo>
                    <a:cubicBezTo>
                      <a:pt x="494" y="1933"/>
                      <a:pt x="487" y="1932"/>
                      <a:pt x="480" y="1935"/>
                    </a:cubicBezTo>
                    <a:cubicBezTo>
                      <a:pt x="473" y="1938"/>
                      <a:pt x="462" y="1947"/>
                      <a:pt x="462" y="1947"/>
                    </a:cubicBezTo>
                    <a:cubicBezTo>
                      <a:pt x="439" y="1939"/>
                      <a:pt x="466" y="1951"/>
                      <a:pt x="447" y="1935"/>
                    </a:cubicBezTo>
                    <a:cubicBezTo>
                      <a:pt x="434" y="1924"/>
                      <a:pt x="409" y="1914"/>
                      <a:pt x="393" y="1911"/>
                    </a:cubicBezTo>
                    <a:cubicBezTo>
                      <a:pt x="392" y="1905"/>
                      <a:pt x="393" y="1898"/>
                      <a:pt x="390" y="1893"/>
                    </a:cubicBezTo>
                    <a:cubicBezTo>
                      <a:pt x="386" y="1887"/>
                      <a:pt x="372" y="1881"/>
                      <a:pt x="372" y="1881"/>
                    </a:cubicBezTo>
                    <a:cubicBezTo>
                      <a:pt x="361" y="1865"/>
                      <a:pt x="350" y="1860"/>
                      <a:pt x="333" y="1857"/>
                    </a:cubicBezTo>
                    <a:cubicBezTo>
                      <a:pt x="313" y="1844"/>
                      <a:pt x="324" y="1843"/>
                      <a:pt x="294" y="1839"/>
                    </a:cubicBezTo>
                    <a:cubicBezTo>
                      <a:pt x="281" y="1826"/>
                      <a:pt x="272" y="1830"/>
                      <a:pt x="255" y="1836"/>
                    </a:cubicBezTo>
                    <a:cubicBezTo>
                      <a:pt x="203" y="1833"/>
                      <a:pt x="220" y="1834"/>
                      <a:pt x="189" y="1824"/>
                    </a:cubicBezTo>
                    <a:cubicBezTo>
                      <a:pt x="169" y="1827"/>
                      <a:pt x="155" y="1830"/>
                      <a:pt x="138" y="1818"/>
                    </a:cubicBezTo>
                    <a:cubicBezTo>
                      <a:pt x="126" y="1799"/>
                      <a:pt x="123" y="1800"/>
                      <a:pt x="99" y="1797"/>
                    </a:cubicBezTo>
                    <a:cubicBezTo>
                      <a:pt x="80" y="1784"/>
                      <a:pt x="71" y="1763"/>
                      <a:pt x="48" y="1755"/>
                    </a:cubicBezTo>
                    <a:cubicBezTo>
                      <a:pt x="45" y="1728"/>
                      <a:pt x="47" y="1726"/>
                      <a:pt x="27" y="1713"/>
                    </a:cubicBezTo>
                    <a:cubicBezTo>
                      <a:pt x="23" y="1702"/>
                      <a:pt x="31" y="1693"/>
                      <a:pt x="24" y="1683"/>
                    </a:cubicBezTo>
                    <a:cubicBezTo>
                      <a:pt x="18" y="1675"/>
                      <a:pt x="6" y="1669"/>
                      <a:pt x="0" y="1659"/>
                    </a:cubicBezTo>
                    <a:cubicBezTo>
                      <a:pt x="15" y="1649"/>
                      <a:pt x="7" y="1656"/>
                      <a:pt x="21" y="1635"/>
                    </a:cubicBezTo>
                    <a:cubicBezTo>
                      <a:pt x="32" y="1618"/>
                      <a:pt x="51" y="1599"/>
                      <a:pt x="69" y="1596"/>
                    </a:cubicBezTo>
                    <a:cubicBezTo>
                      <a:pt x="82" y="1588"/>
                      <a:pt x="87" y="1594"/>
                      <a:pt x="99" y="1593"/>
                    </a:cubicBezTo>
                    <a:cubicBezTo>
                      <a:pt x="111" y="1592"/>
                      <a:pt x="134" y="1598"/>
                      <a:pt x="141" y="1590"/>
                    </a:cubicBezTo>
                    <a:cubicBezTo>
                      <a:pt x="150" y="1583"/>
                      <a:pt x="139" y="1556"/>
                      <a:pt x="144" y="1545"/>
                    </a:cubicBezTo>
                    <a:cubicBezTo>
                      <a:pt x="149" y="1534"/>
                      <a:pt x="171" y="1530"/>
                      <a:pt x="174" y="1521"/>
                    </a:cubicBezTo>
                    <a:cubicBezTo>
                      <a:pt x="171" y="1510"/>
                      <a:pt x="166" y="1502"/>
                      <a:pt x="162" y="1491"/>
                    </a:cubicBezTo>
                    <a:cubicBezTo>
                      <a:pt x="160" y="1476"/>
                      <a:pt x="171" y="1450"/>
                      <a:pt x="171" y="1434"/>
                    </a:cubicBezTo>
                    <a:cubicBezTo>
                      <a:pt x="171" y="1418"/>
                      <a:pt x="160" y="1405"/>
                      <a:pt x="159" y="1395"/>
                    </a:cubicBezTo>
                    <a:cubicBezTo>
                      <a:pt x="159" y="1389"/>
                      <a:pt x="165" y="1371"/>
                      <a:pt x="165" y="1371"/>
                    </a:cubicBezTo>
                    <a:cubicBezTo>
                      <a:pt x="164" y="1359"/>
                      <a:pt x="167" y="1341"/>
                      <a:pt x="168" y="1323"/>
                    </a:cubicBezTo>
                    <a:cubicBezTo>
                      <a:pt x="169" y="1305"/>
                      <a:pt x="169" y="1280"/>
                      <a:pt x="171" y="1263"/>
                    </a:cubicBezTo>
                    <a:cubicBezTo>
                      <a:pt x="174" y="1247"/>
                      <a:pt x="175" y="1228"/>
                      <a:pt x="183" y="1221"/>
                    </a:cubicBezTo>
                    <a:cubicBezTo>
                      <a:pt x="191" y="1214"/>
                      <a:pt x="212" y="1218"/>
                      <a:pt x="222" y="1218"/>
                    </a:cubicBezTo>
                    <a:cubicBezTo>
                      <a:pt x="233" y="1201"/>
                      <a:pt x="232" y="1214"/>
                      <a:pt x="246" y="1218"/>
                    </a:cubicBezTo>
                    <a:cubicBezTo>
                      <a:pt x="255" y="1220"/>
                      <a:pt x="264" y="1220"/>
                      <a:pt x="273" y="1221"/>
                    </a:cubicBezTo>
                    <a:cubicBezTo>
                      <a:pt x="274" y="1226"/>
                      <a:pt x="272" y="1233"/>
                      <a:pt x="276" y="1236"/>
                    </a:cubicBezTo>
                    <a:cubicBezTo>
                      <a:pt x="283" y="1241"/>
                      <a:pt x="336" y="1245"/>
                      <a:pt x="339" y="1245"/>
                    </a:cubicBezTo>
                    <a:cubicBezTo>
                      <a:pt x="366" y="1243"/>
                      <a:pt x="378" y="1236"/>
                      <a:pt x="402" y="1230"/>
                    </a:cubicBezTo>
                    <a:cubicBezTo>
                      <a:pt x="407" y="1211"/>
                      <a:pt x="413" y="1212"/>
                      <a:pt x="432" y="1209"/>
                    </a:cubicBezTo>
                    <a:cubicBezTo>
                      <a:pt x="436" y="1192"/>
                      <a:pt x="440" y="1186"/>
                      <a:pt x="450" y="1170"/>
                    </a:cubicBezTo>
                    <a:cubicBezTo>
                      <a:pt x="452" y="1167"/>
                      <a:pt x="456" y="1161"/>
                      <a:pt x="456" y="1161"/>
                    </a:cubicBezTo>
                    <a:cubicBezTo>
                      <a:pt x="463" y="1121"/>
                      <a:pt x="483" y="1136"/>
                      <a:pt x="531" y="1134"/>
                    </a:cubicBezTo>
                    <a:cubicBezTo>
                      <a:pt x="540" y="1132"/>
                      <a:pt x="549" y="1125"/>
                      <a:pt x="558" y="1128"/>
                    </a:cubicBezTo>
                    <a:cubicBezTo>
                      <a:pt x="565" y="1130"/>
                      <a:pt x="576" y="1140"/>
                      <a:pt x="576" y="1140"/>
                    </a:cubicBezTo>
                    <a:cubicBezTo>
                      <a:pt x="611" y="1137"/>
                      <a:pt x="615" y="1146"/>
                      <a:pt x="624" y="1119"/>
                    </a:cubicBezTo>
                    <a:cubicBezTo>
                      <a:pt x="631" y="1107"/>
                      <a:pt x="627" y="1084"/>
                      <a:pt x="627" y="1071"/>
                    </a:cubicBezTo>
                    <a:cubicBezTo>
                      <a:pt x="627" y="1058"/>
                      <a:pt x="623" y="1047"/>
                      <a:pt x="624" y="1038"/>
                    </a:cubicBezTo>
                    <a:cubicBezTo>
                      <a:pt x="622" y="1032"/>
                      <a:pt x="632" y="1023"/>
                      <a:pt x="630" y="1017"/>
                    </a:cubicBezTo>
                    <a:cubicBezTo>
                      <a:pt x="629" y="1014"/>
                      <a:pt x="639" y="1002"/>
                      <a:pt x="639" y="1002"/>
                    </a:cubicBezTo>
                    <a:cubicBezTo>
                      <a:pt x="642" y="985"/>
                      <a:pt x="636" y="980"/>
                      <a:pt x="645" y="966"/>
                    </a:cubicBezTo>
                    <a:cubicBezTo>
                      <a:pt x="647" y="951"/>
                      <a:pt x="651" y="939"/>
                      <a:pt x="651" y="924"/>
                    </a:cubicBezTo>
                    <a:cubicBezTo>
                      <a:pt x="651" y="909"/>
                      <a:pt x="646" y="886"/>
                      <a:pt x="642" y="873"/>
                    </a:cubicBezTo>
                    <a:cubicBezTo>
                      <a:pt x="636" y="825"/>
                      <a:pt x="648" y="864"/>
                      <a:pt x="627" y="843"/>
                    </a:cubicBezTo>
                    <a:cubicBezTo>
                      <a:pt x="625" y="841"/>
                      <a:pt x="626" y="836"/>
                      <a:pt x="624" y="834"/>
                    </a:cubicBezTo>
                    <a:cubicBezTo>
                      <a:pt x="619" y="829"/>
                      <a:pt x="606" y="822"/>
                      <a:pt x="606" y="822"/>
                    </a:cubicBezTo>
                    <a:cubicBezTo>
                      <a:pt x="599" y="811"/>
                      <a:pt x="598" y="795"/>
                      <a:pt x="588" y="786"/>
                    </a:cubicBezTo>
                    <a:cubicBezTo>
                      <a:pt x="578" y="775"/>
                      <a:pt x="554" y="771"/>
                      <a:pt x="540" y="765"/>
                    </a:cubicBezTo>
                    <a:cubicBezTo>
                      <a:pt x="526" y="759"/>
                      <a:pt x="521" y="754"/>
                      <a:pt x="504" y="747"/>
                    </a:cubicBezTo>
                    <a:cubicBezTo>
                      <a:pt x="476" y="728"/>
                      <a:pt x="473" y="727"/>
                      <a:pt x="438" y="723"/>
                    </a:cubicBezTo>
                    <a:cubicBezTo>
                      <a:pt x="433" y="718"/>
                      <a:pt x="431" y="710"/>
                      <a:pt x="426" y="705"/>
                    </a:cubicBezTo>
                    <a:cubicBezTo>
                      <a:pt x="420" y="699"/>
                      <a:pt x="397" y="692"/>
                      <a:pt x="390" y="690"/>
                    </a:cubicBezTo>
                    <a:cubicBezTo>
                      <a:pt x="383" y="688"/>
                      <a:pt x="372" y="678"/>
                      <a:pt x="372" y="678"/>
                    </a:cubicBezTo>
                    <a:cubicBezTo>
                      <a:pt x="368" y="656"/>
                      <a:pt x="373" y="666"/>
                      <a:pt x="351" y="651"/>
                    </a:cubicBezTo>
                    <a:cubicBezTo>
                      <a:pt x="348" y="649"/>
                      <a:pt x="342" y="645"/>
                      <a:pt x="342" y="645"/>
                    </a:cubicBezTo>
                    <a:cubicBezTo>
                      <a:pt x="328" y="624"/>
                      <a:pt x="329" y="637"/>
                      <a:pt x="324" y="621"/>
                    </a:cubicBezTo>
                    <a:cubicBezTo>
                      <a:pt x="331" y="600"/>
                      <a:pt x="328" y="604"/>
                      <a:pt x="342" y="594"/>
                    </a:cubicBezTo>
                    <a:cubicBezTo>
                      <a:pt x="346" y="577"/>
                      <a:pt x="348" y="569"/>
                      <a:pt x="342" y="552"/>
                    </a:cubicBezTo>
                    <a:cubicBezTo>
                      <a:pt x="352" y="545"/>
                      <a:pt x="356" y="540"/>
                      <a:pt x="360" y="528"/>
                    </a:cubicBezTo>
                    <a:cubicBezTo>
                      <a:pt x="361" y="518"/>
                      <a:pt x="360" y="508"/>
                      <a:pt x="363" y="498"/>
                    </a:cubicBezTo>
                    <a:cubicBezTo>
                      <a:pt x="365" y="491"/>
                      <a:pt x="375" y="487"/>
                      <a:pt x="378" y="480"/>
                    </a:cubicBezTo>
                    <a:cubicBezTo>
                      <a:pt x="386" y="464"/>
                      <a:pt x="379" y="448"/>
                      <a:pt x="399" y="441"/>
                    </a:cubicBezTo>
                    <a:cubicBezTo>
                      <a:pt x="411" y="442"/>
                      <a:pt x="424" y="440"/>
                      <a:pt x="435" y="444"/>
                    </a:cubicBezTo>
                    <a:cubicBezTo>
                      <a:pt x="439" y="445"/>
                      <a:pt x="435" y="453"/>
                      <a:pt x="438" y="456"/>
                    </a:cubicBezTo>
                    <a:cubicBezTo>
                      <a:pt x="445" y="463"/>
                      <a:pt x="467" y="462"/>
                      <a:pt x="477" y="465"/>
                    </a:cubicBezTo>
                    <a:cubicBezTo>
                      <a:pt x="478" y="468"/>
                      <a:pt x="477" y="472"/>
                      <a:pt x="480" y="474"/>
                    </a:cubicBezTo>
                    <a:cubicBezTo>
                      <a:pt x="485" y="478"/>
                      <a:pt x="498" y="480"/>
                      <a:pt x="498" y="480"/>
                    </a:cubicBezTo>
                    <a:cubicBezTo>
                      <a:pt x="502" y="501"/>
                      <a:pt x="511" y="506"/>
                      <a:pt x="531" y="513"/>
                    </a:cubicBezTo>
                    <a:cubicBezTo>
                      <a:pt x="538" y="533"/>
                      <a:pt x="575" y="517"/>
                      <a:pt x="600" y="525"/>
                    </a:cubicBezTo>
                    <a:cubicBezTo>
                      <a:pt x="616" y="523"/>
                      <a:pt x="607" y="510"/>
                      <a:pt x="612" y="501"/>
                    </a:cubicBezTo>
                    <a:cubicBezTo>
                      <a:pt x="617" y="492"/>
                      <a:pt x="623" y="475"/>
                      <a:pt x="630" y="468"/>
                    </a:cubicBezTo>
                    <a:cubicBezTo>
                      <a:pt x="632" y="463"/>
                      <a:pt x="654" y="460"/>
                      <a:pt x="657" y="459"/>
                    </a:cubicBezTo>
                    <a:cubicBezTo>
                      <a:pt x="662" y="453"/>
                      <a:pt x="656" y="433"/>
                      <a:pt x="660" y="423"/>
                    </a:cubicBezTo>
                    <a:cubicBezTo>
                      <a:pt x="664" y="413"/>
                      <a:pt x="675" y="411"/>
                      <a:pt x="681" y="399"/>
                    </a:cubicBezTo>
                    <a:cubicBezTo>
                      <a:pt x="686" y="383"/>
                      <a:pt x="692" y="367"/>
                      <a:pt x="696" y="351"/>
                    </a:cubicBezTo>
                    <a:cubicBezTo>
                      <a:pt x="699" y="336"/>
                      <a:pt x="703" y="324"/>
                      <a:pt x="708" y="315"/>
                    </a:cubicBezTo>
                    <a:cubicBezTo>
                      <a:pt x="713" y="306"/>
                      <a:pt x="724" y="302"/>
                      <a:pt x="729" y="294"/>
                    </a:cubicBezTo>
                    <a:cubicBezTo>
                      <a:pt x="744" y="248"/>
                      <a:pt x="727" y="296"/>
                      <a:pt x="741" y="267"/>
                    </a:cubicBezTo>
                    <a:cubicBezTo>
                      <a:pt x="753" y="244"/>
                      <a:pt x="748" y="217"/>
                      <a:pt x="777" y="207"/>
                    </a:cubicBezTo>
                    <a:cubicBezTo>
                      <a:pt x="783" y="201"/>
                      <a:pt x="793" y="200"/>
                      <a:pt x="795" y="192"/>
                    </a:cubicBezTo>
                    <a:cubicBezTo>
                      <a:pt x="809" y="142"/>
                      <a:pt x="787" y="166"/>
                      <a:pt x="816" y="147"/>
                    </a:cubicBezTo>
                    <a:cubicBezTo>
                      <a:pt x="818" y="144"/>
                      <a:pt x="819" y="140"/>
                      <a:pt x="822" y="138"/>
                    </a:cubicBezTo>
                    <a:cubicBezTo>
                      <a:pt x="824" y="136"/>
                      <a:pt x="829" y="137"/>
                      <a:pt x="831" y="135"/>
                    </a:cubicBezTo>
                    <a:cubicBezTo>
                      <a:pt x="838" y="128"/>
                      <a:pt x="833" y="116"/>
                      <a:pt x="837" y="108"/>
                    </a:cubicBezTo>
                    <a:cubicBezTo>
                      <a:pt x="842" y="99"/>
                      <a:pt x="867" y="99"/>
                      <a:pt x="870" y="99"/>
                    </a:cubicBezTo>
                    <a:cubicBezTo>
                      <a:pt x="888" y="93"/>
                      <a:pt x="882" y="80"/>
                      <a:pt x="894" y="69"/>
                    </a:cubicBezTo>
                    <a:cubicBezTo>
                      <a:pt x="899" y="64"/>
                      <a:pt x="912" y="57"/>
                      <a:pt x="912" y="57"/>
                    </a:cubicBezTo>
                    <a:cubicBezTo>
                      <a:pt x="916" y="46"/>
                      <a:pt x="912" y="33"/>
                      <a:pt x="918" y="24"/>
                    </a:cubicBezTo>
                    <a:cubicBezTo>
                      <a:pt x="923" y="16"/>
                      <a:pt x="945" y="15"/>
                      <a:pt x="945" y="15"/>
                    </a:cubicBezTo>
                    <a:lnTo>
                      <a:pt x="972" y="0"/>
                    </a:lnTo>
                    <a:lnTo>
                      <a:pt x="996" y="18"/>
                    </a:lnTo>
                    <a:lnTo>
                      <a:pt x="1023" y="18"/>
                    </a:lnTo>
                    <a:lnTo>
                      <a:pt x="1026" y="36"/>
                    </a:lnTo>
                    <a:cubicBezTo>
                      <a:pt x="1026" y="36"/>
                      <a:pt x="1026" y="36"/>
                      <a:pt x="1026" y="36"/>
                    </a:cubicBezTo>
                    <a:cubicBezTo>
                      <a:pt x="1029" y="38"/>
                      <a:pt x="1032" y="40"/>
                      <a:pt x="1035" y="42"/>
                    </a:cubicBezTo>
                    <a:cubicBezTo>
                      <a:pt x="1041" y="59"/>
                      <a:pt x="1036" y="62"/>
                      <a:pt x="1056" y="66"/>
                    </a:cubicBezTo>
                    <a:cubicBezTo>
                      <a:pt x="1052" y="81"/>
                      <a:pt x="1053" y="74"/>
                      <a:pt x="1053" y="87"/>
                    </a:cubicBezTo>
                  </a:path>
                </a:pathLst>
              </a:custGeom>
              <a:solidFill>
                <a:srgbClr val="CCFFFF"/>
              </a:solidFill>
              <a:ln w="12700" cap="flat" cmpd="sng">
                <a:solidFill>
                  <a:srgbClr val="022E8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Freeform 25"/>
              <p:cNvSpPr>
                <a:spLocks/>
              </p:cNvSpPr>
              <p:nvPr/>
            </p:nvSpPr>
            <p:spPr bwMode="auto">
              <a:xfrm>
                <a:off x="1123" y="2688"/>
                <a:ext cx="1767" cy="1194"/>
              </a:xfrm>
              <a:custGeom>
                <a:avLst/>
                <a:gdLst>
                  <a:gd name="T0" fmla="*/ 560 w 1767"/>
                  <a:gd name="T1" fmla="*/ 16 h 1194"/>
                  <a:gd name="T2" fmla="*/ 462 w 1767"/>
                  <a:gd name="T3" fmla="*/ 32 h 1194"/>
                  <a:gd name="T4" fmla="*/ 422 w 1767"/>
                  <a:gd name="T5" fmla="*/ 26 h 1194"/>
                  <a:gd name="T6" fmla="*/ 344 w 1767"/>
                  <a:gd name="T7" fmla="*/ 34 h 1194"/>
                  <a:gd name="T8" fmla="*/ 324 w 1767"/>
                  <a:gd name="T9" fmla="*/ 94 h 1194"/>
                  <a:gd name="T10" fmla="*/ 348 w 1767"/>
                  <a:gd name="T11" fmla="*/ 172 h 1194"/>
                  <a:gd name="T12" fmla="*/ 332 w 1767"/>
                  <a:gd name="T13" fmla="*/ 235 h 1194"/>
                  <a:gd name="T14" fmla="*/ 294 w 1767"/>
                  <a:gd name="T15" fmla="*/ 253 h 1194"/>
                  <a:gd name="T16" fmla="*/ 261 w 1767"/>
                  <a:gd name="T17" fmla="*/ 283 h 1194"/>
                  <a:gd name="T18" fmla="*/ 267 w 1767"/>
                  <a:gd name="T19" fmla="*/ 328 h 1194"/>
                  <a:gd name="T20" fmla="*/ 252 w 1767"/>
                  <a:gd name="T21" fmla="*/ 388 h 1194"/>
                  <a:gd name="T22" fmla="*/ 294 w 1767"/>
                  <a:gd name="T23" fmla="*/ 428 h 1194"/>
                  <a:gd name="T24" fmla="*/ 369 w 1767"/>
                  <a:gd name="T25" fmla="*/ 479 h 1194"/>
                  <a:gd name="T26" fmla="*/ 389 w 1767"/>
                  <a:gd name="T27" fmla="*/ 563 h 1194"/>
                  <a:gd name="T28" fmla="*/ 362 w 1767"/>
                  <a:gd name="T29" fmla="*/ 682 h 1194"/>
                  <a:gd name="T30" fmla="*/ 306 w 1767"/>
                  <a:gd name="T31" fmla="*/ 716 h 1194"/>
                  <a:gd name="T32" fmla="*/ 192 w 1767"/>
                  <a:gd name="T33" fmla="*/ 731 h 1194"/>
                  <a:gd name="T34" fmla="*/ 126 w 1767"/>
                  <a:gd name="T35" fmla="*/ 725 h 1194"/>
                  <a:gd name="T36" fmla="*/ 62 w 1767"/>
                  <a:gd name="T37" fmla="*/ 760 h 1194"/>
                  <a:gd name="T38" fmla="*/ 0 w 1767"/>
                  <a:gd name="T39" fmla="*/ 818 h 1194"/>
                  <a:gd name="T40" fmla="*/ 27 w 1767"/>
                  <a:gd name="T41" fmla="*/ 919 h 1194"/>
                  <a:gd name="T42" fmla="*/ 80 w 1767"/>
                  <a:gd name="T43" fmla="*/ 1006 h 1194"/>
                  <a:gd name="T44" fmla="*/ 158 w 1767"/>
                  <a:gd name="T45" fmla="*/ 1051 h 1194"/>
                  <a:gd name="T46" fmla="*/ 200 w 1767"/>
                  <a:gd name="T47" fmla="*/ 1097 h 1194"/>
                  <a:gd name="T48" fmla="*/ 245 w 1767"/>
                  <a:gd name="T49" fmla="*/ 1028 h 1194"/>
                  <a:gd name="T50" fmla="*/ 324 w 1767"/>
                  <a:gd name="T51" fmla="*/ 991 h 1194"/>
                  <a:gd name="T52" fmla="*/ 440 w 1767"/>
                  <a:gd name="T53" fmla="*/ 971 h 1194"/>
                  <a:gd name="T54" fmla="*/ 485 w 1767"/>
                  <a:gd name="T55" fmla="*/ 866 h 1194"/>
                  <a:gd name="T56" fmla="*/ 593 w 1767"/>
                  <a:gd name="T57" fmla="*/ 850 h 1194"/>
                  <a:gd name="T58" fmla="*/ 669 w 1767"/>
                  <a:gd name="T59" fmla="*/ 869 h 1194"/>
                  <a:gd name="T60" fmla="*/ 770 w 1767"/>
                  <a:gd name="T61" fmla="*/ 887 h 1194"/>
                  <a:gd name="T62" fmla="*/ 869 w 1767"/>
                  <a:gd name="T63" fmla="*/ 940 h 1194"/>
                  <a:gd name="T64" fmla="*/ 956 w 1767"/>
                  <a:gd name="T65" fmla="*/ 970 h 1194"/>
                  <a:gd name="T66" fmla="*/ 1035 w 1767"/>
                  <a:gd name="T67" fmla="*/ 941 h 1194"/>
                  <a:gd name="T68" fmla="*/ 1151 w 1767"/>
                  <a:gd name="T69" fmla="*/ 932 h 1194"/>
                  <a:gd name="T70" fmla="*/ 1232 w 1767"/>
                  <a:gd name="T71" fmla="*/ 1004 h 1194"/>
                  <a:gd name="T72" fmla="*/ 1269 w 1767"/>
                  <a:gd name="T73" fmla="*/ 1088 h 1194"/>
                  <a:gd name="T74" fmla="*/ 1320 w 1767"/>
                  <a:gd name="T75" fmla="*/ 1163 h 1194"/>
                  <a:gd name="T76" fmla="*/ 1374 w 1767"/>
                  <a:gd name="T77" fmla="*/ 1163 h 1194"/>
                  <a:gd name="T78" fmla="*/ 1422 w 1767"/>
                  <a:gd name="T79" fmla="*/ 1075 h 1194"/>
                  <a:gd name="T80" fmla="*/ 1485 w 1767"/>
                  <a:gd name="T81" fmla="*/ 986 h 1194"/>
                  <a:gd name="T82" fmla="*/ 1557 w 1767"/>
                  <a:gd name="T83" fmla="*/ 937 h 1194"/>
                  <a:gd name="T84" fmla="*/ 1637 w 1767"/>
                  <a:gd name="T85" fmla="*/ 892 h 1194"/>
                  <a:gd name="T86" fmla="*/ 1757 w 1767"/>
                  <a:gd name="T87" fmla="*/ 869 h 1194"/>
                  <a:gd name="T88" fmla="*/ 1713 w 1767"/>
                  <a:gd name="T89" fmla="*/ 788 h 1194"/>
                  <a:gd name="T90" fmla="*/ 1677 w 1767"/>
                  <a:gd name="T91" fmla="*/ 716 h 1194"/>
                  <a:gd name="T92" fmla="*/ 1701 w 1767"/>
                  <a:gd name="T93" fmla="*/ 626 h 1194"/>
                  <a:gd name="T94" fmla="*/ 1629 w 1767"/>
                  <a:gd name="T95" fmla="*/ 527 h 1194"/>
                  <a:gd name="T96" fmla="*/ 1569 w 1767"/>
                  <a:gd name="T97" fmla="*/ 451 h 1194"/>
                  <a:gd name="T98" fmla="*/ 1488 w 1767"/>
                  <a:gd name="T99" fmla="*/ 422 h 1194"/>
                  <a:gd name="T100" fmla="*/ 1416 w 1767"/>
                  <a:gd name="T101" fmla="*/ 398 h 1194"/>
                  <a:gd name="T102" fmla="*/ 1296 w 1767"/>
                  <a:gd name="T103" fmla="*/ 371 h 1194"/>
                  <a:gd name="T104" fmla="*/ 1200 w 1767"/>
                  <a:gd name="T105" fmla="*/ 277 h 1194"/>
                  <a:gd name="T106" fmla="*/ 1124 w 1767"/>
                  <a:gd name="T107" fmla="*/ 232 h 1194"/>
                  <a:gd name="T108" fmla="*/ 1017 w 1767"/>
                  <a:gd name="T109" fmla="*/ 257 h 1194"/>
                  <a:gd name="T110" fmla="*/ 888 w 1767"/>
                  <a:gd name="T111" fmla="*/ 263 h 1194"/>
                  <a:gd name="T112" fmla="*/ 777 w 1767"/>
                  <a:gd name="T113" fmla="*/ 191 h 1194"/>
                  <a:gd name="T114" fmla="*/ 684 w 1767"/>
                  <a:gd name="T115" fmla="*/ 122 h 1194"/>
                  <a:gd name="T116" fmla="*/ 575 w 1767"/>
                  <a:gd name="T117" fmla="*/ 11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767" h="1194">
                    <a:moveTo>
                      <a:pt x="575" y="11"/>
                    </a:moveTo>
                    <a:cubicBezTo>
                      <a:pt x="569" y="0"/>
                      <a:pt x="571" y="13"/>
                      <a:pt x="570" y="13"/>
                    </a:cubicBezTo>
                    <a:cubicBezTo>
                      <a:pt x="569" y="13"/>
                      <a:pt x="569" y="11"/>
                      <a:pt x="567" y="11"/>
                    </a:cubicBezTo>
                    <a:cubicBezTo>
                      <a:pt x="565" y="11"/>
                      <a:pt x="564" y="15"/>
                      <a:pt x="560" y="16"/>
                    </a:cubicBezTo>
                    <a:cubicBezTo>
                      <a:pt x="556" y="17"/>
                      <a:pt x="551" y="18"/>
                      <a:pt x="542" y="20"/>
                    </a:cubicBezTo>
                    <a:cubicBezTo>
                      <a:pt x="533" y="22"/>
                      <a:pt x="517" y="23"/>
                      <a:pt x="507" y="26"/>
                    </a:cubicBezTo>
                    <a:cubicBezTo>
                      <a:pt x="499" y="31"/>
                      <a:pt x="480" y="38"/>
                      <a:pt x="480" y="38"/>
                    </a:cubicBezTo>
                    <a:cubicBezTo>
                      <a:pt x="474" y="36"/>
                      <a:pt x="468" y="34"/>
                      <a:pt x="462" y="32"/>
                    </a:cubicBezTo>
                    <a:cubicBezTo>
                      <a:pt x="459" y="31"/>
                      <a:pt x="453" y="32"/>
                      <a:pt x="453" y="32"/>
                    </a:cubicBezTo>
                    <a:cubicBezTo>
                      <a:pt x="447" y="37"/>
                      <a:pt x="444" y="35"/>
                      <a:pt x="441" y="35"/>
                    </a:cubicBezTo>
                    <a:cubicBezTo>
                      <a:pt x="438" y="35"/>
                      <a:pt x="435" y="36"/>
                      <a:pt x="432" y="35"/>
                    </a:cubicBezTo>
                    <a:cubicBezTo>
                      <a:pt x="429" y="34"/>
                      <a:pt x="426" y="28"/>
                      <a:pt x="422" y="26"/>
                    </a:cubicBezTo>
                    <a:cubicBezTo>
                      <a:pt x="418" y="24"/>
                      <a:pt x="414" y="25"/>
                      <a:pt x="410" y="25"/>
                    </a:cubicBezTo>
                    <a:cubicBezTo>
                      <a:pt x="406" y="24"/>
                      <a:pt x="402" y="21"/>
                      <a:pt x="396" y="23"/>
                    </a:cubicBezTo>
                    <a:cubicBezTo>
                      <a:pt x="390" y="25"/>
                      <a:pt x="384" y="36"/>
                      <a:pt x="375" y="38"/>
                    </a:cubicBezTo>
                    <a:cubicBezTo>
                      <a:pt x="366" y="40"/>
                      <a:pt x="351" y="34"/>
                      <a:pt x="344" y="34"/>
                    </a:cubicBezTo>
                    <a:cubicBezTo>
                      <a:pt x="337" y="34"/>
                      <a:pt x="336" y="35"/>
                      <a:pt x="333" y="38"/>
                    </a:cubicBezTo>
                    <a:cubicBezTo>
                      <a:pt x="331" y="44"/>
                      <a:pt x="326" y="46"/>
                      <a:pt x="326" y="52"/>
                    </a:cubicBezTo>
                    <a:cubicBezTo>
                      <a:pt x="324" y="58"/>
                      <a:pt x="322" y="56"/>
                      <a:pt x="324" y="73"/>
                    </a:cubicBezTo>
                    <a:cubicBezTo>
                      <a:pt x="324" y="80"/>
                      <a:pt x="324" y="88"/>
                      <a:pt x="324" y="94"/>
                    </a:cubicBezTo>
                    <a:cubicBezTo>
                      <a:pt x="324" y="100"/>
                      <a:pt x="325" y="106"/>
                      <a:pt x="327" y="112"/>
                    </a:cubicBezTo>
                    <a:cubicBezTo>
                      <a:pt x="329" y="118"/>
                      <a:pt x="332" y="124"/>
                      <a:pt x="335" y="131"/>
                    </a:cubicBezTo>
                    <a:cubicBezTo>
                      <a:pt x="338" y="138"/>
                      <a:pt x="342" y="148"/>
                      <a:pt x="344" y="155"/>
                    </a:cubicBezTo>
                    <a:cubicBezTo>
                      <a:pt x="345" y="161"/>
                      <a:pt x="352" y="159"/>
                      <a:pt x="348" y="172"/>
                    </a:cubicBezTo>
                    <a:cubicBezTo>
                      <a:pt x="348" y="178"/>
                      <a:pt x="348" y="184"/>
                      <a:pt x="347" y="190"/>
                    </a:cubicBezTo>
                    <a:cubicBezTo>
                      <a:pt x="346" y="196"/>
                      <a:pt x="345" y="201"/>
                      <a:pt x="344" y="206"/>
                    </a:cubicBezTo>
                    <a:cubicBezTo>
                      <a:pt x="343" y="211"/>
                      <a:pt x="343" y="216"/>
                      <a:pt x="341" y="221"/>
                    </a:cubicBezTo>
                    <a:cubicBezTo>
                      <a:pt x="339" y="226"/>
                      <a:pt x="336" y="233"/>
                      <a:pt x="332" y="235"/>
                    </a:cubicBezTo>
                    <a:cubicBezTo>
                      <a:pt x="328" y="237"/>
                      <a:pt x="322" y="231"/>
                      <a:pt x="318" y="233"/>
                    </a:cubicBezTo>
                    <a:cubicBezTo>
                      <a:pt x="314" y="234"/>
                      <a:pt x="316" y="244"/>
                      <a:pt x="309" y="247"/>
                    </a:cubicBezTo>
                    <a:cubicBezTo>
                      <a:pt x="307" y="250"/>
                      <a:pt x="305" y="252"/>
                      <a:pt x="303" y="253"/>
                    </a:cubicBezTo>
                    <a:cubicBezTo>
                      <a:pt x="301" y="254"/>
                      <a:pt x="299" y="253"/>
                      <a:pt x="294" y="253"/>
                    </a:cubicBezTo>
                    <a:cubicBezTo>
                      <a:pt x="289" y="253"/>
                      <a:pt x="277" y="250"/>
                      <a:pt x="273" y="250"/>
                    </a:cubicBezTo>
                    <a:cubicBezTo>
                      <a:pt x="269" y="250"/>
                      <a:pt x="269" y="248"/>
                      <a:pt x="267" y="250"/>
                    </a:cubicBezTo>
                    <a:cubicBezTo>
                      <a:pt x="265" y="252"/>
                      <a:pt x="261" y="258"/>
                      <a:pt x="260" y="263"/>
                    </a:cubicBezTo>
                    <a:cubicBezTo>
                      <a:pt x="259" y="268"/>
                      <a:pt x="261" y="278"/>
                      <a:pt x="261" y="283"/>
                    </a:cubicBezTo>
                    <a:cubicBezTo>
                      <a:pt x="261" y="288"/>
                      <a:pt x="262" y="291"/>
                      <a:pt x="263" y="295"/>
                    </a:cubicBezTo>
                    <a:cubicBezTo>
                      <a:pt x="264" y="299"/>
                      <a:pt x="266" y="304"/>
                      <a:pt x="267" y="307"/>
                    </a:cubicBezTo>
                    <a:cubicBezTo>
                      <a:pt x="267" y="310"/>
                      <a:pt x="276" y="295"/>
                      <a:pt x="272" y="314"/>
                    </a:cubicBezTo>
                    <a:cubicBezTo>
                      <a:pt x="272" y="317"/>
                      <a:pt x="269" y="324"/>
                      <a:pt x="267" y="328"/>
                    </a:cubicBezTo>
                    <a:cubicBezTo>
                      <a:pt x="265" y="332"/>
                      <a:pt x="261" y="336"/>
                      <a:pt x="260" y="340"/>
                    </a:cubicBezTo>
                    <a:cubicBezTo>
                      <a:pt x="259" y="344"/>
                      <a:pt x="258" y="350"/>
                      <a:pt x="258" y="355"/>
                    </a:cubicBezTo>
                    <a:cubicBezTo>
                      <a:pt x="258" y="360"/>
                      <a:pt x="258" y="368"/>
                      <a:pt x="257" y="373"/>
                    </a:cubicBezTo>
                    <a:cubicBezTo>
                      <a:pt x="256" y="378"/>
                      <a:pt x="253" y="383"/>
                      <a:pt x="252" y="388"/>
                    </a:cubicBezTo>
                    <a:cubicBezTo>
                      <a:pt x="251" y="393"/>
                      <a:pt x="250" y="401"/>
                      <a:pt x="249" y="406"/>
                    </a:cubicBezTo>
                    <a:cubicBezTo>
                      <a:pt x="248" y="411"/>
                      <a:pt x="243" y="412"/>
                      <a:pt x="245" y="416"/>
                    </a:cubicBezTo>
                    <a:cubicBezTo>
                      <a:pt x="248" y="419"/>
                      <a:pt x="256" y="426"/>
                      <a:pt x="264" y="428"/>
                    </a:cubicBezTo>
                    <a:cubicBezTo>
                      <a:pt x="272" y="430"/>
                      <a:pt x="286" y="428"/>
                      <a:pt x="294" y="428"/>
                    </a:cubicBezTo>
                    <a:cubicBezTo>
                      <a:pt x="305" y="432"/>
                      <a:pt x="307" y="425"/>
                      <a:pt x="312" y="428"/>
                    </a:cubicBezTo>
                    <a:cubicBezTo>
                      <a:pt x="317" y="431"/>
                      <a:pt x="321" y="443"/>
                      <a:pt x="327" y="449"/>
                    </a:cubicBezTo>
                    <a:cubicBezTo>
                      <a:pt x="348" y="463"/>
                      <a:pt x="332" y="441"/>
                      <a:pt x="347" y="467"/>
                    </a:cubicBezTo>
                    <a:cubicBezTo>
                      <a:pt x="352" y="475"/>
                      <a:pt x="364" y="478"/>
                      <a:pt x="369" y="479"/>
                    </a:cubicBezTo>
                    <a:cubicBezTo>
                      <a:pt x="376" y="485"/>
                      <a:pt x="374" y="498"/>
                      <a:pt x="377" y="505"/>
                    </a:cubicBezTo>
                    <a:cubicBezTo>
                      <a:pt x="380" y="512"/>
                      <a:pt x="387" y="514"/>
                      <a:pt x="389" y="520"/>
                    </a:cubicBezTo>
                    <a:cubicBezTo>
                      <a:pt x="391" y="526"/>
                      <a:pt x="387" y="532"/>
                      <a:pt x="387" y="539"/>
                    </a:cubicBezTo>
                    <a:cubicBezTo>
                      <a:pt x="390" y="553"/>
                      <a:pt x="389" y="553"/>
                      <a:pt x="389" y="563"/>
                    </a:cubicBezTo>
                    <a:cubicBezTo>
                      <a:pt x="389" y="573"/>
                      <a:pt x="384" y="587"/>
                      <a:pt x="384" y="599"/>
                    </a:cubicBezTo>
                    <a:cubicBezTo>
                      <a:pt x="384" y="611"/>
                      <a:pt x="391" y="629"/>
                      <a:pt x="389" y="638"/>
                    </a:cubicBezTo>
                    <a:cubicBezTo>
                      <a:pt x="387" y="647"/>
                      <a:pt x="375" y="646"/>
                      <a:pt x="371" y="653"/>
                    </a:cubicBezTo>
                    <a:cubicBezTo>
                      <a:pt x="367" y="676"/>
                      <a:pt x="367" y="676"/>
                      <a:pt x="362" y="682"/>
                    </a:cubicBezTo>
                    <a:cubicBezTo>
                      <a:pt x="357" y="688"/>
                      <a:pt x="347" y="685"/>
                      <a:pt x="344" y="689"/>
                    </a:cubicBezTo>
                    <a:cubicBezTo>
                      <a:pt x="341" y="693"/>
                      <a:pt x="345" y="700"/>
                      <a:pt x="342" y="704"/>
                    </a:cubicBezTo>
                    <a:cubicBezTo>
                      <a:pt x="342" y="704"/>
                      <a:pt x="328" y="710"/>
                      <a:pt x="323" y="712"/>
                    </a:cubicBezTo>
                    <a:cubicBezTo>
                      <a:pt x="320" y="713"/>
                      <a:pt x="306" y="716"/>
                      <a:pt x="306" y="716"/>
                    </a:cubicBezTo>
                    <a:cubicBezTo>
                      <a:pt x="302" y="728"/>
                      <a:pt x="295" y="726"/>
                      <a:pt x="288" y="737"/>
                    </a:cubicBezTo>
                    <a:cubicBezTo>
                      <a:pt x="279" y="741"/>
                      <a:pt x="266" y="735"/>
                      <a:pt x="257" y="736"/>
                    </a:cubicBezTo>
                    <a:cubicBezTo>
                      <a:pt x="248" y="737"/>
                      <a:pt x="245" y="743"/>
                      <a:pt x="234" y="742"/>
                    </a:cubicBezTo>
                    <a:cubicBezTo>
                      <a:pt x="223" y="741"/>
                      <a:pt x="200" y="734"/>
                      <a:pt x="192" y="731"/>
                    </a:cubicBezTo>
                    <a:cubicBezTo>
                      <a:pt x="188" y="730"/>
                      <a:pt x="189" y="724"/>
                      <a:pt x="186" y="722"/>
                    </a:cubicBezTo>
                    <a:cubicBezTo>
                      <a:pt x="181" y="717"/>
                      <a:pt x="168" y="727"/>
                      <a:pt x="168" y="727"/>
                    </a:cubicBezTo>
                    <a:cubicBezTo>
                      <a:pt x="132" y="734"/>
                      <a:pt x="165" y="721"/>
                      <a:pt x="144" y="722"/>
                    </a:cubicBezTo>
                    <a:cubicBezTo>
                      <a:pt x="138" y="725"/>
                      <a:pt x="126" y="725"/>
                      <a:pt x="126" y="725"/>
                    </a:cubicBezTo>
                    <a:cubicBezTo>
                      <a:pt x="117" y="738"/>
                      <a:pt x="114" y="736"/>
                      <a:pt x="98" y="739"/>
                    </a:cubicBezTo>
                    <a:cubicBezTo>
                      <a:pt x="95" y="741"/>
                      <a:pt x="90" y="746"/>
                      <a:pt x="87" y="749"/>
                    </a:cubicBezTo>
                    <a:cubicBezTo>
                      <a:pt x="84" y="752"/>
                      <a:pt x="84" y="756"/>
                      <a:pt x="81" y="758"/>
                    </a:cubicBezTo>
                    <a:cubicBezTo>
                      <a:pt x="77" y="761"/>
                      <a:pt x="68" y="759"/>
                      <a:pt x="62" y="760"/>
                    </a:cubicBezTo>
                    <a:cubicBezTo>
                      <a:pt x="56" y="761"/>
                      <a:pt x="48" y="763"/>
                      <a:pt x="42" y="767"/>
                    </a:cubicBezTo>
                    <a:cubicBezTo>
                      <a:pt x="33" y="772"/>
                      <a:pt x="32" y="779"/>
                      <a:pt x="27" y="785"/>
                    </a:cubicBezTo>
                    <a:cubicBezTo>
                      <a:pt x="22" y="791"/>
                      <a:pt x="16" y="795"/>
                      <a:pt x="12" y="800"/>
                    </a:cubicBezTo>
                    <a:cubicBezTo>
                      <a:pt x="8" y="806"/>
                      <a:pt x="0" y="818"/>
                      <a:pt x="0" y="818"/>
                    </a:cubicBezTo>
                    <a:cubicBezTo>
                      <a:pt x="0" y="824"/>
                      <a:pt x="13" y="827"/>
                      <a:pt x="17" y="833"/>
                    </a:cubicBezTo>
                    <a:cubicBezTo>
                      <a:pt x="21" y="839"/>
                      <a:pt x="23" y="847"/>
                      <a:pt x="24" y="856"/>
                    </a:cubicBezTo>
                    <a:cubicBezTo>
                      <a:pt x="31" y="877"/>
                      <a:pt x="13" y="872"/>
                      <a:pt x="23" y="886"/>
                    </a:cubicBezTo>
                    <a:cubicBezTo>
                      <a:pt x="25" y="896"/>
                      <a:pt x="25" y="908"/>
                      <a:pt x="27" y="919"/>
                    </a:cubicBezTo>
                    <a:cubicBezTo>
                      <a:pt x="29" y="930"/>
                      <a:pt x="30" y="942"/>
                      <a:pt x="33" y="950"/>
                    </a:cubicBezTo>
                    <a:cubicBezTo>
                      <a:pt x="37" y="956"/>
                      <a:pt x="38" y="966"/>
                      <a:pt x="45" y="968"/>
                    </a:cubicBezTo>
                    <a:cubicBezTo>
                      <a:pt x="54" y="971"/>
                      <a:pt x="72" y="977"/>
                      <a:pt x="72" y="977"/>
                    </a:cubicBezTo>
                    <a:cubicBezTo>
                      <a:pt x="78" y="983"/>
                      <a:pt x="75" y="1001"/>
                      <a:pt x="80" y="1006"/>
                    </a:cubicBezTo>
                    <a:cubicBezTo>
                      <a:pt x="85" y="1011"/>
                      <a:pt x="94" y="1008"/>
                      <a:pt x="102" y="1010"/>
                    </a:cubicBezTo>
                    <a:cubicBezTo>
                      <a:pt x="110" y="1018"/>
                      <a:pt x="123" y="1014"/>
                      <a:pt x="129" y="1019"/>
                    </a:cubicBezTo>
                    <a:cubicBezTo>
                      <a:pt x="135" y="1024"/>
                      <a:pt x="133" y="1035"/>
                      <a:pt x="138" y="1040"/>
                    </a:cubicBezTo>
                    <a:cubicBezTo>
                      <a:pt x="146" y="1063"/>
                      <a:pt x="142" y="1032"/>
                      <a:pt x="158" y="1051"/>
                    </a:cubicBezTo>
                    <a:cubicBezTo>
                      <a:pt x="163" y="1056"/>
                      <a:pt x="165" y="1062"/>
                      <a:pt x="170" y="1066"/>
                    </a:cubicBezTo>
                    <a:cubicBezTo>
                      <a:pt x="175" y="1070"/>
                      <a:pt x="182" y="1072"/>
                      <a:pt x="186" y="1078"/>
                    </a:cubicBezTo>
                    <a:cubicBezTo>
                      <a:pt x="194" y="1089"/>
                      <a:pt x="184" y="1090"/>
                      <a:pt x="192" y="1102"/>
                    </a:cubicBezTo>
                    <a:cubicBezTo>
                      <a:pt x="194" y="1105"/>
                      <a:pt x="198" y="1099"/>
                      <a:pt x="200" y="1097"/>
                    </a:cubicBezTo>
                    <a:cubicBezTo>
                      <a:pt x="203" y="1093"/>
                      <a:pt x="213" y="1086"/>
                      <a:pt x="216" y="1085"/>
                    </a:cubicBezTo>
                    <a:cubicBezTo>
                      <a:pt x="223" y="1074"/>
                      <a:pt x="208" y="1068"/>
                      <a:pt x="219" y="1061"/>
                    </a:cubicBezTo>
                    <a:cubicBezTo>
                      <a:pt x="223" y="1054"/>
                      <a:pt x="221" y="1051"/>
                      <a:pt x="225" y="1045"/>
                    </a:cubicBezTo>
                    <a:cubicBezTo>
                      <a:pt x="229" y="1039"/>
                      <a:pt x="239" y="1033"/>
                      <a:pt x="245" y="1028"/>
                    </a:cubicBezTo>
                    <a:cubicBezTo>
                      <a:pt x="251" y="1023"/>
                      <a:pt x="256" y="1018"/>
                      <a:pt x="263" y="1015"/>
                    </a:cubicBezTo>
                    <a:cubicBezTo>
                      <a:pt x="270" y="1012"/>
                      <a:pt x="279" y="1013"/>
                      <a:pt x="285" y="1010"/>
                    </a:cubicBezTo>
                    <a:cubicBezTo>
                      <a:pt x="297" y="1001"/>
                      <a:pt x="293" y="998"/>
                      <a:pt x="299" y="995"/>
                    </a:cubicBezTo>
                    <a:cubicBezTo>
                      <a:pt x="305" y="992"/>
                      <a:pt x="315" y="992"/>
                      <a:pt x="324" y="991"/>
                    </a:cubicBezTo>
                    <a:cubicBezTo>
                      <a:pt x="332" y="987"/>
                      <a:pt x="341" y="991"/>
                      <a:pt x="351" y="991"/>
                    </a:cubicBezTo>
                    <a:cubicBezTo>
                      <a:pt x="361" y="991"/>
                      <a:pt x="375" y="991"/>
                      <a:pt x="386" y="992"/>
                    </a:cubicBezTo>
                    <a:cubicBezTo>
                      <a:pt x="397" y="993"/>
                      <a:pt x="411" y="999"/>
                      <a:pt x="420" y="995"/>
                    </a:cubicBezTo>
                    <a:cubicBezTo>
                      <a:pt x="439" y="991"/>
                      <a:pt x="431" y="975"/>
                      <a:pt x="440" y="971"/>
                    </a:cubicBezTo>
                    <a:cubicBezTo>
                      <a:pt x="449" y="967"/>
                      <a:pt x="464" y="978"/>
                      <a:pt x="474" y="971"/>
                    </a:cubicBezTo>
                    <a:cubicBezTo>
                      <a:pt x="487" y="958"/>
                      <a:pt x="498" y="946"/>
                      <a:pt x="501" y="929"/>
                    </a:cubicBezTo>
                    <a:cubicBezTo>
                      <a:pt x="504" y="919"/>
                      <a:pt x="492" y="920"/>
                      <a:pt x="489" y="910"/>
                    </a:cubicBezTo>
                    <a:cubicBezTo>
                      <a:pt x="486" y="900"/>
                      <a:pt x="483" y="875"/>
                      <a:pt x="485" y="866"/>
                    </a:cubicBezTo>
                    <a:cubicBezTo>
                      <a:pt x="485" y="853"/>
                      <a:pt x="495" y="860"/>
                      <a:pt x="501" y="857"/>
                    </a:cubicBezTo>
                    <a:cubicBezTo>
                      <a:pt x="507" y="854"/>
                      <a:pt x="513" y="849"/>
                      <a:pt x="521" y="847"/>
                    </a:cubicBezTo>
                    <a:cubicBezTo>
                      <a:pt x="529" y="845"/>
                      <a:pt x="540" y="841"/>
                      <a:pt x="552" y="842"/>
                    </a:cubicBezTo>
                    <a:cubicBezTo>
                      <a:pt x="564" y="843"/>
                      <a:pt x="584" y="847"/>
                      <a:pt x="593" y="850"/>
                    </a:cubicBezTo>
                    <a:cubicBezTo>
                      <a:pt x="616" y="848"/>
                      <a:pt x="601" y="860"/>
                      <a:pt x="605" y="863"/>
                    </a:cubicBezTo>
                    <a:cubicBezTo>
                      <a:pt x="609" y="866"/>
                      <a:pt x="616" y="868"/>
                      <a:pt x="620" y="868"/>
                    </a:cubicBezTo>
                    <a:cubicBezTo>
                      <a:pt x="624" y="868"/>
                      <a:pt x="624" y="865"/>
                      <a:pt x="632" y="865"/>
                    </a:cubicBezTo>
                    <a:cubicBezTo>
                      <a:pt x="640" y="865"/>
                      <a:pt x="658" y="868"/>
                      <a:pt x="669" y="869"/>
                    </a:cubicBezTo>
                    <a:cubicBezTo>
                      <a:pt x="676" y="867"/>
                      <a:pt x="689" y="862"/>
                      <a:pt x="696" y="869"/>
                    </a:cubicBezTo>
                    <a:cubicBezTo>
                      <a:pt x="710" y="883"/>
                      <a:pt x="693" y="889"/>
                      <a:pt x="711" y="890"/>
                    </a:cubicBezTo>
                    <a:cubicBezTo>
                      <a:pt x="719" y="893"/>
                      <a:pt x="734" y="892"/>
                      <a:pt x="744" y="892"/>
                    </a:cubicBezTo>
                    <a:cubicBezTo>
                      <a:pt x="754" y="892"/>
                      <a:pt x="763" y="887"/>
                      <a:pt x="770" y="887"/>
                    </a:cubicBezTo>
                    <a:cubicBezTo>
                      <a:pt x="777" y="887"/>
                      <a:pt x="781" y="889"/>
                      <a:pt x="789" y="893"/>
                    </a:cubicBezTo>
                    <a:cubicBezTo>
                      <a:pt x="802" y="897"/>
                      <a:pt x="804" y="907"/>
                      <a:pt x="816" y="914"/>
                    </a:cubicBezTo>
                    <a:cubicBezTo>
                      <a:pt x="825" y="919"/>
                      <a:pt x="852" y="920"/>
                      <a:pt x="855" y="920"/>
                    </a:cubicBezTo>
                    <a:cubicBezTo>
                      <a:pt x="865" y="924"/>
                      <a:pt x="862" y="934"/>
                      <a:pt x="869" y="940"/>
                    </a:cubicBezTo>
                    <a:cubicBezTo>
                      <a:pt x="876" y="946"/>
                      <a:pt x="887" y="953"/>
                      <a:pt x="897" y="955"/>
                    </a:cubicBezTo>
                    <a:cubicBezTo>
                      <a:pt x="907" y="957"/>
                      <a:pt x="920" y="951"/>
                      <a:pt x="927" y="953"/>
                    </a:cubicBezTo>
                    <a:cubicBezTo>
                      <a:pt x="942" y="960"/>
                      <a:pt x="934" y="965"/>
                      <a:pt x="939" y="968"/>
                    </a:cubicBezTo>
                    <a:cubicBezTo>
                      <a:pt x="944" y="971"/>
                      <a:pt x="952" y="971"/>
                      <a:pt x="956" y="970"/>
                    </a:cubicBezTo>
                    <a:cubicBezTo>
                      <a:pt x="960" y="969"/>
                      <a:pt x="957" y="960"/>
                      <a:pt x="963" y="959"/>
                    </a:cubicBezTo>
                    <a:cubicBezTo>
                      <a:pt x="974" y="957"/>
                      <a:pt x="993" y="962"/>
                      <a:pt x="993" y="962"/>
                    </a:cubicBezTo>
                    <a:cubicBezTo>
                      <a:pt x="1006" y="942"/>
                      <a:pt x="990" y="962"/>
                      <a:pt x="1026" y="950"/>
                    </a:cubicBezTo>
                    <a:cubicBezTo>
                      <a:pt x="1030" y="949"/>
                      <a:pt x="1032" y="944"/>
                      <a:pt x="1035" y="941"/>
                    </a:cubicBezTo>
                    <a:cubicBezTo>
                      <a:pt x="1046" y="932"/>
                      <a:pt x="1054" y="930"/>
                      <a:pt x="1068" y="928"/>
                    </a:cubicBezTo>
                    <a:cubicBezTo>
                      <a:pt x="1077" y="919"/>
                      <a:pt x="1080" y="912"/>
                      <a:pt x="1092" y="908"/>
                    </a:cubicBezTo>
                    <a:cubicBezTo>
                      <a:pt x="1103" y="910"/>
                      <a:pt x="1125" y="917"/>
                      <a:pt x="1125" y="917"/>
                    </a:cubicBezTo>
                    <a:cubicBezTo>
                      <a:pt x="1134" y="921"/>
                      <a:pt x="1141" y="929"/>
                      <a:pt x="1151" y="932"/>
                    </a:cubicBezTo>
                    <a:cubicBezTo>
                      <a:pt x="1161" y="935"/>
                      <a:pt x="1177" y="929"/>
                      <a:pt x="1185" y="932"/>
                    </a:cubicBezTo>
                    <a:cubicBezTo>
                      <a:pt x="1197" y="939"/>
                      <a:pt x="1197" y="948"/>
                      <a:pt x="1202" y="953"/>
                    </a:cubicBezTo>
                    <a:cubicBezTo>
                      <a:pt x="1207" y="958"/>
                      <a:pt x="1213" y="954"/>
                      <a:pt x="1218" y="962"/>
                    </a:cubicBezTo>
                    <a:cubicBezTo>
                      <a:pt x="1225" y="974"/>
                      <a:pt x="1230" y="992"/>
                      <a:pt x="1232" y="1004"/>
                    </a:cubicBezTo>
                    <a:cubicBezTo>
                      <a:pt x="1234" y="1016"/>
                      <a:pt x="1228" y="1026"/>
                      <a:pt x="1230" y="1033"/>
                    </a:cubicBezTo>
                    <a:cubicBezTo>
                      <a:pt x="1232" y="1040"/>
                      <a:pt x="1241" y="1041"/>
                      <a:pt x="1245" y="1048"/>
                    </a:cubicBezTo>
                    <a:cubicBezTo>
                      <a:pt x="1249" y="1055"/>
                      <a:pt x="1250" y="1066"/>
                      <a:pt x="1254" y="1073"/>
                    </a:cubicBezTo>
                    <a:cubicBezTo>
                      <a:pt x="1262" y="1094"/>
                      <a:pt x="1263" y="1083"/>
                      <a:pt x="1269" y="1088"/>
                    </a:cubicBezTo>
                    <a:cubicBezTo>
                      <a:pt x="1275" y="1093"/>
                      <a:pt x="1285" y="1097"/>
                      <a:pt x="1290" y="1106"/>
                    </a:cubicBezTo>
                    <a:cubicBezTo>
                      <a:pt x="1294" y="1117"/>
                      <a:pt x="1292" y="1138"/>
                      <a:pt x="1302" y="1144"/>
                    </a:cubicBezTo>
                    <a:cubicBezTo>
                      <a:pt x="1305" y="1146"/>
                      <a:pt x="1316" y="1146"/>
                      <a:pt x="1319" y="1148"/>
                    </a:cubicBezTo>
                    <a:cubicBezTo>
                      <a:pt x="1322" y="1149"/>
                      <a:pt x="1317" y="1161"/>
                      <a:pt x="1320" y="1163"/>
                    </a:cubicBezTo>
                    <a:cubicBezTo>
                      <a:pt x="1326" y="1167"/>
                      <a:pt x="1341" y="1172"/>
                      <a:pt x="1341" y="1172"/>
                    </a:cubicBezTo>
                    <a:cubicBezTo>
                      <a:pt x="1345" y="1175"/>
                      <a:pt x="1341" y="1184"/>
                      <a:pt x="1344" y="1187"/>
                    </a:cubicBezTo>
                    <a:cubicBezTo>
                      <a:pt x="1347" y="1190"/>
                      <a:pt x="1354" y="1194"/>
                      <a:pt x="1359" y="1190"/>
                    </a:cubicBezTo>
                    <a:cubicBezTo>
                      <a:pt x="1373" y="1169"/>
                      <a:pt x="1369" y="1179"/>
                      <a:pt x="1374" y="1163"/>
                    </a:cubicBezTo>
                    <a:cubicBezTo>
                      <a:pt x="1377" y="1145"/>
                      <a:pt x="1375" y="1136"/>
                      <a:pt x="1392" y="1130"/>
                    </a:cubicBezTo>
                    <a:cubicBezTo>
                      <a:pt x="1396" y="1120"/>
                      <a:pt x="1409" y="1120"/>
                      <a:pt x="1412" y="1112"/>
                    </a:cubicBezTo>
                    <a:cubicBezTo>
                      <a:pt x="1415" y="1104"/>
                      <a:pt x="1408" y="1087"/>
                      <a:pt x="1410" y="1081"/>
                    </a:cubicBezTo>
                    <a:cubicBezTo>
                      <a:pt x="1411" y="1074"/>
                      <a:pt x="1418" y="1079"/>
                      <a:pt x="1422" y="1075"/>
                    </a:cubicBezTo>
                    <a:cubicBezTo>
                      <a:pt x="1426" y="1071"/>
                      <a:pt x="1426" y="1065"/>
                      <a:pt x="1434" y="1058"/>
                    </a:cubicBezTo>
                    <a:cubicBezTo>
                      <a:pt x="1452" y="1031"/>
                      <a:pt x="1421" y="1038"/>
                      <a:pt x="1470" y="1031"/>
                    </a:cubicBezTo>
                    <a:cubicBezTo>
                      <a:pt x="1477" y="1023"/>
                      <a:pt x="1486" y="1019"/>
                      <a:pt x="1488" y="1012"/>
                    </a:cubicBezTo>
                    <a:cubicBezTo>
                      <a:pt x="1490" y="1005"/>
                      <a:pt x="1483" y="991"/>
                      <a:pt x="1485" y="986"/>
                    </a:cubicBezTo>
                    <a:cubicBezTo>
                      <a:pt x="1490" y="982"/>
                      <a:pt x="1497" y="982"/>
                      <a:pt x="1503" y="980"/>
                    </a:cubicBezTo>
                    <a:cubicBezTo>
                      <a:pt x="1510" y="978"/>
                      <a:pt x="1521" y="968"/>
                      <a:pt x="1521" y="968"/>
                    </a:cubicBezTo>
                    <a:cubicBezTo>
                      <a:pt x="1525" y="962"/>
                      <a:pt x="1532" y="952"/>
                      <a:pt x="1538" y="947"/>
                    </a:cubicBezTo>
                    <a:cubicBezTo>
                      <a:pt x="1544" y="942"/>
                      <a:pt x="1551" y="940"/>
                      <a:pt x="1557" y="937"/>
                    </a:cubicBezTo>
                    <a:cubicBezTo>
                      <a:pt x="1561" y="931"/>
                      <a:pt x="1569" y="930"/>
                      <a:pt x="1575" y="926"/>
                    </a:cubicBezTo>
                    <a:cubicBezTo>
                      <a:pt x="1579" y="922"/>
                      <a:pt x="1583" y="911"/>
                      <a:pt x="1590" y="908"/>
                    </a:cubicBezTo>
                    <a:cubicBezTo>
                      <a:pt x="1597" y="905"/>
                      <a:pt x="1609" y="913"/>
                      <a:pt x="1617" y="910"/>
                    </a:cubicBezTo>
                    <a:cubicBezTo>
                      <a:pt x="1630" y="906"/>
                      <a:pt x="1624" y="898"/>
                      <a:pt x="1637" y="892"/>
                    </a:cubicBezTo>
                    <a:cubicBezTo>
                      <a:pt x="1644" y="888"/>
                      <a:pt x="1654" y="886"/>
                      <a:pt x="1664" y="886"/>
                    </a:cubicBezTo>
                    <a:cubicBezTo>
                      <a:pt x="1674" y="886"/>
                      <a:pt x="1685" y="890"/>
                      <a:pt x="1695" y="890"/>
                    </a:cubicBezTo>
                    <a:cubicBezTo>
                      <a:pt x="1709" y="887"/>
                      <a:pt x="1717" y="889"/>
                      <a:pt x="1727" y="886"/>
                    </a:cubicBezTo>
                    <a:cubicBezTo>
                      <a:pt x="1737" y="883"/>
                      <a:pt x="1751" y="875"/>
                      <a:pt x="1757" y="869"/>
                    </a:cubicBezTo>
                    <a:cubicBezTo>
                      <a:pt x="1767" y="862"/>
                      <a:pt x="1764" y="853"/>
                      <a:pt x="1761" y="847"/>
                    </a:cubicBezTo>
                    <a:cubicBezTo>
                      <a:pt x="1758" y="841"/>
                      <a:pt x="1746" y="835"/>
                      <a:pt x="1740" y="830"/>
                    </a:cubicBezTo>
                    <a:cubicBezTo>
                      <a:pt x="1735" y="819"/>
                      <a:pt x="1728" y="824"/>
                      <a:pt x="1724" y="817"/>
                    </a:cubicBezTo>
                    <a:cubicBezTo>
                      <a:pt x="1720" y="810"/>
                      <a:pt x="1717" y="795"/>
                      <a:pt x="1713" y="788"/>
                    </a:cubicBezTo>
                    <a:cubicBezTo>
                      <a:pt x="1707" y="777"/>
                      <a:pt x="1703" y="782"/>
                      <a:pt x="1701" y="775"/>
                    </a:cubicBezTo>
                    <a:cubicBezTo>
                      <a:pt x="1699" y="768"/>
                      <a:pt x="1701" y="749"/>
                      <a:pt x="1698" y="743"/>
                    </a:cubicBezTo>
                    <a:cubicBezTo>
                      <a:pt x="1694" y="734"/>
                      <a:pt x="1686" y="743"/>
                      <a:pt x="1683" y="739"/>
                    </a:cubicBezTo>
                    <a:cubicBezTo>
                      <a:pt x="1680" y="735"/>
                      <a:pt x="1679" y="725"/>
                      <a:pt x="1677" y="716"/>
                    </a:cubicBezTo>
                    <a:cubicBezTo>
                      <a:pt x="1674" y="706"/>
                      <a:pt x="1671" y="696"/>
                      <a:pt x="1671" y="685"/>
                    </a:cubicBezTo>
                    <a:cubicBezTo>
                      <a:pt x="1671" y="674"/>
                      <a:pt x="1677" y="657"/>
                      <a:pt x="1680" y="650"/>
                    </a:cubicBezTo>
                    <a:cubicBezTo>
                      <a:pt x="1681" y="646"/>
                      <a:pt x="1687" y="647"/>
                      <a:pt x="1689" y="644"/>
                    </a:cubicBezTo>
                    <a:cubicBezTo>
                      <a:pt x="1694" y="639"/>
                      <a:pt x="1701" y="626"/>
                      <a:pt x="1701" y="626"/>
                    </a:cubicBezTo>
                    <a:cubicBezTo>
                      <a:pt x="1697" y="611"/>
                      <a:pt x="1697" y="608"/>
                      <a:pt x="1710" y="599"/>
                    </a:cubicBezTo>
                    <a:cubicBezTo>
                      <a:pt x="1712" y="596"/>
                      <a:pt x="1720" y="586"/>
                      <a:pt x="1719" y="581"/>
                    </a:cubicBezTo>
                    <a:cubicBezTo>
                      <a:pt x="1719" y="581"/>
                      <a:pt x="1676" y="531"/>
                      <a:pt x="1671" y="530"/>
                    </a:cubicBezTo>
                    <a:cubicBezTo>
                      <a:pt x="1657" y="527"/>
                      <a:pt x="1643" y="528"/>
                      <a:pt x="1629" y="527"/>
                    </a:cubicBezTo>
                    <a:cubicBezTo>
                      <a:pt x="1597" y="522"/>
                      <a:pt x="1611" y="517"/>
                      <a:pt x="1590" y="503"/>
                    </a:cubicBezTo>
                    <a:cubicBezTo>
                      <a:pt x="1583" y="496"/>
                      <a:pt x="1592" y="487"/>
                      <a:pt x="1590" y="481"/>
                    </a:cubicBezTo>
                    <a:cubicBezTo>
                      <a:pt x="1588" y="475"/>
                      <a:pt x="1578" y="472"/>
                      <a:pt x="1575" y="467"/>
                    </a:cubicBezTo>
                    <a:cubicBezTo>
                      <a:pt x="1572" y="458"/>
                      <a:pt x="1570" y="459"/>
                      <a:pt x="1569" y="451"/>
                    </a:cubicBezTo>
                    <a:cubicBezTo>
                      <a:pt x="1568" y="443"/>
                      <a:pt x="1571" y="425"/>
                      <a:pt x="1568" y="421"/>
                    </a:cubicBezTo>
                    <a:cubicBezTo>
                      <a:pt x="1565" y="417"/>
                      <a:pt x="1557" y="424"/>
                      <a:pt x="1548" y="424"/>
                    </a:cubicBezTo>
                    <a:cubicBezTo>
                      <a:pt x="1539" y="424"/>
                      <a:pt x="1525" y="424"/>
                      <a:pt x="1515" y="424"/>
                    </a:cubicBezTo>
                    <a:cubicBezTo>
                      <a:pt x="1505" y="424"/>
                      <a:pt x="1503" y="422"/>
                      <a:pt x="1488" y="422"/>
                    </a:cubicBezTo>
                    <a:cubicBezTo>
                      <a:pt x="1473" y="422"/>
                      <a:pt x="1434" y="425"/>
                      <a:pt x="1422" y="425"/>
                    </a:cubicBezTo>
                    <a:cubicBezTo>
                      <a:pt x="1395" y="417"/>
                      <a:pt x="1419" y="421"/>
                      <a:pt x="1418" y="419"/>
                    </a:cubicBezTo>
                    <a:cubicBezTo>
                      <a:pt x="1417" y="417"/>
                      <a:pt x="1416" y="418"/>
                      <a:pt x="1416" y="415"/>
                    </a:cubicBezTo>
                    <a:cubicBezTo>
                      <a:pt x="1416" y="412"/>
                      <a:pt x="1422" y="399"/>
                      <a:pt x="1416" y="398"/>
                    </a:cubicBezTo>
                    <a:cubicBezTo>
                      <a:pt x="1410" y="397"/>
                      <a:pt x="1392" y="406"/>
                      <a:pt x="1380" y="406"/>
                    </a:cubicBezTo>
                    <a:cubicBezTo>
                      <a:pt x="1368" y="406"/>
                      <a:pt x="1349" y="403"/>
                      <a:pt x="1341" y="398"/>
                    </a:cubicBezTo>
                    <a:cubicBezTo>
                      <a:pt x="1324" y="391"/>
                      <a:pt x="1336" y="378"/>
                      <a:pt x="1329" y="374"/>
                    </a:cubicBezTo>
                    <a:cubicBezTo>
                      <a:pt x="1322" y="370"/>
                      <a:pt x="1305" y="375"/>
                      <a:pt x="1296" y="371"/>
                    </a:cubicBezTo>
                    <a:cubicBezTo>
                      <a:pt x="1287" y="365"/>
                      <a:pt x="1283" y="355"/>
                      <a:pt x="1272" y="350"/>
                    </a:cubicBezTo>
                    <a:cubicBezTo>
                      <a:pt x="1240" y="336"/>
                      <a:pt x="1265" y="352"/>
                      <a:pt x="1245" y="338"/>
                    </a:cubicBezTo>
                    <a:cubicBezTo>
                      <a:pt x="1235" y="329"/>
                      <a:pt x="1231" y="300"/>
                      <a:pt x="1224" y="290"/>
                    </a:cubicBezTo>
                    <a:cubicBezTo>
                      <a:pt x="1217" y="280"/>
                      <a:pt x="1207" y="283"/>
                      <a:pt x="1200" y="277"/>
                    </a:cubicBezTo>
                    <a:cubicBezTo>
                      <a:pt x="1193" y="271"/>
                      <a:pt x="1192" y="260"/>
                      <a:pt x="1184" y="254"/>
                    </a:cubicBezTo>
                    <a:cubicBezTo>
                      <a:pt x="1176" y="248"/>
                      <a:pt x="1159" y="245"/>
                      <a:pt x="1152" y="242"/>
                    </a:cubicBezTo>
                    <a:cubicBezTo>
                      <a:pt x="1149" y="240"/>
                      <a:pt x="1147" y="236"/>
                      <a:pt x="1143" y="236"/>
                    </a:cubicBezTo>
                    <a:cubicBezTo>
                      <a:pt x="1137" y="236"/>
                      <a:pt x="1130" y="231"/>
                      <a:pt x="1124" y="232"/>
                    </a:cubicBezTo>
                    <a:cubicBezTo>
                      <a:pt x="1109" y="250"/>
                      <a:pt x="1103" y="244"/>
                      <a:pt x="1092" y="245"/>
                    </a:cubicBezTo>
                    <a:cubicBezTo>
                      <a:pt x="1090" y="253"/>
                      <a:pt x="1093" y="264"/>
                      <a:pt x="1086" y="269"/>
                    </a:cubicBezTo>
                    <a:cubicBezTo>
                      <a:pt x="1081" y="273"/>
                      <a:pt x="1068" y="275"/>
                      <a:pt x="1068" y="275"/>
                    </a:cubicBezTo>
                    <a:cubicBezTo>
                      <a:pt x="1019" y="271"/>
                      <a:pt x="1043" y="274"/>
                      <a:pt x="1017" y="257"/>
                    </a:cubicBezTo>
                    <a:cubicBezTo>
                      <a:pt x="1007" y="264"/>
                      <a:pt x="997" y="259"/>
                      <a:pt x="986" y="263"/>
                    </a:cubicBezTo>
                    <a:cubicBezTo>
                      <a:pt x="965" y="249"/>
                      <a:pt x="973" y="253"/>
                      <a:pt x="957" y="248"/>
                    </a:cubicBezTo>
                    <a:cubicBezTo>
                      <a:pt x="939" y="249"/>
                      <a:pt x="924" y="255"/>
                      <a:pt x="906" y="257"/>
                    </a:cubicBezTo>
                    <a:cubicBezTo>
                      <a:pt x="900" y="258"/>
                      <a:pt x="888" y="263"/>
                      <a:pt x="888" y="263"/>
                    </a:cubicBezTo>
                    <a:cubicBezTo>
                      <a:pt x="869" y="258"/>
                      <a:pt x="857" y="235"/>
                      <a:pt x="843" y="233"/>
                    </a:cubicBezTo>
                    <a:cubicBezTo>
                      <a:pt x="834" y="232"/>
                      <a:pt x="825" y="231"/>
                      <a:pt x="816" y="230"/>
                    </a:cubicBezTo>
                    <a:cubicBezTo>
                      <a:pt x="806" y="216"/>
                      <a:pt x="811" y="224"/>
                      <a:pt x="804" y="203"/>
                    </a:cubicBezTo>
                    <a:cubicBezTo>
                      <a:pt x="801" y="194"/>
                      <a:pt x="777" y="191"/>
                      <a:pt x="777" y="191"/>
                    </a:cubicBezTo>
                    <a:cubicBezTo>
                      <a:pt x="768" y="182"/>
                      <a:pt x="753" y="191"/>
                      <a:pt x="743" y="184"/>
                    </a:cubicBezTo>
                    <a:cubicBezTo>
                      <a:pt x="733" y="170"/>
                      <a:pt x="750" y="156"/>
                      <a:pt x="729" y="149"/>
                    </a:cubicBezTo>
                    <a:cubicBezTo>
                      <a:pt x="723" y="147"/>
                      <a:pt x="708" y="152"/>
                      <a:pt x="708" y="152"/>
                    </a:cubicBezTo>
                    <a:cubicBezTo>
                      <a:pt x="701" y="148"/>
                      <a:pt x="692" y="125"/>
                      <a:pt x="684" y="122"/>
                    </a:cubicBezTo>
                    <a:cubicBezTo>
                      <a:pt x="676" y="119"/>
                      <a:pt x="669" y="134"/>
                      <a:pt x="660" y="131"/>
                    </a:cubicBezTo>
                    <a:cubicBezTo>
                      <a:pt x="646" y="126"/>
                      <a:pt x="642" y="112"/>
                      <a:pt x="630" y="104"/>
                    </a:cubicBezTo>
                    <a:cubicBezTo>
                      <a:pt x="621" y="91"/>
                      <a:pt x="623" y="77"/>
                      <a:pt x="606" y="71"/>
                    </a:cubicBezTo>
                    <a:cubicBezTo>
                      <a:pt x="593" y="51"/>
                      <a:pt x="609" y="11"/>
                      <a:pt x="575" y="11"/>
                    </a:cubicBezTo>
                    <a:close/>
                  </a:path>
                </a:pathLst>
              </a:custGeom>
              <a:solidFill>
                <a:srgbClr val="FFCC99"/>
              </a:solidFill>
              <a:ln w="12700" cap="flat" cmpd="sng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Freeform 26"/>
            <p:cNvSpPr>
              <a:spLocks/>
            </p:cNvSpPr>
            <p:nvPr/>
          </p:nvSpPr>
          <p:spPr bwMode="auto">
            <a:xfrm>
              <a:off x="4070" y="266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Rectangle 45"/>
          <p:cNvSpPr>
            <a:spLocks noChangeArrowheads="1"/>
          </p:cNvSpPr>
          <p:nvPr/>
        </p:nvSpPr>
        <p:spPr bwMode="auto">
          <a:xfrm>
            <a:off x="8233272" y="1888902"/>
            <a:ext cx="1444625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三连域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62" name="Group 20"/>
          <p:cNvGrpSpPr>
            <a:grpSpLocks/>
          </p:cNvGrpSpPr>
          <p:nvPr/>
        </p:nvGrpSpPr>
        <p:grpSpPr bwMode="auto">
          <a:xfrm>
            <a:off x="2405062" y="1408683"/>
            <a:ext cx="3690938" cy="4530725"/>
            <a:chOff x="561" y="1029"/>
            <a:chExt cx="2325" cy="2854"/>
          </a:xfrm>
        </p:grpSpPr>
        <p:sp>
          <p:nvSpPr>
            <p:cNvPr id="63" name="Freeform 21"/>
            <p:cNvSpPr>
              <a:spLocks/>
            </p:cNvSpPr>
            <p:nvPr/>
          </p:nvSpPr>
          <p:spPr bwMode="auto">
            <a:xfrm>
              <a:off x="561" y="1029"/>
              <a:ext cx="1149" cy="2079"/>
            </a:xfrm>
            <a:custGeom>
              <a:avLst/>
              <a:gdLst>
                <a:gd name="T0" fmla="*/ 1032 w 1149"/>
                <a:gd name="T1" fmla="*/ 186 h 2079"/>
                <a:gd name="T2" fmla="*/ 1020 w 1149"/>
                <a:gd name="T3" fmla="*/ 333 h 2079"/>
                <a:gd name="T4" fmla="*/ 1005 w 1149"/>
                <a:gd name="T5" fmla="*/ 465 h 2079"/>
                <a:gd name="T6" fmla="*/ 1031 w 1149"/>
                <a:gd name="T7" fmla="*/ 551 h 2079"/>
                <a:gd name="T8" fmla="*/ 1014 w 1149"/>
                <a:gd name="T9" fmla="*/ 675 h 2079"/>
                <a:gd name="T10" fmla="*/ 1011 w 1149"/>
                <a:gd name="T11" fmla="*/ 756 h 2079"/>
                <a:gd name="T12" fmla="*/ 1026 w 1149"/>
                <a:gd name="T13" fmla="*/ 858 h 2079"/>
                <a:gd name="T14" fmla="*/ 1050 w 1149"/>
                <a:gd name="T15" fmla="*/ 1059 h 2079"/>
                <a:gd name="T16" fmla="*/ 1011 w 1149"/>
                <a:gd name="T17" fmla="*/ 1185 h 2079"/>
                <a:gd name="T18" fmla="*/ 999 w 1149"/>
                <a:gd name="T19" fmla="*/ 1266 h 2079"/>
                <a:gd name="T20" fmla="*/ 1008 w 1149"/>
                <a:gd name="T21" fmla="*/ 1386 h 2079"/>
                <a:gd name="T22" fmla="*/ 1047 w 1149"/>
                <a:gd name="T23" fmla="*/ 1488 h 2079"/>
                <a:gd name="T24" fmla="*/ 1125 w 1149"/>
                <a:gd name="T25" fmla="*/ 1563 h 2079"/>
                <a:gd name="T26" fmla="*/ 1149 w 1149"/>
                <a:gd name="T27" fmla="*/ 1632 h 2079"/>
                <a:gd name="T28" fmla="*/ 1137 w 1149"/>
                <a:gd name="T29" fmla="*/ 1671 h 2079"/>
                <a:gd name="T30" fmla="*/ 1026 w 1149"/>
                <a:gd name="T31" fmla="*/ 1692 h 2079"/>
                <a:gd name="T32" fmla="*/ 960 w 1149"/>
                <a:gd name="T33" fmla="*/ 1683 h 2079"/>
                <a:gd name="T34" fmla="*/ 882 w 1149"/>
                <a:gd name="T35" fmla="*/ 1734 h 2079"/>
                <a:gd name="T36" fmla="*/ 897 w 1149"/>
                <a:gd name="T37" fmla="*/ 1797 h 2079"/>
                <a:gd name="T38" fmla="*/ 873 w 1149"/>
                <a:gd name="T39" fmla="*/ 1896 h 2079"/>
                <a:gd name="T40" fmla="*/ 831 w 1149"/>
                <a:gd name="T41" fmla="*/ 1974 h 2079"/>
                <a:gd name="T42" fmla="*/ 783 w 1149"/>
                <a:gd name="T43" fmla="*/ 2064 h 2079"/>
                <a:gd name="T44" fmla="*/ 654 w 1149"/>
                <a:gd name="T45" fmla="*/ 1950 h 2079"/>
                <a:gd name="T46" fmla="*/ 501 w 1149"/>
                <a:gd name="T47" fmla="*/ 1932 h 2079"/>
                <a:gd name="T48" fmla="*/ 447 w 1149"/>
                <a:gd name="T49" fmla="*/ 1935 h 2079"/>
                <a:gd name="T50" fmla="*/ 372 w 1149"/>
                <a:gd name="T51" fmla="*/ 1881 h 2079"/>
                <a:gd name="T52" fmla="*/ 255 w 1149"/>
                <a:gd name="T53" fmla="*/ 1836 h 2079"/>
                <a:gd name="T54" fmla="*/ 99 w 1149"/>
                <a:gd name="T55" fmla="*/ 1797 h 2079"/>
                <a:gd name="T56" fmla="*/ 24 w 1149"/>
                <a:gd name="T57" fmla="*/ 1683 h 2079"/>
                <a:gd name="T58" fmla="*/ 69 w 1149"/>
                <a:gd name="T59" fmla="*/ 1596 h 2079"/>
                <a:gd name="T60" fmla="*/ 144 w 1149"/>
                <a:gd name="T61" fmla="*/ 1545 h 2079"/>
                <a:gd name="T62" fmla="*/ 171 w 1149"/>
                <a:gd name="T63" fmla="*/ 1434 h 2079"/>
                <a:gd name="T64" fmla="*/ 168 w 1149"/>
                <a:gd name="T65" fmla="*/ 1323 h 2079"/>
                <a:gd name="T66" fmla="*/ 222 w 1149"/>
                <a:gd name="T67" fmla="*/ 1218 h 2079"/>
                <a:gd name="T68" fmla="*/ 276 w 1149"/>
                <a:gd name="T69" fmla="*/ 1236 h 2079"/>
                <a:gd name="T70" fmla="*/ 432 w 1149"/>
                <a:gd name="T71" fmla="*/ 1209 h 2079"/>
                <a:gd name="T72" fmla="*/ 531 w 1149"/>
                <a:gd name="T73" fmla="*/ 1134 h 2079"/>
                <a:gd name="T74" fmla="*/ 624 w 1149"/>
                <a:gd name="T75" fmla="*/ 1119 h 2079"/>
                <a:gd name="T76" fmla="*/ 630 w 1149"/>
                <a:gd name="T77" fmla="*/ 1017 h 2079"/>
                <a:gd name="T78" fmla="*/ 651 w 1149"/>
                <a:gd name="T79" fmla="*/ 924 h 2079"/>
                <a:gd name="T80" fmla="*/ 624 w 1149"/>
                <a:gd name="T81" fmla="*/ 834 h 2079"/>
                <a:gd name="T82" fmla="*/ 540 w 1149"/>
                <a:gd name="T83" fmla="*/ 765 h 2079"/>
                <a:gd name="T84" fmla="*/ 426 w 1149"/>
                <a:gd name="T85" fmla="*/ 705 h 2079"/>
                <a:gd name="T86" fmla="*/ 351 w 1149"/>
                <a:gd name="T87" fmla="*/ 651 h 2079"/>
                <a:gd name="T88" fmla="*/ 342 w 1149"/>
                <a:gd name="T89" fmla="*/ 594 h 2079"/>
                <a:gd name="T90" fmla="*/ 363 w 1149"/>
                <a:gd name="T91" fmla="*/ 498 h 2079"/>
                <a:gd name="T92" fmla="*/ 435 w 1149"/>
                <a:gd name="T93" fmla="*/ 444 h 2079"/>
                <a:gd name="T94" fmla="*/ 480 w 1149"/>
                <a:gd name="T95" fmla="*/ 474 h 2079"/>
                <a:gd name="T96" fmla="*/ 600 w 1149"/>
                <a:gd name="T97" fmla="*/ 525 h 2079"/>
                <a:gd name="T98" fmla="*/ 657 w 1149"/>
                <a:gd name="T99" fmla="*/ 459 h 2079"/>
                <a:gd name="T100" fmla="*/ 696 w 1149"/>
                <a:gd name="T101" fmla="*/ 351 h 2079"/>
                <a:gd name="T102" fmla="*/ 741 w 1149"/>
                <a:gd name="T103" fmla="*/ 267 h 2079"/>
                <a:gd name="T104" fmla="*/ 816 w 1149"/>
                <a:gd name="T105" fmla="*/ 147 h 2079"/>
                <a:gd name="T106" fmla="*/ 837 w 1149"/>
                <a:gd name="T107" fmla="*/ 108 h 2079"/>
                <a:gd name="T108" fmla="*/ 912 w 1149"/>
                <a:gd name="T109" fmla="*/ 57 h 2079"/>
                <a:gd name="T110" fmla="*/ 972 w 1149"/>
                <a:gd name="T111" fmla="*/ 0 h 2079"/>
                <a:gd name="T112" fmla="*/ 1026 w 1149"/>
                <a:gd name="T113" fmla="*/ 36 h 2079"/>
                <a:gd name="T114" fmla="*/ 1056 w 1149"/>
                <a:gd name="T115" fmla="*/ 66 h 2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49" h="2079">
                  <a:moveTo>
                    <a:pt x="1053" y="66"/>
                  </a:moveTo>
                  <a:cubicBezTo>
                    <a:pt x="1049" y="121"/>
                    <a:pt x="1056" y="102"/>
                    <a:pt x="1029" y="120"/>
                  </a:cubicBezTo>
                  <a:cubicBezTo>
                    <a:pt x="1024" y="140"/>
                    <a:pt x="1031" y="166"/>
                    <a:pt x="1032" y="186"/>
                  </a:cubicBezTo>
                  <a:cubicBezTo>
                    <a:pt x="1033" y="206"/>
                    <a:pt x="1037" y="224"/>
                    <a:pt x="1035" y="243"/>
                  </a:cubicBezTo>
                  <a:cubicBezTo>
                    <a:pt x="1032" y="282"/>
                    <a:pt x="1032" y="274"/>
                    <a:pt x="1023" y="300"/>
                  </a:cubicBezTo>
                  <a:cubicBezTo>
                    <a:pt x="1021" y="314"/>
                    <a:pt x="1019" y="320"/>
                    <a:pt x="1020" y="333"/>
                  </a:cubicBezTo>
                  <a:cubicBezTo>
                    <a:pt x="1021" y="346"/>
                    <a:pt x="1033" y="367"/>
                    <a:pt x="1032" y="381"/>
                  </a:cubicBezTo>
                  <a:cubicBezTo>
                    <a:pt x="1028" y="399"/>
                    <a:pt x="1017" y="403"/>
                    <a:pt x="1011" y="420"/>
                  </a:cubicBezTo>
                  <a:cubicBezTo>
                    <a:pt x="1010" y="435"/>
                    <a:pt x="1003" y="450"/>
                    <a:pt x="1005" y="465"/>
                  </a:cubicBezTo>
                  <a:cubicBezTo>
                    <a:pt x="1006" y="471"/>
                    <a:pt x="1011" y="483"/>
                    <a:pt x="1011" y="483"/>
                  </a:cubicBezTo>
                  <a:cubicBezTo>
                    <a:pt x="1011" y="486"/>
                    <a:pt x="1005" y="542"/>
                    <a:pt x="1017" y="546"/>
                  </a:cubicBezTo>
                  <a:cubicBezTo>
                    <a:pt x="1023" y="548"/>
                    <a:pt x="1031" y="551"/>
                    <a:pt x="1031" y="551"/>
                  </a:cubicBezTo>
                  <a:cubicBezTo>
                    <a:pt x="1030" y="554"/>
                    <a:pt x="1030" y="561"/>
                    <a:pt x="1027" y="563"/>
                  </a:cubicBezTo>
                  <a:cubicBezTo>
                    <a:pt x="1022" y="567"/>
                    <a:pt x="1014" y="567"/>
                    <a:pt x="1014" y="567"/>
                  </a:cubicBezTo>
                  <a:cubicBezTo>
                    <a:pt x="1012" y="602"/>
                    <a:pt x="1003" y="641"/>
                    <a:pt x="1014" y="675"/>
                  </a:cubicBezTo>
                  <a:cubicBezTo>
                    <a:pt x="1011" y="710"/>
                    <a:pt x="1010" y="705"/>
                    <a:pt x="1002" y="729"/>
                  </a:cubicBezTo>
                  <a:cubicBezTo>
                    <a:pt x="1004" y="735"/>
                    <a:pt x="1006" y="741"/>
                    <a:pt x="1008" y="747"/>
                  </a:cubicBezTo>
                  <a:cubicBezTo>
                    <a:pt x="1009" y="750"/>
                    <a:pt x="1011" y="756"/>
                    <a:pt x="1011" y="756"/>
                  </a:cubicBezTo>
                  <a:cubicBezTo>
                    <a:pt x="1007" y="778"/>
                    <a:pt x="1004" y="780"/>
                    <a:pt x="1011" y="801"/>
                  </a:cubicBezTo>
                  <a:cubicBezTo>
                    <a:pt x="1013" y="807"/>
                    <a:pt x="1017" y="819"/>
                    <a:pt x="1017" y="819"/>
                  </a:cubicBezTo>
                  <a:cubicBezTo>
                    <a:pt x="1013" y="839"/>
                    <a:pt x="1007" y="845"/>
                    <a:pt x="1026" y="858"/>
                  </a:cubicBezTo>
                  <a:cubicBezTo>
                    <a:pt x="1034" y="881"/>
                    <a:pt x="1024" y="906"/>
                    <a:pt x="1029" y="930"/>
                  </a:cubicBezTo>
                  <a:cubicBezTo>
                    <a:pt x="1026" y="953"/>
                    <a:pt x="1019" y="959"/>
                    <a:pt x="1026" y="981"/>
                  </a:cubicBezTo>
                  <a:cubicBezTo>
                    <a:pt x="1028" y="1014"/>
                    <a:pt x="1016" y="1048"/>
                    <a:pt x="1050" y="1059"/>
                  </a:cubicBezTo>
                  <a:cubicBezTo>
                    <a:pt x="1057" y="1079"/>
                    <a:pt x="1052" y="1096"/>
                    <a:pt x="1035" y="1107"/>
                  </a:cubicBezTo>
                  <a:cubicBezTo>
                    <a:pt x="1029" y="1130"/>
                    <a:pt x="1036" y="1156"/>
                    <a:pt x="1029" y="1179"/>
                  </a:cubicBezTo>
                  <a:cubicBezTo>
                    <a:pt x="1027" y="1185"/>
                    <a:pt x="1011" y="1185"/>
                    <a:pt x="1011" y="1185"/>
                  </a:cubicBezTo>
                  <a:cubicBezTo>
                    <a:pt x="1001" y="1200"/>
                    <a:pt x="1006" y="1214"/>
                    <a:pt x="1011" y="1230"/>
                  </a:cubicBezTo>
                  <a:cubicBezTo>
                    <a:pt x="1008" y="1239"/>
                    <a:pt x="1005" y="1248"/>
                    <a:pt x="1002" y="1257"/>
                  </a:cubicBezTo>
                  <a:cubicBezTo>
                    <a:pt x="1001" y="1260"/>
                    <a:pt x="999" y="1266"/>
                    <a:pt x="999" y="1266"/>
                  </a:cubicBezTo>
                  <a:cubicBezTo>
                    <a:pt x="1002" y="1304"/>
                    <a:pt x="999" y="1301"/>
                    <a:pt x="1005" y="1326"/>
                  </a:cubicBezTo>
                  <a:cubicBezTo>
                    <a:pt x="1007" y="1336"/>
                    <a:pt x="1014" y="1356"/>
                    <a:pt x="1014" y="1356"/>
                  </a:cubicBezTo>
                  <a:cubicBezTo>
                    <a:pt x="1015" y="1366"/>
                    <a:pt x="1008" y="1375"/>
                    <a:pt x="1008" y="1386"/>
                  </a:cubicBezTo>
                  <a:cubicBezTo>
                    <a:pt x="1008" y="1397"/>
                    <a:pt x="1013" y="1408"/>
                    <a:pt x="1014" y="1422"/>
                  </a:cubicBezTo>
                  <a:cubicBezTo>
                    <a:pt x="1015" y="1436"/>
                    <a:pt x="1006" y="1459"/>
                    <a:pt x="1011" y="1470"/>
                  </a:cubicBezTo>
                  <a:cubicBezTo>
                    <a:pt x="1015" y="1483"/>
                    <a:pt x="1047" y="1488"/>
                    <a:pt x="1047" y="1488"/>
                  </a:cubicBezTo>
                  <a:cubicBezTo>
                    <a:pt x="1051" y="1505"/>
                    <a:pt x="1064" y="1503"/>
                    <a:pt x="1077" y="1512"/>
                  </a:cubicBezTo>
                  <a:cubicBezTo>
                    <a:pt x="1081" y="1532"/>
                    <a:pt x="1083" y="1526"/>
                    <a:pt x="1098" y="1536"/>
                  </a:cubicBezTo>
                  <a:cubicBezTo>
                    <a:pt x="1107" y="1550"/>
                    <a:pt x="1108" y="1557"/>
                    <a:pt x="1125" y="1563"/>
                  </a:cubicBezTo>
                  <a:cubicBezTo>
                    <a:pt x="1131" y="1572"/>
                    <a:pt x="1137" y="1575"/>
                    <a:pt x="1143" y="1587"/>
                  </a:cubicBezTo>
                  <a:cubicBezTo>
                    <a:pt x="1145" y="1596"/>
                    <a:pt x="1139" y="1613"/>
                    <a:pt x="1140" y="1620"/>
                  </a:cubicBezTo>
                  <a:cubicBezTo>
                    <a:pt x="1141" y="1627"/>
                    <a:pt x="1148" y="1628"/>
                    <a:pt x="1149" y="1632"/>
                  </a:cubicBezTo>
                  <a:cubicBezTo>
                    <a:pt x="1148" y="1637"/>
                    <a:pt x="1149" y="1643"/>
                    <a:pt x="1146" y="1647"/>
                  </a:cubicBezTo>
                  <a:cubicBezTo>
                    <a:pt x="1143" y="1650"/>
                    <a:pt x="1146" y="1650"/>
                    <a:pt x="1143" y="1653"/>
                  </a:cubicBezTo>
                  <a:cubicBezTo>
                    <a:pt x="1139" y="1658"/>
                    <a:pt x="1143" y="1669"/>
                    <a:pt x="1137" y="1671"/>
                  </a:cubicBezTo>
                  <a:cubicBezTo>
                    <a:pt x="1109" y="1680"/>
                    <a:pt x="1107" y="1683"/>
                    <a:pt x="1071" y="1686"/>
                  </a:cubicBezTo>
                  <a:cubicBezTo>
                    <a:pt x="1050" y="1693"/>
                    <a:pt x="1058" y="1688"/>
                    <a:pt x="1044" y="1698"/>
                  </a:cubicBezTo>
                  <a:cubicBezTo>
                    <a:pt x="1038" y="1696"/>
                    <a:pt x="1032" y="1694"/>
                    <a:pt x="1026" y="1692"/>
                  </a:cubicBezTo>
                  <a:cubicBezTo>
                    <a:pt x="1020" y="1690"/>
                    <a:pt x="1008" y="1698"/>
                    <a:pt x="1008" y="1698"/>
                  </a:cubicBezTo>
                  <a:cubicBezTo>
                    <a:pt x="962" y="1691"/>
                    <a:pt x="1004" y="1700"/>
                    <a:pt x="978" y="1689"/>
                  </a:cubicBezTo>
                  <a:cubicBezTo>
                    <a:pt x="972" y="1686"/>
                    <a:pt x="960" y="1683"/>
                    <a:pt x="960" y="1683"/>
                  </a:cubicBezTo>
                  <a:cubicBezTo>
                    <a:pt x="953" y="1683"/>
                    <a:pt x="947" y="1696"/>
                    <a:pt x="936" y="1698"/>
                  </a:cubicBezTo>
                  <a:cubicBezTo>
                    <a:pt x="925" y="1700"/>
                    <a:pt x="903" y="1689"/>
                    <a:pt x="894" y="1695"/>
                  </a:cubicBezTo>
                  <a:cubicBezTo>
                    <a:pt x="889" y="1711"/>
                    <a:pt x="885" y="1716"/>
                    <a:pt x="882" y="1734"/>
                  </a:cubicBezTo>
                  <a:cubicBezTo>
                    <a:pt x="883" y="1749"/>
                    <a:pt x="880" y="1765"/>
                    <a:pt x="885" y="1779"/>
                  </a:cubicBezTo>
                  <a:cubicBezTo>
                    <a:pt x="888" y="1786"/>
                    <a:pt x="898" y="1809"/>
                    <a:pt x="900" y="1812"/>
                  </a:cubicBezTo>
                  <a:cubicBezTo>
                    <a:pt x="902" y="1815"/>
                    <a:pt x="896" y="1791"/>
                    <a:pt x="897" y="1797"/>
                  </a:cubicBezTo>
                  <a:cubicBezTo>
                    <a:pt x="904" y="1817"/>
                    <a:pt x="913" y="1829"/>
                    <a:pt x="906" y="1851"/>
                  </a:cubicBezTo>
                  <a:cubicBezTo>
                    <a:pt x="905" y="1865"/>
                    <a:pt x="901" y="1881"/>
                    <a:pt x="894" y="1893"/>
                  </a:cubicBezTo>
                  <a:cubicBezTo>
                    <a:pt x="891" y="1899"/>
                    <a:pt x="879" y="1893"/>
                    <a:pt x="873" y="1896"/>
                  </a:cubicBezTo>
                  <a:cubicBezTo>
                    <a:pt x="867" y="1899"/>
                    <a:pt x="870" y="1912"/>
                    <a:pt x="864" y="1914"/>
                  </a:cubicBezTo>
                  <a:cubicBezTo>
                    <a:pt x="852" y="1918"/>
                    <a:pt x="837" y="1907"/>
                    <a:pt x="825" y="1908"/>
                  </a:cubicBezTo>
                  <a:cubicBezTo>
                    <a:pt x="812" y="1927"/>
                    <a:pt x="819" y="1955"/>
                    <a:pt x="831" y="1974"/>
                  </a:cubicBezTo>
                  <a:cubicBezTo>
                    <a:pt x="828" y="1991"/>
                    <a:pt x="821" y="1989"/>
                    <a:pt x="816" y="2004"/>
                  </a:cubicBezTo>
                  <a:cubicBezTo>
                    <a:pt x="814" y="2032"/>
                    <a:pt x="817" y="2041"/>
                    <a:pt x="804" y="2061"/>
                  </a:cubicBezTo>
                  <a:cubicBezTo>
                    <a:pt x="800" y="2079"/>
                    <a:pt x="796" y="2073"/>
                    <a:pt x="783" y="2064"/>
                  </a:cubicBezTo>
                  <a:cubicBezTo>
                    <a:pt x="774" y="2051"/>
                    <a:pt x="746" y="2035"/>
                    <a:pt x="732" y="2025"/>
                  </a:cubicBezTo>
                  <a:cubicBezTo>
                    <a:pt x="723" y="2012"/>
                    <a:pt x="717" y="2013"/>
                    <a:pt x="702" y="2010"/>
                  </a:cubicBezTo>
                  <a:cubicBezTo>
                    <a:pt x="689" y="2000"/>
                    <a:pt x="668" y="1960"/>
                    <a:pt x="654" y="1950"/>
                  </a:cubicBezTo>
                  <a:cubicBezTo>
                    <a:pt x="640" y="1940"/>
                    <a:pt x="634" y="1951"/>
                    <a:pt x="618" y="1950"/>
                  </a:cubicBezTo>
                  <a:cubicBezTo>
                    <a:pt x="591" y="1932"/>
                    <a:pt x="594" y="1941"/>
                    <a:pt x="555" y="1944"/>
                  </a:cubicBezTo>
                  <a:cubicBezTo>
                    <a:pt x="524" y="1954"/>
                    <a:pt x="530" y="1942"/>
                    <a:pt x="501" y="1932"/>
                  </a:cubicBezTo>
                  <a:cubicBezTo>
                    <a:pt x="494" y="1933"/>
                    <a:pt x="487" y="1932"/>
                    <a:pt x="480" y="1935"/>
                  </a:cubicBezTo>
                  <a:cubicBezTo>
                    <a:pt x="473" y="1938"/>
                    <a:pt x="462" y="1947"/>
                    <a:pt x="462" y="1947"/>
                  </a:cubicBezTo>
                  <a:cubicBezTo>
                    <a:pt x="439" y="1939"/>
                    <a:pt x="466" y="1951"/>
                    <a:pt x="447" y="1935"/>
                  </a:cubicBezTo>
                  <a:cubicBezTo>
                    <a:pt x="434" y="1924"/>
                    <a:pt x="409" y="1914"/>
                    <a:pt x="393" y="1911"/>
                  </a:cubicBezTo>
                  <a:cubicBezTo>
                    <a:pt x="392" y="1905"/>
                    <a:pt x="393" y="1898"/>
                    <a:pt x="390" y="1893"/>
                  </a:cubicBezTo>
                  <a:cubicBezTo>
                    <a:pt x="386" y="1887"/>
                    <a:pt x="372" y="1881"/>
                    <a:pt x="372" y="1881"/>
                  </a:cubicBezTo>
                  <a:cubicBezTo>
                    <a:pt x="361" y="1865"/>
                    <a:pt x="350" y="1860"/>
                    <a:pt x="333" y="1857"/>
                  </a:cubicBezTo>
                  <a:cubicBezTo>
                    <a:pt x="313" y="1844"/>
                    <a:pt x="324" y="1843"/>
                    <a:pt x="294" y="1839"/>
                  </a:cubicBezTo>
                  <a:cubicBezTo>
                    <a:pt x="281" y="1826"/>
                    <a:pt x="272" y="1830"/>
                    <a:pt x="255" y="1836"/>
                  </a:cubicBezTo>
                  <a:cubicBezTo>
                    <a:pt x="203" y="1833"/>
                    <a:pt x="220" y="1834"/>
                    <a:pt x="189" y="1824"/>
                  </a:cubicBezTo>
                  <a:cubicBezTo>
                    <a:pt x="169" y="1827"/>
                    <a:pt x="155" y="1830"/>
                    <a:pt x="138" y="1818"/>
                  </a:cubicBezTo>
                  <a:cubicBezTo>
                    <a:pt x="126" y="1799"/>
                    <a:pt x="123" y="1800"/>
                    <a:pt x="99" y="1797"/>
                  </a:cubicBezTo>
                  <a:cubicBezTo>
                    <a:pt x="80" y="1784"/>
                    <a:pt x="71" y="1763"/>
                    <a:pt x="48" y="1755"/>
                  </a:cubicBezTo>
                  <a:cubicBezTo>
                    <a:pt x="45" y="1728"/>
                    <a:pt x="47" y="1726"/>
                    <a:pt x="27" y="1713"/>
                  </a:cubicBezTo>
                  <a:cubicBezTo>
                    <a:pt x="23" y="1702"/>
                    <a:pt x="31" y="1693"/>
                    <a:pt x="24" y="1683"/>
                  </a:cubicBezTo>
                  <a:cubicBezTo>
                    <a:pt x="18" y="1675"/>
                    <a:pt x="6" y="1669"/>
                    <a:pt x="0" y="1659"/>
                  </a:cubicBezTo>
                  <a:cubicBezTo>
                    <a:pt x="15" y="1649"/>
                    <a:pt x="7" y="1656"/>
                    <a:pt x="21" y="1635"/>
                  </a:cubicBezTo>
                  <a:cubicBezTo>
                    <a:pt x="32" y="1618"/>
                    <a:pt x="51" y="1599"/>
                    <a:pt x="69" y="1596"/>
                  </a:cubicBezTo>
                  <a:cubicBezTo>
                    <a:pt x="82" y="1588"/>
                    <a:pt x="87" y="1594"/>
                    <a:pt x="99" y="1593"/>
                  </a:cubicBezTo>
                  <a:cubicBezTo>
                    <a:pt x="111" y="1592"/>
                    <a:pt x="134" y="1598"/>
                    <a:pt x="141" y="1590"/>
                  </a:cubicBezTo>
                  <a:cubicBezTo>
                    <a:pt x="150" y="1583"/>
                    <a:pt x="139" y="1556"/>
                    <a:pt x="144" y="1545"/>
                  </a:cubicBezTo>
                  <a:cubicBezTo>
                    <a:pt x="149" y="1534"/>
                    <a:pt x="171" y="1530"/>
                    <a:pt x="174" y="1521"/>
                  </a:cubicBezTo>
                  <a:cubicBezTo>
                    <a:pt x="171" y="1510"/>
                    <a:pt x="166" y="1502"/>
                    <a:pt x="162" y="1491"/>
                  </a:cubicBezTo>
                  <a:cubicBezTo>
                    <a:pt x="160" y="1476"/>
                    <a:pt x="171" y="1450"/>
                    <a:pt x="171" y="1434"/>
                  </a:cubicBezTo>
                  <a:cubicBezTo>
                    <a:pt x="171" y="1418"/>
                    <a:pt x="160" y="1405"/>
                    <a:pt x="159" y="1395"/>
                  </a:cubicBezTo>
                  <a:cubicBezTo>
                    <a:pt x="159" y="1389"/>
                    <a:pt x="165" y="1371"/>
                    <a:pt x="165" y="1371"/>
                  </a:cubicBezTo>
                  <a:cubicBezTo>
                    <a:pt x="164" y="1359"/>
                    <a:pt x="167" y="1341"/>
                    <a:pt x="168" y="1323"/>
                  </a:cubicBezTo>
                  <a:cubicBezTo>
                    <a:pt x="169" y="1305"/>
                    <a:pt x="169" y="1280"/>
                    <a:pt x="171" y="1263"/>
                  </a:cubicBezTo>
                  <a:cubicBezTo>
                    <a:pt x="174" y="1247"/>
                    <a:pt x="175" y="1228"/>
                    <a:pt x="183" y="1221"/>
                  </a:cubicBezTo>
                  <a:cubicBezTo>
                    <a:pt x="191" y="1214"/>
                    <a:pt x="212" y="1218"/>
                    <a:pt x="222" y="1218"/>
                  </a:cubicBezTo>
                  <a:cubicBezTo>
                    <a:pt x="233" y="1201"/>
                    <a:pt x="232" y="1214"/>
                    <a:pt x="246" y="1218"/>
                  </a:cubicBezTo>
                  <a:cubicBezTo>
                    <a:pt x="255" y="1220"/>
                    <a:pt x="264" y="1220"/>
                    <a:pt x="273" y="1221"/>
                  </a:cubicBezTo>
                  <a:cubicBezTo>
                    <a:pt x="274" y="1226"/>
                    <a:pt x="272" y="1233"/>
                    <a:pt x="276" y="1236"/>
                  </a:cubicBezTo>
                  <a:cubicBezTo>
                    <a:pt x="283" y="1241"/>
                    <a:pt x="336" y="1245"/>
                    <a:pt x="339" y="1245"/>
                  </a:cubicBezTo>
                  <a:cubicBezTo>
                    <a:pt x="366" y="1243"/>
                    <a:pt x="378" y="1236"/>
                    <a:pt x="402" y="1230"/>
                  </a:cubicBezTo>
                  <a:cubicBezTo>
                    <a:pt x="407" y="1211"/>
                    <a:pt x="413" y="1212"/>
                    <a:pt x="432" y="1209"/>
                  </a:cubicBezTo>
                  <a:cubicBezTo>
                    <a:pt x="436" y="1192"/>
                    <a:pt x="440" y="1186"/>
                    <a:pt x="450" y="1170"/>
                  </a:cubicBezTo>
                  <a:cubicBezTo>
                    <a:pt x="452" y="1167"/>
                    <a:pt x="456" y="1161"/>
                    <a:pt x="456" y="1161"/>
                  </a:cubicBezTo>
                  <a:cubicBezTo>
                    <a:pt x="463" y="1121"/>
                    <a:pt x="483" y="1136"/>
                    <a:pt x="531" y="1134"/>
                  </a:cubicBezTo>
                  <a:cubicBezTo>
                    <a:pt x="540" y="1132"/>
                    <a:pt x="549" y="1125"/>
                    <a:pt x="558" y="1128"/>
                  </a:cubicBezTo>
                  <a:cubicBezTo>
                    <a:pt x="565" y="1130"/>
                    <a:pt x="576" y="1140"/>
                    <a:pt x="576" y="1140"/>
                  </a:cubicBezTo>
                  <a:cubicBezTo>
                    <a:pt x="611" y="1137"/>
                    <a:pt x="615" y="1146"/>
                    <a:pt x="624" y="1119"/>
                  </a:cubicBezTo>
                  <a:cubicBezTo>
                    <a:pt x="631" y="1107"/>
                    <a:pt x="627" y="1084"/>
                    <a:pt x="627" y="1071"/>
                  </a:cubicBezTo>
                  <a:cubicBezTo>
                    <a:pt x="627" y="1058"/>
                    <a:pt x="623" y="1047"/>
                    <a:pt x="624" y="1038"/>
                  </a:cubicBezTo>
                  <a:cubicBezTo>
                    <a:pt x="622" y="1032"/>
                    <a:pt x="632" y="1023"/>
                    <a:pt x="630" y="1017"/>
                  </a:cubicBezTo>
                  <a:cubicBezTo>
                    <a:pt x="629" y="1014"/>
                    <a:pt x="639" y="1002"/>
                    <a:pt x="639" y="1002"/>
                  </a:cubicBezTo>
                  <a:cubicBezTo>
                    <a:pt x="642" y="985"/>
                    <a:pt x="636" y="980"/>
                    <a:pt x="645" y="966"/>
                  </a:cubicBezTo>
                  <a:cubicBezTo>
                    <a:pt x="647" y="951"/>
                    <a:pt x="651" y="939"/>
                    <a:pt x="651" y="924"/>
                  </a:cubicBezTo>
                  <a:cubicBezTo>
                    <a:pt x="651" y="909"/>
                    <a:pt x="646" y="886"/>
                    <a:pt x="642" y="873"/>
                  </a:cubicBezTo>
                  <a:cubicBezTo>
                    <a:pt x="636" y="825"/>
                    <a:pt x="648" y="864"/>
                    <a:pt x="627" y="843"/>
                  </a:cubicBezTo>
                  <a:cubicBezTo>
                    <a:pt x="625" y="841"/>
                    <a:pt x="626" y="836"/>
                    <a:pt x="624" y="834"/>
                  </a:cubicBezTo>
                  <a:cubicBezTo>
                    <a:pt x="619" y="829"/>
                    <a:pt x="606" y="822"/>
                    <a:pt x="606" y="822"/>
                  </a:cubicBezTo>
                  <a:cubicBezTo>
                    <a:pt x="599" y="811"/>
                    <a:pt x="598" y="795"/>
                    <a:pt x="588" y="786"/>
                  </a:cubicBezTo>
                  <a:cubicBezTo>
                    <a:pt x="578" y="775"/>
                    <a:pt x="554" y="771"/>
                    <a:pt x="540" y="765"/>
                  </a:cubicBezTo>
                  <a:cubicBezTo>
                    <a:pt x="526" y="759"/>
                    <a:pt x="521" y="754"/>
                    <a:pt x="504" y="747"/>
                  </a:cubicBezTo>
                  <a:cubicBezTo>
                    <a:pt x="476" y="728"/>
                    <a:pt x="473" y="727"/>
                    <a:pt x="438" y="723"/>
                  </a:cubicBezTo>
                  <a:cubicBezTo>
                    <a:pt x="433" y="718"/>
                    <a:pt x="431" y="710"/>
                    <a:pt x="426" y="705"/>
                  </a:cubicBezTo>
                  <a:cubicBezTo>
                    <a:pt x="420" y="699"/>
                    <a:pt x="397" y="692"/>
                    <a:pt x="390" y="690"/>
                  </a:cubicBezTo>
                  <a:cubicBezTo>
                    <a:pt x="383" y="688"/>
                    <a:pt x="372" y="678"/>
                    <a:pt x="372" y="678"/>
                  </a:cubicBezTo>
                  <a:cubicBezTo>
                    <a:pt x="368" y="656"/>
                    <a:pt x="373" y="666"/>
                    <a:pt x="351" y="651"/>
                  </a:cubicBezTo>
                  <a:cubicBezTo>
                    <a:pt x="348" y="649"/>
                    <a:pt x="342" y="645"/>
                    <a:pt x="342" y="645"/>
                  </a:cubicBezTo>
                  <a:cubicBezTo>
                    <a:pt x="328" y="624"/>
                    <a:pt x="329" y="637"/>
                    <a:pt x="324" y="621"/>
                  </a:cubicBezTo>
                  <a:cubicBezTo>
                    <a:pt x="331" y="600"/>
                    <a:pt x="328" y="604"/>
                    <a:pt x="342" y="594"/>
                  </a:cubicBezTo>
                  <a:cubicBezTo>
                    <a:pt x="346" y="577"/>
                    <a:pt x="348" y="569"/>
                    <a:pt x="342" y="552"/>
                  </a:cubicBezTo>
                  <a:cubicBezTo>
                    <a:pt x="352" y="545"/>
                    <a:pt x="356" y="540"/>
                    <a:pt x="360" y="528"/>
                  </a:cubicBezTo>
                  <a:cubicBezTo>
                    <a:pt x="361" y="518"/>
                    <a:pt x="360" y="508"/>
                    <a:pt x="363" y="498"/>
                  </a:cubicBezTo>
                  <a:cubicBezTo>
                    <a:pt x="365" y="491"/>
                    <a:pt x="375" y="487"/>
                    <a:pt x="378" y="480"/>
                  </a:cubicBezTo>
                  <a:cubicBezTo>
                    <a:pt x="386" y="464"/>
                    <a:pt x="379" y="448"/>
                    <a:pt x="399" y="441"/>
                  </a:cubicBezTo>
                  <a:cubicBezTo>
                    <a:pt x="411" y="442"/>
                    <a:pt x="424" y="440"/>
                    <a:pt x="435" y="444"/>
                  </a:cubicBezTo>
                  <a:cubicBezTo>
                    <a:pt x="439" y="445"/>
                    <a:pt x="435" y="453"/>
                    <a:pt x="438" y="456"/>
                  </a:cubicBezTo>
                  <a:cubicBezTo>
                    <a:pt x="445" y="463"/>
                    <a:pt x="467" y="462"/>
                    <a:pt x="477" y="465"/>
                  </a:cubicBezTo>
                  <a:cubicBezTo>
                    <a:pt x="478" y="468"/>
                    <a:pt x="477" y="472"/>
                    <a:pt x="480" y="474"/>
                  </a:cubicBezTo>
                  <a:cubicBezTo>
                    <a:pt x="485" y="478"/>
                    <a:pt x="498" y="480"/>
                    <a:pt x="498" y="480"/>
                  </a:cubicBezTo>
                  <a:cubicBezTo>
                    <a:pt x="502" y="501"/>
                    <a:pt x="511" y="506"/>
                    <a:pt x="531" y="513"/>
                  </a:cubicBezTo>
                  <a:cubicBezTo>
                    <a:pt x="538" y="533"/>
                    <a:pt x="575" y="517"/>
                    <a:pt x="600" y="525"/>
                  </a:cubicBezTo>
                  <a:cubicBezTo>
                    <a:pt x="616" y="523"/>
                    <a:pt x="607" y="510"/>
                    <a:pt x="612" y="501"/>
                  </a:cubicBezTo>
                  <a:cubicBezTo>
                    <a:pt x="617" y="492"/>
                    <a:pt x="623" y="475"/>
                    <a:pt x="630" y="468"/>
                  </a:cubicBezTo>
                  <a:cubicBezTo>
                    <a:pt x="632" y="463"/>
                    <a:pt x="654" y="460"/>
                    <a:pt x="657" y="459"/>
                  </a:cubicBezTo>
                  <a:cubicBezTo>
                    <a:pt x="662" y="453"/>
                    <a:pt x="656" y="433"/>
                    <a:pt x="660" y="423"/>
                  </a:cubicBezTo>
                  <a:cubicBezTo>
                    <a:pt x="664" y="413"/>
                    <a:pt x="675" y="411"/>
                    <a:pt x="681" y="399"/>
                  </a:cubicBezTo>
                  <a:cubicBezTo>
                    <a:pt x="686" y="383"/>
                    <a:pt x="692" y="367"/>
                    <a:pt x="696" y="351"/>
                  </a:cubicBezTo>
                  <a:cubicBezTo>
                    <a:pt x="699" y="336"/>
                    <a:pt x="703" y="324"/>
                    <a:pt x="708" y="315"/>
                  </a:cubicBezTo>
                  <a:cubicBezTo>
                    <a:pt x="713" y="306"/>
                    <a:pt x="724" y="302"/>
                    <a:pt x="729" y="294"/>
                  </a:cubicBezTo>
                  <a:cubicBezTo>
                    <a:pt x="744" y="248"/>
                    <a:pt x="727" y="296"/>
                    <a:pt x="741" y="267"/>
                  </a:cubicBezTo>
                  <a:cubicBezTo>
                    <a:pt x="753" y="244"/>
                    <a:pt x="748" y="217"/>
                    <a:pt x="777" y="207"/>
                  </a:cubicBezTo>
                  <a:cubicBezTo>
                    <a:pt x="783" y="201"/>
                    <a:pt x="793" y="200"/>
                    <a:pt x="795" y="192"/>
                  </a:cubicBezTo>
                  <a:cubicBezTo>
                    <a:pt x="809" y="142"/>
                    <a:pt x="787" y="166"/>
                    <a:pt x="816" y="147"/>
                  </a:cubicBezTo>
                  <a:cubicBezTo>
                    <a:pt x="818" y="144"/>
                    <a:pt x="819" y="140"/>
                    <a:pt x="822" y="138"/>
                  </a:cubicBezTo>
                  <a:cubicBezTo>
                    <a:pt x="824" y="136"/>
                    <a:pt x="829" y="137"/>
                    <a:pt x="831" y="135"/>
                  </a:cubicBezTo>
                  <a:cubicBezTo>
                    <a:pt x="838" y="128"/>
                    <a:pt x="833" y="116"/>
                    <a:pt x="837" y="108"/>
                  </a:cubicBezTo>
                  <a:cubicBezTo>
                    <a:pt x="842" y="99"/>
                    <a:pt x="867" y="99"/>
                    <a:pt x="870" y="99"/>
                  </a:cubicBezTo>
                  <a:cubicBezTo>
                    <a:pt x="888" y="93"/>
                    <a:pt x="882" y="80"/>
                    <a:pt x="894" y="69"/>
                  </a:cubicBezTo>
                  <a:cubicBezTo>
                    <a:pt x="899" y="64"/>
                    <a:pt x="912" y="57"/>
                    <a:pt x="912" y="57"/>
                  </a:cubicBezTo>
                  <a:cubicBezTo>
                    <a:pt x="916" y="46"/>
                    <a:pt x="912" y="33"/>
                    <a:pt x="918" y="24"/>
                  </a:cubicBezTo>
                  <a:cubicBezTo>
                    <a:pt x="923" y="16"/>
                    <a:pt x="945" y="15"/>
                    <a:pt x="945" y="15"/>
                  </a:cubicBezTo>
                  <a:lnTo>
                    <a:pt x="972" y="0"/>
                  </a:lnTo>
                  <a:lnTo>
                    <a:pt x="996" y="18"/>
                  </a:lnTo>
                  <a:lnTo>
                    <a:pt x="1023" y="18"/>
                  </a:lnTo>
                  <a:lnTo>
                    <a:pt x="1026" y="36"/>
                  </a:lnTo>
                  <a:cubicBezTo>
                    <a:pt x="1026" y="36"/>
                    <a:pt x="1026" y="36"/>
                    <a:pt x="1026" y="36"/>
                  </a:cubicBezTo>
                  <a:cubicBezTo>
                    <a:pt x="1029" y="38"/>
                    <a:pt x="1032" y="40"/>
                    <a:pt x="1035" y="42"/>
                  </a:cubicBezTo>
                  <a:cubicBezTo>
                    <a:pt x="1041" y="59"/>
                    <a:pt x="1036" y="62"/>
                    <a:pt x="1056" y="66"/>
                  </a:cubicBezTo>
                  <a:cubicBezTo>
                    <a:pt x="1052" y="81"/>
                    <a:pt x="1053" y="74"/>
                    <a:pt x="1053" y="87"/>
                  </a:cubicBezTo>
                </a:path>
              </a:pathLst>
            </a:custGeom>
            <a:solidFill>
              <a:srgbClr val="CCFFFF"/>
            </a:solidFill>
            <a:ln w="12700" cap="flat" cmpd="sng">
              <a:solidFill>
                <a:srgbClr val="022E86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Freeform 22"/>
            <p:cNvSpPr>
              <a:spLocks/>
            </p:cNvSpPr>
            <p:nvPr/>
          </p:nvSpPr>
          <p:spPr bwMode="auto">
            <a:xfrm>
              <a:off x="1119" y="2689"/>
              <a:ext cx="1767" cy="1194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Freeform 28"/>
          <p:cNvSpPr>
            <a:spLocks/>
          </p:cNvSpPr>
          <p:nvPr/>
        </p:nvSpPr>
        <p:spPr bwMode="auto">
          <a:xfrm>
            <a:off x="6960097" y="3844702"/>
            <a:ext cx="519112" cy="469900"/>
          </a:xfrm>
          <a:custGeom>
            <a:avLst/>
            <a:gdLst>
              <a:gd name="T0" fmla="*/ 44 w 135"/>
              <a:gd name="T1" fmla="*/ 13 h 110"/>
              <a:gd name="T2" fmla="*/ 32 w 135"/>
              <a:gd name="T3" fmla="*/ 29 h 110"/>
              <a:gd name="T4" fmla="*/ 9 w 135"/>
              <a:gd name="T5" fmla="*/ 32 h 110"/>
              <a:gd name="T6" fmla="*/ 3 w 135"/>
              <a:gd name="T7" fmla="*/ 50 h 110"/>
              <a:gd name="T8" fmla="*/ 21 w 135"/>
              <a:gd name="T9" fmla="*/ 56 h 110"/>
              <a:gd name="T10" fmla="*/ 44 w 135"/>
              <a:gd name="T11" fmla="*/ 89 h 110"/>
              <a:gd name="T12" fmla="*/ 65 w 135"/>
              <a:gd name="T13" fmla="*/ 83 h 110"/>
              <a:gd name="T14" fmla="*/ 87 w 135"/>
              <a:gd name="T15" fmla="*/ 86 h 110"/>
              <a:gd name="T16" fmla="*/ 104 w 135"/>
              <a:gd name="T17" fmla="*/ 103 h 110"/>
              <a:gd name="T18" fmla="*/ 129 w 135"/>
              <a:gd name="T19" fmla="*/ 106 h 110"/>
              <a:gd name="T20" fmla="*/ 131 w 135"/>
              <a:gd name="T21" fmla="*/ 79 h 110"/>
              <a:gd name="T22" fmla="*/ 135 w 135"/>
              <a:gd name="T23" fmla="*/ 68 h 110"/>
              <a:gd name="T24" fmla="*/ 129 w 135"/>
              <a:gd name="T25" fmla="*/ 49 h 110"/>
              <a:gd name="T26" fmla="*/ 111 w 135"/>
              <a:gd name="T27" fmla="*/ 46 h 110"/>
              <a:gd name="T28" fmla="*/ 105 w 135"/>
              <a:gd name="T29" fmla="*/ 14 h 110"/>
              <a:gd name="T30" fmla="*/ 86 w 135"/>
              <a:gd name="T31" fmla="*/ 19 h 110"/>
              <a:gd name="T32" fmla="*/ 78 w 135"/>
              <a:gd name="T33" fmla="*/ 1 h 110"/>
              <a:gd name="T34" fmla="*/ 44 w 135"/>
              <a:gd name="T35" fmla="*/ 13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5" h="110">
                <a:moveTo>
                  <a:pt x="44" y="13"/>
                </a:moveTo>
                <a:cubicBezTo>
                  <a:pt x="36" y="16"/>
                  <a:pt x="38" y="26"/>
                  <a:pt x="32" y="29"/>
                </a:cubicBezTo>
                <a:cubicBezTo>
                  <a:pt x="26" y="32"/>
                  <a:pt x="14" y="29"/>
                  <a:pt x="9" y="32"/>
                </a:cubicBezTo>
                <a:cubicBezTo>
                  <a:pt x="3" y="35"/>
                  <a:pt x="0" y="44"/>
                  <a:pt x="3" y="50"/>
                </a:cubicBezTo>
                <a:cubicBezTo>
                  <a:pt x="6" y="56"/>
                  <a:pt x="15" y="54"/>
                  <a:pt x="21" y="56"/>
                </a:cubicBezTo>
                <a:cubicBezTo>
                  <a:pt x="28" y="61"/>
                  <a:pt x="33" y="84"/>
                  <a:pt x="44" y="89"/>
                </a:cubicBezTo>
                <a:cubicBezTo>
                  <a:pt x="51" y="93"/>
                  <a:pt x="58" y="83"/>
                  <a:pt x="65" y="83"/>
                </a:cubicBezTo>
                <a:cubicBezTo>
                  <a:pt x="72" y="83"/>
                  <a:pt x="81" y="83"/>
                  <a:pt x="87" y="86"/>
                </a:cubicBezTo>
                <a:cubicBezTo>
                  <a:pt x="93" y="88"/>
                  <a:pt x="97" y="100"/>
                  <a:pt x="104" y="103"/>
                </a:cubicBezTo>
                <a:cubicBezTo>
                  <a:pt x="111" y="106"/>
                  <a:pt x="124" y="110"/>
                  <a:pt x="129" y="106"/>
                </a:cubicBezTo>
                <a:cubicBezTo>
                  <a:pt x="134" y="102"/>
                  <a:pt x="130" y="85"/>
                  <a:pt x="131" y="79"/>
                </a:cubicBezTo>
                <a:cubicBezTo>
                  <a:pt x="132" y="73"/>
                  <a:pt x="135" y="73"/>
                  <a:pt x="135" y="68"/>
                </a:cubicBezTo>
                <a:cubicBezTo>
                  <a:pt x="134" y="64"/>
                  <a:pt x="133" y="53"/>
                  <a:pt x="129" y="49"/>
                </a:cubicBezTo>
                <a:cubicBezTo>
                  <a:pt x="125" y="45"/>
                  <a:pt x="115" y="52"/>
                  <a:pt x="111" y="46"/>
                </a:cubicBezTo>
                <a:cubicBezTo>
                  <a:pt x="107" y="40"/>
                  <a:pt x="109" y="18"/>
                  <a:pt x="105" y="14"/>
                </a:cubicBezTo>
                <a:cubicBezTo>
                  <a:pt x="102" y="7"/>
                  <a:pt x="90" y="21"/>
                  <a:pt x="86" y="19"/>
                </a:cubicBezTo>
                <a:cubicBezTo>
                  <a:pt x="82" y="17"/>
                  <a:pt x="85" y="2"/>
                  <a:pt x="78" y="1"/>
                </a:cubicBezTo>
                <a:cubicBezTo>
                  <a:pt x="71" y="0"/>
                  <a:pt x="52" y="10"/>
                  <a:pt x="44" y="13"/>
                </a:cubicBezTo>
                <a:close/>
              </a:path>
            </a:pathLst>
          </a:custGeom>
          <a:solidFill>
            <a:srgbClr val="FFCC99"/>
          </a:solidFill>
          <a:ln w="12700" cap="flat" cmpd="sng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6" name="Group 50"/>
          <p:cNvGrpSpPr>
            <a:grpSpLocks/>
          </p:cNvGrpSpPr>
          <p:nvPr/>
        </p:nvGrpSpPr>
        <p:grpSpPr bwMode="auto">
          <a:xfrm>
            <a:off x="4283572" y="1480915"/>
            <a:ext cx="1536700" cy="808037"/>
            <a:chOff x="1981" y="1339"/>
            <a:chExt cx="968" cy="509"/>
          </a:xfrm>
        </p:grpSpPr>
        <p:sp>
          <p:nvSpPr>
            <p:cNvPr id="67" name="Rectangle 29"/>
            <p:cNvSpPr>
              <a:spLocks noChangeArrowheads="1"/>
            </p:cNvSpPr>
            <p:nvPr/>
          </p:nvSpPr>
          <p:spPr bwMode="auto">
            <a:xfrm>
              <a:off x="2126" y="1339"/>
              <a:ext cx="65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省</a:t>
              </a:r>
            </a:p>
          </p:txBody>
        </p:sp>
        <p:sp>
          <p:nvSpPr>
            <p:cNvPr id="68" name="Rectangle 31"/>
            <p:cNvSpPr>
              <a:spLocks noChangeArrowheads="1"/>
            </p:cNvSpPr>
            <p:nvPr/>
          </p:nvSpPr>
          <p:spPr bwMode="auto">
            <a:xfrm>
              <a:off x="1981" y="1598"/>
              <a:ext cx="9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单连域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69" name="Group 51"/>
          <p:cNvGrpSpPr>
            <a:grpSpLocks/>
          </p:cNvGrpSpPr>
          <p:nvPr/>
        </p:nvGrpSpPr>
        <p:grpSpPr bwMode="auto">
          <a:xfrm>
            <a:off x="4281984" y="2698527"/>
            <a:ext cx="1452563" cy="808038"/>
            <a:chOff x="1980" y="2106"/>
            <a:chExt cx="915" cy="509"/>
          </a:xfrm>
        </p:grpSpPr>
        <p:sp>
          <p:nvSpPr>
            <p:cNvPr id="70" name="Rectangle 30"/>
            <p:cNvSpPr>
              <a:spLocks noChangeArrowheads="1"/>
            </p:cNvSpPr>
            <p:nvPr/>
          </p:nvSpPr>
          <p:spPr bwMode="auto">
            <a:xfrm>
              <a:off x="2125" y="2106"/>
              <a:ext cx="6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省</a:t>
              </a:r>
            </a:p>
          </p:txBody>
        </p:sp>
        <p:sp>
          <p:nvSpPr>
            <p:cNvPr id="71" name="Rectangle 32"/>
            <p:cNvSpPr>
              <a:spLocks noChangeArrowheads="1"/>
            </p:cNvSpPr>
            <p:nvPr/>
          </p:nvSpPr>
          <p:spPr bwMode="auto">
            <a:xfrm>
              <a:off x="1980" y="2365"/>
              <a:ext cx="9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单连域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2" name="Line 33"/>
          <p:cNvSpPr>
            <a:spLocks noChangeShapeType="1"/>
          </p:cNvSpPr>
          <p:nvPr/>
        </p:nvSpPr>
        <p:spPr bwMode="auto">
          <a:xfrm flipH="1">
            <a:off x="3443784" y="1869852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Line 34"/>
          <p:cNvSpPr>
            <a:spLocks noChangeShapeType="1"/>
          </p:cNvSpPr>
          <p:nvPr/>
        </p:nvSpPr>
        <p:spPr bwMode="auto">
          <a:xfrm flipH="1">
            <a:off x="4642347" y="3573240"/>
            <a:ext cx="219075" cy="11715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4" name="Group 53"/>
          <p:cNvGrpSpPr>
            <a:grpSpLocks/>
          </p:cNvGrpSpPr>
          <p:nvPr/>
        </p:nvGrpSpPr>
        <p:grpSpPr bwMode="auto">
          <a:xfrm>
            <a:off x="8233272" y="2696940"/>
            <a:ext cx="1582737" cy="808037"/>
            <a:chOff x="4469" y="2105"/>
            <a:chExt cx="997" cy="509"/>
          </a:xfrm>
        </p:grpSpPr>
        <p:sp>
          <p:nvSpPr>
            <p:cNvPr id="75" name="Rectangle 40"/>
            <p:cNvSpPr>
              <a:spLocks noChangeArrowheads="1"/>
            </p:cNvSpPr>
            <p:nvPr/>
          </p:nvSpPr>
          <p:spPr bwMode="auto">
            <a:xfrm>
              <a:off x="4614" y="2105"/>
              <a:ext cx="6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省</a:t>
              </a:r>
            </a:p>
          </p:txBody>
        </p:sp>
        <p:sp>
          <p:nvSpPr>
            <p:cNvPr id="76" name="Rectangle 42"/>
            <p:cNvSpPr>
              <a:spLocks noChangeArrowheads="1"/>
            </p:cNvSpPr>
            <p:nvPr/>
          </p:nvSpPr>
          <p:spPr bwMode="auto">
            <a:xfrm>
              <a:off x="4469" y="2364"/>
              <a:ext cx="9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非区域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7" name="Line 43"/>
          <p:cNvSpPr>
            <a:spLocks noChangeShapeType="1"/>
          </p:cNvSpPr>
          <p:nvPr/>
        </p:nvSpPr>
        <p:spPr bwMode="auto">
          <a:xfrm flipH="1">
            <a:off x="7395072" y="1868265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" name="Line 44"/>
          <p:cNvSpPr>
            <a:spLocks noChangeShapeType="1"/>
          </p:cNvSpPr>
          <p:nvPr/>
        </p:nvSpPr>
        <p:spPr bwMode="auto">
          <a:xfrm flipH="1">
            <a:off x="8593634" y="3571652"/>
            <a:ext cx="219075" cy="11715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Rectangle 47"/>
          <p:cNvSpPr>
            <a:spLocks noChangeArrowheads="1"/>
          </p:cNvSpPr>
          <p:nvPr/>
        </p:nvSpPr>
        <p:spPr bwMode="auto">
          <a:xfrm>
            <a:off x="6988672" y="3490690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飞地</a:t>
            </a:r>
          </a:p>
        </p:txBody>
      </p:sp>
      <p:sp>
        <p:nvSpPr>
          <p:cNvPr id="33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曲线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238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8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924572" y="995248"/>
          <a:ext cx="68294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160" imgH="203040" progId="Equation.DSMT4">
                  <p:embed/>
                </p:oleObj>
              </mc:Choice>
              <mc:Fallback>
                <p:oleObj name="Equation" r:id="rId3" imgW="3035160" imgH="2030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572" y="995248"/>
                        <a:ext cx="68294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78036"/>
              </p:ext>
            </p:extLst>
          </p:nvPr>
        </p:nvGraphicFramePr>
        <p:xfrm>
          <a:off x="1388071" y="1864912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071" y="1864912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07980"/>
              </p:ext>
            </p:extLst>
          </p:nvPr>
        </p:nvGraphicFramePr>
        <p:xfrm>
          <a:off x="2502709" y="1864912"/>
          <a:ext cx="5772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65360" imgH="215640" progId="Equation.DSMT4">
                  <p:embed/>
                </p:oleObj>
              </mc:Choice>
              <mc:Fallback>
                <p:oleObj name="Equation" r:id="rId7" imgW="2565360" imgH="2156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709" y="1864912"/>
                        <a:ext cx="57721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145376"/>
              </p:ext>
            </p:extLst>
          </p:nvPr>
        </p:nvGraphicFramePr>
        <p:xfrm>
          <a:off x="2493978" y="2663359"/>
          <a:ext cx="50577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47840" imgH="215640" progId="Equation.DSMT4">
                  <p:embed/>
                </p:oleObj>
              </mc:Choice>
              <mc:Fallback>
                <p:oleObj name="Equation" r:id="rId9" imgW="2247840" imgH="2156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78" y="2663359"/>
                        <a:ext cx="50577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2521080" y="3931321"/>
          <a:ext cx="14859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60240" imgH="190440" progId="Equation.DSMT4">
                  <p:embed/>
                </p:oleObj>
              </mc:Choice>
              <mc:Fallback>
                <p:oleObj name="Equation" r:id="rId11" imgW="660240" imgH="19044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1080" y="3931321"/>
                        <a:ext cx="1485900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145208" y="3561598"/>
          <a:ext cx="20574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203040" progId="Equation.DSMT4">
                  <p:embed/>
                </p:oleObj>
              </mc:Choice>
              <mc:Fallback>
                <p:oleObj name="Equation" r:id="rId13" imgW="914400" imgH="203040" progId="Equation.DSMT4">
                  <p:embed/>
                  <p:pic>
                    <p:nvPicPr>
                      <p:cNvPr id="4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208" y="3561598"/>
                        <a:ext cx="20574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Line 14"/>
          <p:cNvSpPr>
            <a:spLocks noChangeShapeType="1"/>
          </p:cNvSpPr>
          <p:nvPr/>
        </p:nvSpPr>
        <p:spPr bwMode="auto">
          <a:xfrm>
            <a:off x="6500034" y="3763137"/>
            <a:ext cx="191452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" name="Group 38"/>
          <p:cNvGrpSpPr>
            <a:grpSpLocks/>
          </p:cNvGrpSpPr>
          <p:nvPr/>
        </p:nvGrpSpPr>
        <p:grpSpPr bwMode="auto">
          <a:xfrm>
            <a:off x="6693711" y="3402770"/>
            <a:ext cx="1758950" cy="754061"/>
            <a:chOff x="2246" y="2341"/>
            <a:chExt cx="1108" cy="475"/>
          </a:xfrm>
        </p:grpSpPr>
        <p:grpSp>
          <p:nvGrpSpPr>
            <p:cNvPr id="55" name="Group 35"/>
            <p:cNvGrpSpPr>
              <a:grpSpLocks/>
            </p:cNvGrpSpPr>
            <p:nvPr/>
          </p:nvGrpSpPr>
          <p:grpSpPr bwMode="auto">
            <a:xfrm>
              <a:off x="2246" y="2341"/>
              <a:ext cx="1108" cy="475"/>
              <a:chOff x="2246" y="2341"/>
              <a:chExt cx="1108" cy="475"/>
            </a:xfrm>
          </p:grpSpPr>
          <p:graphicFrame>
            <p:nvGraphicFramePr>
              <p:cNvPr id="60" name="Object 15"/>
              <p:cNvGraphicFramePr>
                <a:graphicFrameLocks noChangeAspect="1"/>
              </p:cNvGraphicFramePr>
              <p:nvPr/>
            </p:nvGraphicFramePr>
            <p:xfrm>
              <a:off x="2260" y="2341"/>
              <a:ext cx="906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688760" imgH="342720" progId="Equation.3">
                      <p:embed/>
                    </p:oleObj>
                  </mc:Choice>
                  <mc:Fallback>
                    <p:oleObj name="公式" r:id="rId15" imgW="1688760" imgH="342720" progId="Equation.3">
                      <p:embed/>
                      <p:pic>
                        <p:nvPicPr>
                          <p:cNvPr id="6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0" y="2341"/>
                            <a:ext cx="906" cy="1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177903"/>
                  </p:ext>
                </p:extLst>
              </p:nvPr>
            </p:nvGraphicFramePr>
            <p:xfrm>
              <a:off x="2246" y="2597"/>
              <a:ext cx="1108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028520" imgH="203040" progId="Equation.DSMT4">
                      <p:embed/>
                    </p:oleObj>
                  </mc:Choice>
                  <mc:Fallback>
                    <p:oleObj name="Equation" r:id="rId17" imgW="1028520" imgH="203040" progId="Equation.DSMT4">
                      <p:embed/>
                      <p:pic>
                        <p:nvPicPr>
                          <p:cNvPr id="61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46" y="2597"/>
                            <a:ext cx="1108" cy="219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2814" y="2364"/>
              <a:ext cx="91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Line 20"/>
            <p:cNvSpPr>
              <a:spLocks noChangeShapeType="1"/>
            </p:cNvSpPr>
            <p:nvPr/>
          </p:nvSpPr>
          <p:spPr bwMode="auto">
            <a:xfrm>
              <a:off x="2814" y="2642"/>
              <a:ext cx="91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62" name="对象 61"/>
          <p:cNvGraphicFramePr>
            <a:graphicFrameLocks noChangeAspect="1"/>
          </p:cNvGraphicFramePr>
          <p:nvPr/>
        </p:nvGraphicFramePr>
        <p:xfrm>
          <a:off x="8604042" y="3536653"/>
          <a:ext cx="14287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34680" imgH="203040" progId="Equation.DSMT4">
                  <p:embed/>
                </p:oleObj>
              </mc:Choice>
              <mc:Fallback>
                <p:oleObj name="Equation" r:id="rId19" imgW="634680" imgH="203040" progId="Equation.DSMT4">
                  <p:embed/>
                  <p:pic>
                    <p:nvPicPr>
                      <p:cNvPr id="62" name="对象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042" y="3536653"/>
                        <a:ext cx="14287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4145208" y="4469500"/>
          <a:ext cx="1714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61760" imgH="203040" progId="Equation.DSMT4">
                  <p:embed/>
                </p:oleObj>
              </mc:Choice>
              <mc:Fallback>
                <p:oleObj name="Equation" r:id="rId21" imgW="761760" imgH="203040" progId="Equation.DSMT4">
                  <p:embed/>
                  <p:pic>
                    <p:nvPicPr>
                      <p:cNvPr id="63" name="对象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208" y="4469500"/>
                        <a:ext cx="1714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Line 23"/>
          <p:cNvSpPr>
            <a:spLocks noChangeShapeType="1"/>
          </p:cNvSpPr>
          <p:nvPr/>
        </p:nvSpPr>
        <p:spPr bwMode="auto">
          <a:xfrm>
            <a:off x="6451180" y="4695517"/>
            <a:ext cx="191452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064025"/>
              </p:ext>
            </p:extLst>
          </p:nvPr>
        </p:nvGraphicFramePr>
        <p:xfrm>
          <a:off x="6808876" y="4301824"/>
          <a:ext cx="1212069" cy="38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47640" imgH="203040" progId="Equation.DSMT4">
                  <p:embed/>
                </p:oleObj>
              </mc:Choice>
              <mc:Fallback>
                <p:oleObj name="Equation" r:id="rId23" imgW="647640" imgH="203040" progId="Equation.DSMT4">
                  <p:embed/>
                  <p:pic>
                    <p:nvPicPr>
                      <p:cNvPr id="6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876" y="4301824"/>
                        <a:ext cx="1212069" cy="380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/>
        </p:nvGraphicFramePr>
        <p:xfrm>
          <a:off x="8607694" y="4490808"/>
          <a:ext cx="1828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12520" imgH="203040" progId="Equation.DSMT4">
                  <p:embed/>
                </p:oleObj>
              </mc:Choice>
              <mc:Fallback>
                <p:oleObj name="Equation" r:id="rId25" imgW="812520" imgH="203040" progId="Equation.DSMT4">
                  <p:embed/>
                  <p:pic>
                    <p:nvPicPr>
                      <p:cNvPr id="68" name="对象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7694" y="4490808"/>
                        <a:ext cx="18288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复平面上的点集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曲线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276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§1-2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教材第一章习题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6 (4) (6) (7) (</a:t>
            </a:r>
            <a:r>
              <a:rPr lang="en-US" altLang="zh-CN" sz="24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8)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480</Words>
  <Application>Microsoft Office PowerPoint</Application>
  <PresentationFormat>宽屏</PresentationFormat>
  <Paragraphs>85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等线</vt:lpstr>
      <vt:lpstr>等线 Light</vt:lpstr>
      <vt:lpstr>华文楷体</vt:lpstr>
      <vt:lpstr>楷体</vt:lpstr>
      <vt:lpstr>微软雅黑</vt:lpstr>
      <vt:lpstr>Arial</vt:lpstr>
      <vt:lpstr>Calibri</vt:lpstr>
      <vt:lpstr>Calibri Light</vt:lpstr>
      <vt:lpstr>Symbol</vt:lpstr>
      <vt:lpstr>Times New Roman</vt:lpstr>
      <vt:lpstr>Office 主题​​</vt:lpstr>
      <vt:lpstr>新媒体</vt:lpstr>
      <vt:lpstr>Equation</vt:lpstr>
      <vt:lpstr>公式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69</cp:revision>
  <dcterms:created xsi:type="dcterms:W3CDTF">2025-07-14T07:47:31Z</dcterms:created>
  <dcterms:modified xsi:type="dcterms:W3CDTF">2025-10-29T02:18:19Z</dcterms:modified>
</cp:coreProperties>
</file>